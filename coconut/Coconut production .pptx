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8" r:id="rId2"/>
    <p:sldId id="344" r:id="rId3"/>
    <p:sldId id="345" r:id="rId4"/>
    <p:sldId id="362" r:id="rId5"/>
    <p:sldId id="363" r:id="rId6"/>
    <p:sldId id="364" r:id="rId7"/>
    <p:sldId id="365" r:id="rId8"/>
    <p:sldId id="366" r:id="rId9"/>
    <p:sldId id="367" r:id="rId10"/>
    <p:sldId id="350" r:id="rId11"/>
    <p:sldId id="351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49" r:id="rId21"/>
    <p:sldId id="258" r:id="rId22"/>
    <p:sldId id="260" r:id="rId23"/>
    <p:sldId id="372" r:id="rId24"/>
    <p:sldId id="368" r:id="rId25"/>
    <p:sldId id="273" r:id="rId26"/>
    <p:sldId id="370" r:id="rId27"/>
    <p:sldId id="371" r:id="rId28"/>
    <p:sldId id="375" r:id="rId29"/>
    <p:sldId id="274" r:id="rId30"/>
    <p:sldId id="275" r:id="rId31"/>
    <p:sldId id="276" r:id="rId32"/>
    <p:sldId id="277" r:id="rId33"/>
    <p:sldId id="285" r:id="rId34"/>
    <p:sldId id="286" r:id="rId35"/>
    <p:sldId id="287" r:id="rId36"/>
    <p:sldId id="288" r:id="rId37"/>
    <p:sldId id="281" r:id="rId38"/>
    <p:sldId id="297" r:id="rId39"/>
    <p:sldId id="279" r:id="rId40"/>
    <p:sldId id="289" r:id="rId41"/>
    <p:sldId id="290" r:id="rId42"/>
    <p:sldId id="278" r:id="rId43"/>
    <p:sldId id="295" r:id="rId44"/>
    <p:sldId id="321" r:id="rId45"/>
    <p:sldId id="383" r:id="rId46"/>
    <p:sldId id="384" r:id="rId47"/>
    <p:sldId id="322" r:id="rId48"/>
    <p:sldId id="326" r:id="rId49"/>
    <p:sldId id="327" r:id="rId50"/>
    <p:sldId id="385" r:id="rId51"/>
    <p:sldId id="328" r:id="rId52"/>
    <p:sldId id="376" r:id="rId53"/>
    <p:sldId id="381" r:id="rId54"/>
    <p:sldId id="386" r:id="rId55"/>
    <p:sldId id="387" r:id="rId56"/>
    <p:sldId id="394" r:id="rId57"/>
    <p:sldId id="395" r:id="rId58"/>
    <p:sldId id="396" r:id="rId59"/>
    <p:sldId id="329" r:id="rId60"/>
    <p:sldId id="332" r:id="rId61"/>
    <p:sldId id="333" r:id="rId62"/>
    <p:sldId id="334" r:id="rId63"/>
    <p:sldId id="335" r:id="rId64"/>
    <p:sldId id="336" r:id="rId65"/>
    <p:sldId id="337" r:id="rId66"/>
    <p:sldId id="343" r:id="rId67"/>
    <p:sldId id="338" r:id="rId68"/>
    <p:sldId id="342" r:id="rId69"/>
    <p:sldId id="341" r:id="rId7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FF00FF"/>
    <a:srgbClr val="F5791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90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EEE7-B44A-4FE1-8AE9-E76B79A40898}" type="datetimeFigureOut">
              <a:rPr lang="en-US" smtClean="0"/>
              <a:pPr/>
              <a:t>12/12/2019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A17D-11C8-4FDC-9793-4773188799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EEE7-B44A-4FE1-8AE9-E76B79A40898}" type="datetimeFigureOut">
              <a:rPr lang="en-US" smtClean="0"/>
              <a:pPr/>
              <a:t>12/12/2019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A17D-11C8-4FDC-9793-4773188799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EEE7-B44A-4FE1-8AE9-E76B79A40898}" type="datetimeFigureOut">
              <a:rPr lang="en-US" smtClean="0"/>
              <a:pPr/>
              <a:t>12/12/2019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A17D-11C8-4FDC-9793-4773188799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EEE7-B44A-4FE1-8AE9-E76B79A40898}" type="datetimeFigureOut">
              <a:rPr lang="en-US" smtClean="0"/>
              <a:pPr/>
              <a:t>12/12/2019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A17D-11C8-4FDC-9793-4773188799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EEE7-B44A-4FE1-8AE9-E76B79A40898}" type="datetimeFigureOut">
              <a:rPr lang="en-US" smtClean="0"/>
              <a:pPr/>
              <a:t>12/12/2019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A17D-11C8-4FDC-9793-4773188799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EEE7-B44A-4FE1-8AE9-E76B79A40898}" type="datetimeFigureOut">
              <a:rPr lang="en-US" smtClean="0"/>
              <a:pPr/>
              <a:t>12/12/2019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A17D-11C8-4FDC-9793-4773188799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EEE7-B44A-4FE1-8AE9-E76B79A40898}" type="datetimeFigureOut">
              <a:rPr lang="en-US" smtClean="0"/>
              <a:pPr/>
              <a:t>12/12/2019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A17D-11C8-4FDC-9793-4773188799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EEE7-B44A-4FE1-8AE9-E76B79A40898}" type="datetimeFigureOut">
              <a:rPr lang="en-US" smtClean="0"/>
              <a:pPr/>
              <a:t>12/12/2019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A17D-11C8-4FDC-9793-4773188799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EEE7-B44A-4FE1-8AE9-E76B79A40898}" type="datetimeFigureOut">
              <a:rPr lang="en-US" smtClean="0"/>
              <a:pPr/>
              <a:t>12/12/2019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A17D-11C8-4FDC-9793-4773188799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EEE7-B44A-4FE1-8AE9-E76B79A40898}" type="datetimeFigureOut">
              <a:rPr lang="en-US" smtClean="0"/>
              <a:pPr/>
              <a:t>12/12/2019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A17D-11C8-4FDC-9793-4773188799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AEEE7-B44A-4FE1-8AE9-E76B79A40898}" type="datetimeFigureOut">
              <a:rPr lang="en-US" smtClean="0"/>
              <a:pPr/>
              <a:t>12/12/2019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4A17D-11C8-4FDC-9793-4773188799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AEEE7-B44A-4FE1-8AE9-E76B79A40898}" type="datetimeFigureOut">
              <a:rPr lang="en-US" smtClean="0"/>
              <a:pPr/>
              <a:t>12/12/2019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4A17D-11C8-4FDC-9793-4773188799E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jpeg"/><Relationship Id="rId4" Type="http://schemas.openxmlformats.org/officeDocument/2006/relationships/image" Target="../media/image75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Keralam</a:t>
            </a:r>
            <a:r>
              <a:rPr lang="en-US" dirty="0" smtClean="0"/>
              <a:t> from “</a:t>
            </a:r>
            <a:r>
              <a:rPr lang="en-US" dirty="0" err="1" smtClean="0"/>
              <a:t>Kera</a:t>
            </a:r>
            <a:r>
              <a:rPr lang="en-US" dirty="0" smtClean="0"/>
              <a:t> </a:t>
            </a:r>
            <a:r>
              <a:rPr lang="en-US" dirty="0" err="1" smtClean="0"/>
              <a:t>vriksham</a:t>
            </a:r>
            <a:r>
              <a:rPr lang="en-US" dirty="0" smtClean="0"/>
              <a:t>” </a:t>
            </a:r>
            <a:endParaRPr lang="en-US" dirty="0"/>
          </a:p>
        </p:txBody>
      </p:sp>
      <p:sp>
        <p:nvSpPr>
          <p:cNvPr id="1026" name="AutoShape 2" descr="Image result for kerala map imag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Image result for kerala map imag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http://www.cultureholidays.com/kerala/images/map-of-keral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2865" y="1524000"/>
            <a:ext cx="2867535" cy="3886200"/>
          </a:xfrm>
          <a:prstGeom prst="rect">
            <a:avLst/>
          </a:prstGeom>
          <a:noFill/>
        </p:spPr>
      </p:pic>
      <p:sp>
        <p:nvSpPr>
          <p:cNvPr id="1032" name="AutoShape 8" descr="Image result for coconut tree cartoon imag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AutoShape 10" descr="Image result for coconut tree cartoon imag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6" name="AutoShape 12" descr="Image result for coconut tree cartoon imag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Image result for coconut tree cartoon imag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Image result for coconut tree cartoon imag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5" descr="C:\Documents and Settings\User\Desktop\coconut.jpg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228974" y="1509184"/>
            <a:ext cx="4391026" cy="39010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03852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7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Importance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285860"/>
            <a:ext cx="8229600" cy="45259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Coconut palm provides </a:t>
            </a:r>
            <a:r>
              <a:rPr lang="en-US" sz="3600" b="1" dirty="0">
                <a:solidFill>
                  <a:srgbClr val="FFFF00"/>
                </a:solidFill>
              </a:rPr>
              <a:t>food security</a:t>
            </a:r>
            <a:r>
              <a:rPr lang="en-US" sz="3600" b="1" dirty="0"/>
              <a:t> </a:t>
            </a:r>
            <a:r>
              <a:rPr lang="en-US" sz="3600" dirty="0">
                <a:solidFill>
                  <a:schemeClr val="bg1"/>
                </a:solidFill>
              </a:rPr>
              <a:t>and </a:t>
            </a:r>
            <a:r>
              <a:rPr lang="en-US" sz="3600" b="1" dirty="0">
                <a:solidFill>
                  <a:srgbClr val="FFFF00"/>
                </a:solidFill>
              </a:rPr>
              <a:t>livelihood</a:t>
            </a:r>
            <a:r>
              <a:rPr lang="en-US" sz="3600" dirty="0">
                <a:solidFill>
                  <a:schemeClr val="bg1"/>
                </a:solidFill>
              </a:rPr>
              <a:t> to </a:t>
            </a:r>
            <a:r>
              <a:rPr lang="en-US" sz="3600" dirty="0" smtClean="0">
                <a:solidFill>
                  <a:schemeClr val="bg1"/>
                </a:solidFill>
              </a:rPr>
              <a:t>a large </a:t>
            </a:r>
            <a:r>
              <a:rPr lang="en-US" sz="3600" dirty="0">
                <a:solidFill>
                  <a:schemeClr val="bg1"/>
                </a:solidFill>
              </a:rPr>
              <a:t>size of population in the </a:t>
            </a:r>
            <a:r>
              <a:rPr lang="en-US" sz="3600" dirty="0" smtClean="0">
                <a:solidFill>
                  <a:schemeClr val="bg1"/>
                </a:solidFill>
              </a:rPr>
              <a:t>world</a:t>
            </a:r>
            <a:r>
              <a:rPr lang="en-US" sz="3600" dirty="0" smtClean="0">
                <a:solidFill>
                  <a:schemeClr val="tx2"/>
                </a:solidFill>
              </a:rPr>
              <a:t>. 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028" name="Picture 4" descr="http://www.nairaland.com/attachments/753156_IMG00517-20120705-1200_jpg26da6f1249dfdadb714474eab406815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71802" y="3000372"/>
            <a:ext cx="5143536" cy="385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16708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0176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Multi various uses -  Coconut palm is regarded as </a:t>
            </a:r>
            <a:r>
              <a:rPr lang="en-US" sz="3200" b="1" dirty="0">
                <a:solidFill>
                  <a:srgbClr val="FFFF00"/>
                </a:solidFill>
              </a:rPr>
              <a:t>KALPAVRIKSHA </a:t>
            </a:r>
            <a:r>
              <a:rPr lang="en-US" sz="3200" dirty="0">
                <a:solidFill>
                  <a:schemeClr val="tx2"/>
                </a:solidFill>
              </a:rPr>
              <a:t>(Tree of Heaven). </a:t>
            </a:r>
            <a:br>
              <a:rPr lang="en-US" sz="3200" dirty="0">
                <a:solidFill>
                  <a:schemeClr val="tx2"/>
                </a:solidFill>
              </a:rPr>
            </a:br>
            <a:endParaRPr lang="en-US" sz="3200" dirty="0"/>
          </a:p>
        </p:txBody>
      </p:sp>
      <p:pic>
        <p:nvPicPr>
          <p:cNvPr id="4" name="Picture 11" descr="http://www.th.all.biz/img/th/catalog/35109.jpe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77000" y="1726332"/>
            <a:ext cx="2498267" cy="2083667"/>
          </a:xfrm>
          <a:prstGeom prst="rect">
            <a:avLst/>
          </a:prstGeom>
          <a:noFill/>
        </p:spPr>
      </p:pic>
      <p:pic>
        <p:nvPicPr>
          <p:cNvPr id="6" name="Picture 7" descr="https://encrypted-tbn2.gstatic.com/images?q=tbn:ANd9GcRi3LWjefCjK4DL5me6GnIICYfpuszPxOJPe8pxlpOD8ZCSCfq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199" y="1676400"/>
            <a:ext cx="2590801" cy="2310715"/>
          </a:xfrm>
          <a:prstGeom prst="rect">
            <a:avLst/>
          </a:prstGeom>
          <a:noFill/>
        </p:spPr>
      </p:pic>
      <p:pic>
        <p:nvPicPr>
          <p:cNvPr id="7" name="Picture 8" descr="http://www.peta.org/wp-content/uploads/2014/08/Coconut-and-oil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275437"/>
            <a:ext cx="2438401" cy="232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9" descr="https://encrypted-tbn0.gstatic.com/images?q=tbn:ANd9GcQuIN9CmJOdI2D-0Op2aajpqfn3nEQZrbrB1YKNyIgvfiiPoLZes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38199" y="4275437"/>
            <a:ext cx="2607482" cy="21656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05904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US" dirty="0"/>
              <a:t>C</a:t>
            </a:r>
            <a:r>
              <a:rPr lang="en-US" dirty="0" smtClean="0"/>
              <a:t>oconut wood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482" name="Picture 2" descr="https://encrypted-tbn3.gstatic.com/images?q=tbn:ANd9GcQBR5uwVTJWbOe9xDy_D-u-FT5oQSWn2c54b9Ae8XEe5Rsl7hivD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828800"/>
            <a:ext cx="2181225" cy="2095501"/>
          </a:xfrm>
          <a:prstGeom prst="rect">
            <a:avLst/>
          </a:prstGeom>
          <a:noFill/>
        </p:spPr>
      </p:pic>
      <p:pic>
        <p:nvPicPr>
          <p:cNvPr id="20484" name="Picture 4" descr="https://encrypted-tbn1.gstatic.com/images?q=tbn:ANd9GcRzAZ0RyMQavw3944KsJOf1eVhfQCWVUhRXKJcCuhgiGXLwWJQ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990600"/>
            <a:ext cx="4177256" cy="2514600"/>
          </a:xfrm>
          <a:prstGeom prst="rect">
            <a:avLst/>
          </a:prstGeom>
          <a:noFill/>
        </p:spPr>
      </p:pic>
      <p:pic>
        <p:nvPicPr>
          <p:cNvPr id="20486" name="Picture 6" descr="https://encrypted-tbn1.gstatic.com/images?q=tbn:ANd9GcSUerXPY7pKxOwW4YRfeeJk6lzsyX_5BwGNb33iUDuoWOGIcJBQ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3962400"/>
            <a:ext cx="3191916" cy="2124076"/>
          </a:xfrm>
          <a:prstGeom prst="rect">
            <a:avLst/>
          </a:prstGeom>
          <a:noFill/>
        </p:spPr>
      </p:pic>
      <p:pic>
        <p:nvPicPr>
          <p:cNvPr id="20488" name="Picture 8" descr="http://www.usesofcoconut.com/wp-content/uploads/2014/09/216.jpe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00564" y="3714751"/>
            <a:ext cx="4033836" cy="23050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59411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Handicrafts 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Picture 15" descr="https://encrypted-tbn2.gstatic.com/images?q=tbn:ANd9GcQc6qTYXPEF-uJcGh8ltfknz002qz0iPkoNuTqrCugxPZh5Tvbb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752601"/>
            <a:ext cx="1905000" cy="1666876"/>
          </a:xfrm>
          <a:prstGeom prst="rect">
            <a:avLst/>
          </a:prstGeom>
          <a:noFill/>
        </p:spPr>
      </p:pic>
      <p:pic>
        <p:nvPicPr>
          <p:cNvPr id="5" name="Picture 17" descr="https://encrypted-tbn2.gstatic.com/images?q=tbn:ANd9GcT1yAs1os3d8U4PfW8IrkVFk8Yk3EpNYPveZl57ACRs1-lXDz7csg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048000" y="1752600"/>
            <a:ext cx="1905000" cy="1752600"/>
          </a:xfrm>
          <a:prstGeom prst="rect">
            <a:avLst/>
          </a:prstGeom>
          <a:noFill/>
        </p:spPr>
      </p:pic>
      <p:pic>
        <p:nvPicPr>
          <p:cNvPr id="6" name="Picture 19" descr="https://encrypted-tbn2.gstatic.com/images?q=tbn:ANd9GcTX0abB-FY7xX1uoYgaZS49qflLx_hapWW8Bzx8n2iADP1JClEeQw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21661" y="1600200"/>
            <a:ext cx="3044515" cy="1752600"/>
          </a:xfrm>
          <a:prstGeom prst="rect">
            <a:avLst/>
          </a:prstGeom>
          <a:noFill/>
        </p:spPr>
      </p:pic>
      <p:sp>
        <p:nvSpPr>
          <p:cNvPr id="18434" name="AutoShape 2" descr="Image result for utensils made of coconut shel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36" name="AutoShape 4" descr="Image result for utensils made of coconut shel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38" name="AutoShape 6" descr="Image result for utensils made of coconut shel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440" name="Picture 8" descr="http://media.tumblr.com/tumblr_lq033gkAlc1qznyy8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2000" y="3686174"/>
            <a:ext cx="4267200" cy="2841956"/>
          </a:xfrm>
          <a:prstGeom prst="rect">
            <a:avLst/>
          </a:prstGeom>
          <a:noFill/>
        </p:spPr>
      </p:pic>
      <p:pic>
        <p:nvPicPr>
          <p:cNvPr id="18442" name="Picture 10" descr="https://encrypted-tbn1.gstatic.com/images?q=tbn:ANd9GcSUkEs99ccTzLgCk-_me8ElraRVR62c3Y5Z8NmmhYjPnsksDOC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15001" y="3886198"/>
            <a:ext cx="2209801" cy="22098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35793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Coir and coir products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5602" name="Picture 2" descr="https://encrypted-tbn1.gstatic.com/images?q=tbn:ANd9GcSfWxFoOXkUbQBaIAox6F3n-u1Cr--b5maqk5ZDHlQis1er1Weslgw2Dq9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1714488"/>
            <a:ext cx="2057400" cy="1836964"/>
          </a:xfrm>
          <a:prstGeom prst="rect">
            <a:avLst/>
          </a:prstGeom>
          <a:noFill/>
        </p:spPr>
      </p:pic>
      <p:sp>
        <p:nvSpPr>
          <p:cNvPr id="25604" name="AutoShape 4" descr="data:image/jpeg;base64,/9j/4AAQSkZJRgABAQAAAQABAAD/2wCEAAkGBxQSEhQUExQUFhUXGBcWGRgYFBUaFRgXGRQXFhkcFxgYHCggGBolHBQUIjEhJSkrLi4uFx8zODMsNygtLisBCgoKDg0OGBAQGiwcHRwsLCwsLCwsLC0sLCwsLCwsLCwsKywsLCwrLCwsLCwsLCwsNzcsKyssKyssKzcrKysrK//AABEIAMgAyAMBIgACEQEDEQH/xAAcAAABBQEBAQAAAAAAAAAAAAAAAQIDBAUGBwj/xAA9EAABAwIEAwUFBgUEAwEAAAABAAIRAyEEEjFBBVFhBiJxgZETMlKhsRRCYnLB0QcV4fDxIzOCoiRjshb/xAAZAQEAAwEBAAAAAAAAAAAAAAAAAQMEAgX/xAAhEQEBAAMAAgIDAQEAAAAAAAAAAQIDESExBBITQVEycf/aAAwDAQACEQMRAD8A9xQhCBCkSlQ4iplE+niot5Ok83irxLHim0nl/fmVz2JxdV92kgGCJmb8wFLXcatSJ7rQfDNufBStovqd2kMrR99wMeXNedlnlsvI1zHHD2pnE1qZkOJEnW4ygTcc5W9wXivtm3Ba6ASOh3C5rieFxFGHOAezcsm35hFgm4HEhr2VGERIBubg2t4LrDLPDKSuMpjl6d4hNaU5egzhCEIBCEIBCEIBCEIBCSVhcX7QtpGAAbxckSekLnLKY+0yW+m8hY3BeONr90jK8bc/BbMpjlMp2FnChCAhdICEIQCEIQIVmcZr5W+AJ/QLTK5vj9WbD4mj0/yqN+XMVmqdyRcNw8tDRYu16DddJRphoAAgDRZnCGXcTsGtH1Wuufj65Mep3ZdyNc1cNxPB+xquYPceM7enMDwIXeQuf7W4XM1jxqx1/B1vrC6349nUa8uVr4CpmpsPNo+isrN4A6aLekj0JWkrML3GOMvFCEIXaAhCEAhCEAhCQlBT4nXytgausFwOOrS5xNmttPSbx1kLsONVYJ/C0n1XPdnuHCtU77Q5rBmINwXO0B5xBK8/d3PP6xqw5jj1i0+Id5rmEhzYIM+q9L4dixVY140cJ8+S837X8KbhsQ1zBlp1RmgbOB70dIuum7CY3Mx9P4SCL8xf5x6qdFuOf1rnZJcex1oSpAlW9nCEIQCEIQNcuP4w6ajRzc4+K7BxXD4101W2Ewb3t3gsfyvUX6Pbp+Ct7hPMn9v0WkFm8C/2h4n6laS0af8AEVZ+wqXFqOek9vNpjyurqixLJaRzBHyXWXquZ7Y3ZitLXidwfULeC47gFcsqMbBIcMpMi3L6FdcCq9GXcVm2cyPQmudChfi2DVw9VbcpFfKsIWbW4zTaDfSyhPHqc/4/dV3dh/Xcwyv6bEoWG3tLTIFjfqP3Tv8A9BTvY28P3T82H9T+LL+NpNKz28ZpkxJnwUn8zpn7w5Xsp/Jjf25+l/jD4vigW1jE3y/PKrnZGlFJzvicflb9Fl8RGWjXDZs50HW8z+q6DgNLJQpt/CCfE3KzaZ3Zat2eMJGX28wYfhs27HBwMaT3T9VzHZKv7PEsn73d9f6r0Di1D2lKo3m0jzgx84XlFKuWOY4uuCHDyMqN0+uyV1qn2wsexsTlHRdInndSLbL2MwQhCkCEIQR1jAPguFqvJeyCAI05yQu7qaLzys2XthhdANwYjvbrF8v9NPxvNrsuz5/0R4u9ZWmsLs9W95h/OPOx+a08TjGs1N+W/or9eUmEqnOX7WLJKgxFdrR3iAsDH9oNmnLqRz+a5+vxNznCCZIi2pVOz5UniLMdGV9puHh1J57o7plhLpJuZBbHIq7ie0FQ7wDytHmsD2tVrqbwO7JzHUge7YeY9FZqZQ503vN9Vi/JZ68NX0lS/wAyqPgy62u+qYBVdANt7m3r5FIOI6gCTA+kaBD6tUzAiJEWF4Fguftb7dSSEGBe6JIGY3sTGnrqpmcP/HqYszW556aKOrRqRdzdLd4nbQ+gSNwZ7pztAAJJINonVE1McAwGc7rQT3WyCZMDmoX8KtAcZmYy66XmbXICUcNt73emY9mYi25P4gn/AMvN4qQDvlcJvED5qbi5Nfh3Nkte063MtnYATO8pjhUbE3aJJvIMQOfPmnuoVBk7zT7sAOsDeZnSLeqRmcZpb8OZwAI3iSNbJy/olXGOJwz5F4d0PopeE8ee1rWzNgO8LAAbQqlNwNN8aZfE6Kk/DC2WxJGhNm+HkVOOWWN7EXH7eK7XC8dp1BB7s89DPVebYynBIAAgkC+t1b+0PZ1mY5EN7oJ5XKjx9MQW7jdWZ7rn7RhrmNel9nq2fD0j+ED0t+i0lh9i3ThKfTMPRxW4vR1XuEYc/wDVCEIVjkIQhA1y89x9E+2e3NEOd/2Mhd/iKga0k6BcbxzGhs1IhzoHkFi+Z5xjT8f31WpYh9NwGjwDBEHxsqeI4g4y25Opvceaz8U6q/vs95pkOO8G4jqr1au3KKoiHDloeR6rD9sucaeTvUVPDkkEnSbcwVIS1thExt6kqFr3P5gXHXy6JzaIbBJiNebp5nZRUipVc/8AC1zS4T8hHqUP7xYdLHzS4jHWdlbpfnHKVE0Eghwghx8rqErbajGAC9iR6b35hMOPAPdbpp5J1HI2CImD1+qczFAhrWtmLxz20U+QjqtRwkWDiBrBkgm+8Qg0Kt+9c7SdlLTNQ5bATebCbgX5aqX7PUl0vbIn7xIsR06pxz1H9jqd7vjWBGa94t6lPFKqMtxoI70ROvn+6cKTxEvGltRvAnkgsqZiM7DBI1MSLmZG2i6QZNVuXM2R5GSTaBqoquJiczSHG0QQYkgp9arUDbtBEnMZFxF762EJHYwNLpBbbLF76G87aWTsTTqQEEAgDLpoI6RuqTaRAEkSQSZiA0fqrDqoBktNwR0/oqntcrZOkSdNzABG6Skh1Gtq59oDSbS4zo0DmNbc1n8aqCcrnGYnKbGJ9VsBhaM7zYXM/F0nZc7Uq+0rueYgtgA7AO57aqfqWvTuxLCMK0nckrfWR2TH/iUfyA+t1rr1dX+I8/L3QhCFY5CEIQZ/HXRQeeQn5rkuM4P2oY8GwM2vIhdviqYc0tOhEHwXACq/DPNJ0EAAx8TTvKxfKw7ytOi+LFGtiY7rRefP+iiwTIz03XEh489fn9V0fsqNS7QGu3vG3zWTi+D1xWpuaA6mA4GDzDefgsNaeqjcSSQGjmPA6p9PDSJeehHjbROqPLCQREyL2knlzSNa599AfX1XKUmJxjADDZjnew5AKpULp17xM9QBa6nhrDA8OpjST4pzcz9BF4J8jP6J1J1LK0WEWvedAdjoinj7giTA1B05aeJUbsLEZze5202CnFZsnnyGp6xvoiA6vUGjLAX0nY67nontZUNswF730MjUAfumvxuuRkjQGLTfWTZDatV3ugCQALwepHRBJSFQhxzi+Xd15Ji8bXSUhUEd4EWPv83bg6c5TvZVZu4AAaybSJnTp80jn1Q2+W5uJM6B3LrHipkKaH1MzjlaSIk2IiTHjuoBXacuYGGgZSdTI66ndWS6pMFgMDaDYa6HqPRJh2tf9xxcJj8x8YhSDHsLQCRLT19FUwDSW/hHeHjJMRPio6uIqEZZLRo5jhDgRyuVkY3ixa0U2nT12sOimQq1x3GSS0bRPmNFRwDS4Q0kE5QPF0a+ZVF7i4+Ma85XR9lKAfXpDm+Y6NuCfRvqrMfNV2+HqmAoezptYPutDfQAKwkalXq4zkYAhCFIEIQgRwXFdvuH/wC3WEiO4Y11lp9QfVdqVncdwgq0KjCJlpI8RcfRV7Me4usbyvNaHEXsHfaXDYjWNLrVwHFpMNMEfdOx8Fh4dxAj3hCkdTZUHVeX+3oSddWOKAiHAFMdRoPFwW+Bhcv7J4gtcY3BE8+qf9pqCe6DHWJHRRZDjpG8Ipe818m2sai4+akfwx8Q1zBNtD9VzdLjAaBm7u8qc8abbvifFQcW38CrPjM5sCQdZI2vtCtUOEvY0AQYI1NzaJnzKxXca2Dr+JSs420zLx6lRxLb/ltWLFg2v+6jOBqEyarR0vr5LJbx1sTnHqqj+NNIJEu8JKcHQDBiIdWOtxEfqlNSm24c9wI5xvaFyp4zaWtcfLdQVcbVdoyB1KcHWO4uwe6z1IJ9f71Wdj+0DiIzADlb6rnvZVTMvAHRV8XhmBpJJJ0uko6Hh+OFQPdZwB1PQCfouYrHM50fETOsAnRaPDP9PCzzBPLXRZZMidG7czuukVNQcXGGxYGNr6A9V6F/Dnh479XYdxnL8ZHLQBU+xnZClXojEVg4udOUZi1oYLCQNZXoeGw7WNDWgAAQABAHgFt06LOWsuzZ44malSBKtjOEIQgEIQgQhNcE8ppQeX8awTqOLqQIaXZgI7sHcKmx1N/TXofRdj29wZcxlQasdB/K631XFPLHO71jEXF/JeZuw+uf/W3Vl2LDA4AdZ15p/wBpI95sbTr8lEKL2wQZHI6p54hHvCJ3MKnJcR9VhsR6/omVqVJ2paYVptSm74Y2uJQcLTJzQAdzGy4SrGhS/CdwZHyTX0KcjSeZjdWxhaYkwBOtgRPhsofY0m2AtyIEnwldCB1Ki2dP3TPaU2jQAnQb/wBVdfTpBotItaFVr1KbTcieZj5JSoDiZkNaZ329FGXPcbNv1R/MmzAvyEXPmozWquENbB3k3PpsjnodRcT3nWGwEKtjgwANFy5wa3nJNz4AJ3sHfefB0jX0RhsG0vDhowWk/e6KDqXi1QNaxuw2nUARosuC8t5usBym3qnYvEZn5gJMwPBbPYjBCrjKQNw2ajj+XQepCt14/bKOM7yPX+G4QUqTKY0a0N9AArSQJV6snIwW9KEICFIEIQgEIQgCkSlIgz+O0c9Cq0aljo9JXl7a0gB/iHc55r15zV5bxZvssRVBHc9o4xplmIB6XWP5WHjq/RfNisyi5sZDYaA8uhQa4aYcwidwJH+UtOiIzUzF9ImVLUru0ex1ryND+qxNUQVG0HGZbO86/NM+xNM5ST1zGR4KejWovJ0vtYT4yEjuG0yLWHK8jwhHSIYQnWobW3M/mSuwDZ1M6RJIKDw//wBjvW6a3Ac6rvGbqOCGrw9gkzmGkEkgeCYaFJgGnnqPNS1eHMAGZzj5kHzUb6NFokxqdSCpkRagdjGCALz0J9EpxFR8gNI6nSPAXKsVeIMDRlGbo0Eqs81HTADR46DqnEdMqYcATUd6aHks2mx9TNBy05V7E4amzK57sxvad1Xc5zgSZbTHXzgDmpiFatWAGVvgXb6rvP4QYQn29UiAMtJvlLnH/wCPRee1pEWiSMreQ5le0fw6wvs8BR5vBeecuJP7LR8fHuSndfDpWpUIXoMpQhAQgEIQgEIQgCkSlIgRy817XB1PFudByvDXdCAIPovS1ynb/DF1Fj2+81/ycCCPkFTvncHeu8rkKdJsZqZgm8c/EJzce5p77YjcXH7rPo1IJc0w6bt+UFWP5iWmajTI+9rZebY2xM3EUng5gL35a7iUtTA03AXIOxbqY5wkz0aggwdx+H1RWwDQQROvuyQ0qHUNdgRMio4HkCSD+yceGCZznq3MYPWdkxuBF4qPHI5vd8OfmoX4Z+hqmfiEX/46KUlHD6YcTMnkbtHgo8lJkltp1uIPkmv4e2Bme8noSPUaKtivYNNwM3xE6eScc9SjH02nuASLwDMeSqvr1HkWycwfqUntL5QyJ3LY03JQ7D1C0lxyg/3N7qEK7i2mSXXdtfbqPFQYmqXHM/8A4s3J/RS1nta4tYC8kTJ2ja/qqxp3u4F/3nbN5/X5KYH8Pwpr4inTmXVHta48hOg+a+g6NMAACwEADoLLx3+FXCvbYk4iIpUR3T8VRw/QX817I1b/AI+HJ1k3ZdpyEIWlUUIQEIBCEIBCEIApEpSIBYfbCiXYStGobmH/ABIK3EyoyQQdDr5qLOpl5XjLCKtndyoIvFipG1X0yQWyOYvbwT8TQYHvpEwWPLWkcg5yYH1KWvebNyBJjkei8nKea3T0kc+k8bBw3OvhGsJGYVky17vCSB5Jor0XmSGgi3j06JjMFSM5S5oPUiPquK7h9Xhzg6W1iRMZTE+Ttkn2QyZqH8szB/MkGAcBArERMEkEcrgplPh5LYdWM8xpP5YUptSfYad873vH4jp4FQPqUaWwy/CTM+O5Tq3DqViXu8iYPiFXdVo0yTDZ3KnrhEzHufam0kb7XTMRQcQTUeACZjn49FIKlV85W5QLzFvkqOKY1hHtCXugwGk38kDTjIEUhAi5PLkoOC8KqY2s3D0DEjM95uAJ96PWPFLw/BVsdVZRpgSRt7lNvxPj5cyvcOy/ZylgqeSndxAzvIGZ5G56awNlp06bb2qdmyTwucF4WzC0mUqTYa31J3J6nmtBCFunhlCEIUhQhAQgEIQgEIQgCkSlIgEjtEqCg8l7Y4QMxLw73XOzA7tLrk+cKi2o+mDBztkA/wBdivSe0vAxiGSyBUaIE6Ealrv32XnGLwT6D3AAtcBmLHEQRzad45rzt2uy9atefZw5uIo1JzNANwRb6HQqM4JkQHZSNHAnTkR+qKmIpvMVWaic2lrd4HQp7aFIwQ6/mGnxg6qirpUX2NxsKkfhIBPkUHAuBvVMct5/MFI7BtBOWo6/PUf31UVXBnQ1XfmAE+mihJr+Hsb71QvHWbeaiOJo0hYAxo33ikr4RojM426kebgq1So0RkZJMwdJ6noukIsVj6h5MEb8zpAVXg3B6mMqNp0WkSDmeZsJuXfCNYG+i2uA9ma2NfI90G9RwORvPKPvO6L1zgPA6WFp5KbY+J33nHmT62WjVpuXmqc9kniIOy/ZqjgaXs6UyYL3n3nuAiTy6DZbYCAEq3Sc9MvQhCFIEIQgUIQEIBCEIBCEIApEIQCEIQCocU4XTxDctRocNuYPNp1B6hKhRzvg7xyuO7EECKL7a5XjTwc39Qufr9lKrSZw5yn4CDfm2DPlCVCybdeMq3HOqT+EvAILa4aNCWvB8xF1E3h7jB9nWJHJtQg9CAEiFT9Ivl7F7BdnKzyclF4nep3W/wDa/wAl0/COwbGw6uQ8/C2Qzzm7vkEIWnXqxUZZ12FGiGgNaAALACwClhCFpVBCEIBCEIBCEIFCEIQCEIQf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06" name="AutoShape 6" descr="data:image/jpeg;base64,/9j/4AAQSkZJRgABAQAAAQABAAD/2wCEAAkGBxQSEhQUExQUFhUXGBcWGRgYFBUaFRgXGRQXFhkcFxgYHCggGBolHBQUIjEhJSkrLi4uFx8zODMsNygtLisBCgoKDg0OGBAQGiwcHRwsLCwsLCwsLC0sLCwsLCwsLCwsKywsLCwrLCwsLCwsLCwsNzcsKyssKyssKzcrKysrK//AABEIAMgAyAMBIgACEQEDEQH/xAAcAAABBQEBAQAAAAAAAAAAAAAAAQIDBAUGBwj/xAA9EAABAwIEAwUFBgUEAwEAAAABAAIRAyEEEjFBBVFhBiJxgZETMlKhsRRCYnLB0QcV4fDxIzOCoiRjshb/xAAZAQEAAwEBAAAAAAAAAAAAAAAAAQMEAgX/xAAhEQEBAAMAAgIDAQEAAAAAAAAAAQIDESExBBITQVEycf/aAAwDAQACEQMRAD8A9xQhCBCkSlQ4iplE+niot5Ok83irxLHim0nl/fmVz2JxdV92kgGCJmb8wFLXcatSJ7rQfDNufBStovqd2kMrR99wMeXNedlnlsvI1zHHD2pnE1qZkOJEnW4ygTcc5W9wXivtm3Ba6ASOh3C5rieFxFGHOAezcsm35hFgm4HEhr2VGERIBubg2t4LrDLPDKSuMpjl6d4hNaU5egzhCEIBCEIBCEIBCEIBCSVhcX7QtpGAAbxckSekLnLKY+0yW+m8hY3BeONr90jK8bc/BbMpjlMp2FnChCAhdICEIQCEIQIVmcZr5W+AJ/QLTK5vj9WbD4mj0/yqN+XMVmqdyRcNw8tDRYu16DddJRphoAAgDRZnCGXcTsGtH1Wuufj65Mep3ZdyNc1cNxPB+xquYPceM7enMDwIXeQuf7W4XM1jxqx1/B1vrC6349nUa8uVr4CpmpsPNo+isrN4A6aLekj0JWkrML3GOMvFCEIXaAhCEAhCEAhCQlBT4nXytgausFwOOrS5xNmttPSbx1kLsONVYJ/C0n1XPdnuHCtU77Q5rBmINwXO0B5xBK8/d3PP6xqw5jj1i0+Id5rmEhzYIM+q9L4dixVY140cJ8+S837X8KbhsQ1zBlp1RmgbOB70dIuum7CY3Mx9P4SCL8xf5x6qdFuOf1rnZJcex1oSpAlW9nCEIQCEIQNcuP4w6ajRzc4+K7BxXD4101W2Ewb3t3gsfyvUX6Pbp+Ct7hPMn9v0WkFm8C/2h4n6laS0af8AEVZ+wqXFqOek9vNpjyurqixLJaRzBHyXWXquZ7Y3ZitLXidwfULeC47gFcsqMbBIcMpMi3L6FdcCq9GXcVm2cyPQmudChfi2DVw9VbcpFfKsIWbW4zTaDfSyhPHqc/4/dV3dh/Xcwyv6bEoWG3tLTIFjfqP3Tv8A9BTvY28P3T82H9T+LL+NpNKz28ZpkxJnwUn8zpn7w5Xsp/Jjf25+l/jD4vigW1jE3y/PKrnZGlFJzvicflb9Fl8RGWjXDZs50HW8z+q6DgNLJQpt/CCfE3KzaZ3Zat2eMJGX28wYfhs27HBwMaT3T9VzHZKv7PEsn73d9f6r0Di1D2lKo3m0jzgx84XlFKuWOY4uuCHDyMqN0+uyV1qn2wsexsTlHRdInndSLbL2MwQhCkCEIQR1jAPguFqvJeyCAI05yQu7qaLzys2XthhdANwYjvbrF8v9NPxvNrsuz5/0R4u9ZWmsLs9W95h/OPOx+a08TjGs1N+W/or9eUmEqnOX7WLJKgxFdrR3iAsDH9oNmnLqRz+a5+vxNznCCZIi2pVOz5UniLMdGV9puHh1J57o7plhLpJuZBbHIq7ie0FQ7wDytHmsD2tVrqbwO7JzHUge7YeY9FZqZQ503vN9Vi/JZ68NX0lS/wAyqPgy62u+qYBVdANt7m3r5FIOI6gCTA+kaBD6tUzAiJEWF4Fguftb7dSSEGBe6JIGY3sTGnrqpmcP/HqYszW556aKOrRqRdzdLd4nbQ+gSNwZ7pztAAJJINonVE1McAwGc7rQT3WyCZMDmoX8KtAcZmYy66XmbXICUcNt73emY9mYi25P4gn/AMvN4qQDvlcJvED5qbi5Nfh3Nkte063MtnYATO8pjhUbE3aJJvIMQOfPmnuoVBk7zT7sAOsDeZnSLeqRmcZpb8OZwAI3iSNbJy/olXGOJwz5F4d0PopeE8ee1rWzNgO8LAAbQqlNwNN8aZfE6Kk/DC2WxJGhNm+HkVOOWWN7EXH7eK7XC8dp1BB7s89DPVebYynBIAAgkC+t1b+0PZ1mY5EN7oJ5XKjx9MQW7jdWZ7rn7RhrmNel9nq2fD0j+ED0t+i0lh9i3ThKfTMPRxW4vR1XuEYc/wDVCEIVjkIQhA1y89x9E+2e3NEOd/2Mhd/iKga0k6BcbxzGhs1IhzoHkFi+Z5xjT8f31WpYh9NwGjwDBEHxsqeI4g4y25Opvceaz8U6q/vs95pkOO8G4jqr1au3KKoiHDloeR6rD9sucaeTvUVPDkkEnSbcwVIS1thExt6kqFr3P5gXHXy6JzaIbBJiNebp5nZRUipVc/8AC1zS4T8hHqUP7xYdLHzS4jHWdlbpfnHKVE0Eghwghx8rqErbajGAC9iR6b35hMOPAPdbpp5J1HI2CImD1+qczFAhrWtmLxz20U+QjqtRwkWDiBrBkgm+8Qg0Kt+9c7SdlLTNQ5bATebCbgX5aqX7PUl0vbIn7xIsR06pxz1H9jqd7vjWBGa94t6lPFKqMtxoI70ROvn+6cKTxEvGltRvAnkgsqZiM7DBI1MSLmZG2i6QZNVuXM2R5GSTaBqoquJiczSHG0QQYkgp9arUDbtBEnMZFxF762EJHYwNLpBbbLF76G87aWTsTTqQEEAgDLpoI6RuqTaRAEkSQSZiA0fqrDqoBktNwR0/oqntcrZOkSdNzABG6Skh1Gtq59oDSbS4zo0DmNbc1n8aqCcrnGYnKbGJ9VsBhaM7zYXM/F0nZc7Uq+0rueYgtgA7AO57aqfqWvTuxLCMK0nckrfWR2TH/iUfyA+t1rr1dX+I8/L3QhCFY5CEIQZ/HXRQeeQn5rkuM4P2oY8GwM2vIhdviqYc0tOhEHwXACq/DPNJ0EAAx8TTvKxfKw7ytOi+LFGtiY7rRefP+iiwTIz03XEh489fn9V0fsqNS7QGu3vG3zWTi+D1xWpuaA6mA4GDzDefgsNaeqjcSSQGjmPA6p9PDSJeehHjbROqPLCQREyL2knlzSNa599AfX1XKUmJxjADDZjnew5AKpULp17xM9QBa6nhrDA8OpjST4pzcz9BF4J8jP6J1J1LK0WEWvedAdjoinj7giTA1B05aeJUbsLEZze5202CnFZsnnyGp6xvoiA6vUGjLAX0nY67nontZUNswF730MjUAfumvxuuRkjQGLTfWTZDatV3ugCQALwepHRBJSFQhxzi+Xd15Ji8bXSUhUEd4EWPv83bg6c5TvZVZu4AAaybSJnTp80jn1Q2+W5uJM6B3LrHipkKaH1MzjlaSIk2IiTHjuoBXacuYGGgZSdTI66ndWS6pMFgMDaDYa6HqPRJh2tf9xxcJj8x8YhSDHsLQCRLT19FUwDSW/hHeHjJMRPio6uIqEZZLRo5jhDgRyuVkY3ixa0U2nT12sOimQq1x3GSS0bRPmNFRwDS4Q0kE5QPF0a+ZVF7i4+Ma85XR9lKAfXpDm+Y6NuCfRvqrMfNV2+HqmAoezptYPutDfQAKwkalXq4zkYAhCFIEIQgRwXFdvuH/wC3WEiO4Y11lp9QfVdqVncdwgq0KjCJlpI8RcfRV7Me4usbyvNaHEXsHfaXDYjWNLrVwHFpMNMEfdOx8Fh4dxAj3hCkdTZUHVeX+3oSddWOKAiHAFMdRoPFwW+Bhcv7J4gtcY3BE8+qf9pqCe6DHWJHRRZDjpG8Ipe818m2sai4+akfwx8Q1zBNtD9VzdLjAaBm7u8qc8abbvifFQcW38CrPjM5sCQdZI2vtCtUOEvY0AQYI1NzaJnzKxXca2Dr+JSs420zLx6lRxLb/ltWLFg2v+6jOBqEyarR0vr5LJbx1sTnHqqj+NNIJEu8JKcHQDBiIdWOtxEfqlNSm24c9wI5xvaFyp4zaWtcfLdQVcbVdoyB1KcHWO4uwe6z1IJ9f71Wdj+0DiIzADlb6rnvZVTMvAHRV8XhmBpJJJ0uko6Hh+OFQPdZwB1PQCfouYrHM50fETOsAnRaPDP9PCzzBPLXRZZMidG7czuukVNQcXGGxYGNr6A9V6F/Dnh479XYdxnL8ZHLQBU+xnZClXojEVg4udOUZi1oYLCQNZXoeGw7WNDWgAAQABAHgFt06LOWsuzZ44malSBKtjOEIQgEIQgQhNcE8ppQeX8awTqOLqQIaXZgI7sHcKmx1N/TXofRdj29wZcxlQasdB/K631XFPLHO71jEXF/JeZuw+uf/W3Vl2LDA4AdZ15p/wBpI95sbTr8lEKL2wQZHI6p54hHvCJ3MKnJcR9VhsR6/omVqVJ2paYVptSm74Y2uJQcLTJzQAdzGy4SrGhS/CdwZHyTX0KcjSeZjdWxhaYkwBOtgRPhsofY0m2AtyIEnwldCB1Ki2dP3TPaU2jQAnQb/wBVdfTpBotItaFVr1KbTcieZj5JSoDiZkNaZ329FGXPcbNv1R/MmzAvyEXPmozWquENbB3k3PpsjnodRcT3nWGwEKtjgwANFy5wa3nJNz4AJ3sHfefB0jX0RhsG0vDhowWk/e6KDqXi1QNaxuw2nUARosuC8t5usBym3qnYvEZn5gJMwPBbPYjBCrjKQNw2ajj+XQepCt14/bKOM7yPX+G4QUqTKY0a0N9AArSQJV6snIwW9KEICFIEIQgEIQgCkSlIgz+O0c9Cq0aljo9JXl7a0gB/iHc55r15zV5bxZvssRVBHc9o4xplmIB6XWP5WHjq/RfNisyi5sZDYaA8uhQa4aYcwidwJH+UtOiIzUzF9ImVLUru0ex1ryND+qxNUQVG0HGZbO86/NM+xNM5ST1zGR4KejWovJ0vtYT4yEjuG0yLWHK8jwhHSIYQnWobW3M/mSuwDZ1M6RJIKDw//wBjvW6a3Ac6rvGbqOCGrw9gkzmGkEkgeCYaFJgGnnqPNS1eHMAGZzj5kHzUb6NFokxqdSCpkRagdjGCALz0J9EpxFR8gNI6nSPAXKsVeIMDRlGbo0Eqs81HTADR46DqnEdMqYcATUd6aHks2mx9TNBy05V7E4amzK57sxvad1Xc5zgSZbTHXzgDmpiFatWAGVvgXb6rvP4QYQn29UiAMtJvlLnH/wCPRee1pEWiSMreQ5le0fw6wvs8BR5vBeecuJP7LR8fHuSndfDpWpUIXoMpQhAQgEIQgEIQgCkSlIgRy817XB1PFudByvDXdCAIPovS1ynb/DF1Fj2+81/ycCCPkFTvncHeu8rkKdJsZqZgm8c/EJzce5p77YjcXH7rPo1IJc0w6bt+UFWP5iWmajTI+9rZebY2xM3EUng5gL35a7iUtTA03AXIOxbqY5wkz0aggwdx+H1RWwDQQROvuyQ0qHUNdgRMio4HkCSD+yceGCZznq3MYPWdkxuBF4qPHI5vd8OfmoX4Z+hqmfiEX/46KUlHD6YcTMnkbtHgo8lJkltp1uIPkmv4e2Bme8noSPUaKtivYNNwM3xE6eScc9SjH02nuASLwDMeSqvr1HkWycwfqUntL5QyJ3LY03JQ7D1C0lxyg/3N7qEK7i2mSXXdtfbqPFQYmqXHM/8A4s3J/RS1nta4tYC8kTJ2ja/qqxp3u4F/3nbN5/X5KYH8Pwpr4inTmXVHta48hOg+a+g6NMAACwEADoLLx3+FXCvbYk4iIpUR3T8VRw/QX817I1b/AI+HJ1k3ZdpyEIWlUUIQEIBCEIBCEIApEpSIBYfbCiXYStGobmH/ABIK3EyoyQQdDr5qLOpl5XjLCKtndyoIvFipG1X0yQWyOYvbwT8TQYHvpEwWPLWkcg5yYH1KWvebNyBJjkei8nKea3T0kc+k8bBw3OvhGsJGYVky17vCSB5Jor0XmSGgi3j06JjMFSM5S5oPUiPquK7h9Xhzg6W1iRMZTE+Ttkn2QyZqH8szB/MkGAcBArERMEkEcrgplPh5LYdWM8xpP5YUptSfYad873vH4jp4FQPqUaWwy/CTM+O5Tq3DqViXu8iYPiFXdVo0yTDZ3KnrhEzHufam0kb7XTMRQcQTUeACZjn49FIKlV85W5QLzFvkqOKY1hHtCXugwGk38kDTjIEUhAi5PLkoOC8KqY2s3D0DEjM95uAJ96PWPFLw/BVsdVZRpgSRt7lNvxPj5cyvcOy/ZylgqeSndxAzvIGZ5G56awNlp06bb2qdmyTwucF4WzC0mUqTYa31J3J6nmtBCFunhlCEIUhQhAQgEIQgEIQgCkSlIgEjtEqCg8l7Y4QMxLw73XOzA7tLrk+cKi2o+mDBztkA/wBdivSe0vAxiGSyBUaIE6Ealrv32XnGLwT6D3AAtcBmLHEQRzad45rzt2uy9atefZw5uIo1JzNANwRb6HQqM4JkQHZSNHAnTkR+qKmIpvMVWaic2lrd4HQp7aFIwQ6/mGnxg6qirpUX2NxsKkfhIBPkUHAuBvVMct5/MFI7BtBOWo6/PUf31UVXBnQ1XfmAE+mihJr+Hsb71QvHWbeaiOJo0hYAxo33ikr4RojM426kebgq1So0RkZJMwdJ6noukIsVj6h5MEb8zpAVXg3B6mMqNp0WkSDmeZsJuXfCNYG+i2uA9ma2NfI90G9RwORvPKPvO6L1zgPA6WFp5KbY+J33nHmT62WjVpuXmqc9kniIOy/ZqjgaXs6UyYL3n3nuAiTy6DZbYCAEq3Sc9MvQhCFIEIQgUIQEIBCEIBCEIApEIQCEIQCocU4XTxDctRocNuYPNp1B6hKhRzvg7xyuO7EECKL7a5XjTwc39Qufr9lKrSZw5yn4CDfm2DPlCVCybdeMq3HOqT+EvAILa4aNCWvB8xF1E3h7jB9nWJHJtQg9CAEiFT9Ivl7F7BdnKzyclF4nep3W/wDa/wAl0/COwbGw6uQ8/C2Qzzm7vkEIWnXqxUZZ12FGiGgNaAALACwClhCFpVBCEIBCEIBCEIFCEIQCEIQf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08" name="AutoShape 8" descr="data:image/jpeg;base64,/9j/4AAQSkZJRgABAQAAAQABAAD/2wCEAAkGBxQSEhQUExQUFhUXGBcWGRgYFBUaFRgXGRQXFhkcFxgYHCggGBolHBQUIjEhJSkrLi4uFx8zODMsNygtLisBCgoKDg0OGBAQGiwcHRwsLCwsLCwsLC0sLCwsLCwsLCwsKywsLCwrLCwsLCwsLCwsNzcsKyssKyssKzcrKysrK//AABEIAMgAyAMBIgACEQEDEQH/xAAcAAABBQEBAQAAAAAAAAAAAAAAAQIDBAUGBwj/xAA9EAABAwIEAwUFBgUEAwEAAAABAAIRAyEEEjFBBVFhBiJxgZETMlKhsRRCYnLB0QcV4fDxIzOCoiRjshb/xAAZAQEAAwEBAAAAAAAAAAAAAAAAAQMEAgX/xAAhEQEBAAMAAgIDAQEAAAAAAAAAAQIDESExBBITQVEycf/aAAwDAQACEQMRAD8A9xQhCBCkSlQ4iplE+niot5Ok83irxLHim0nl/fmVz2JxdV92kgGCJmb8wFLXcatSJ7rQfDNufBStovqd2kMrR99wMeXNedlnlsvI1zHHD2pnE1qZkOJEnW4ygTcc5W9wXivtm3Ba6ASOh3C5rieFxFGHOAezcsm35hFgm4HEhr2VGERIBubg2t4LrDLPDKSuMpjl6d4hNaU5egzhCEIBCEIBCEIBCEIBCSVhcX7QtpGAAbxckSekLnLKY+0yW+m8hY3BeONr90jK8bc/BbMpjlMp2FnChCAhdICEIQCEIQIVmcZr5W+AJ/QLTK5vj9WbD4mj0/yqN+XMVmqdyRcNw8tDRYu16DddJRphoAAgDRZnCGXcTsGtH1Wuufj65Mep3ZdyNc1cNxPB+xquYPceM7enMDwIXeQuf7W4XM1jxqx1/B1vrC6349nUa8uVr4CpmpsPNo+isrN4A6aLekj0JWkrML3GOMvFCEIXaAhCEAhCEAhCQlBT4nXytgausFwOOrS5xNmttPSbx1kLsONVYJ/C0n1XPdnuHCtU77Q5rBmINwXO0B5xBK8/d3PP6xqw5jj1i0+Id5rmEhzYIM+q9L4dixVY140cJ8+S837X8KbhsQ1zBlp1RmgbOB70dIuum7CY3Mx9P4SCL8xf5x6qdFuOf1rnZJcex1oSpAlW9nCEIQCEIQNcuP4w6ajRzc4+K7BxXD4101W2Ewb3t3gsfyvUX6Pbp+Ct7hPMn9v0WkFm8C/2h4n6laS0af8AEVZ+wqXFqOek9vNpjyurqixLJaRzBHyXWXquZ7Y3ZitLXidwfULeC47gFcsqMbBIcMpMi3L6FdcCq9GXcVm2cyPQmudChfi2DVw9VbcpFfKsIWbW4zTaDfSyhPHqc/4/dV3dh/Xcwyv6bEoWG3tLTIFjfqP3Tv8A9BTvY28P3T82H9T+LL+NpNKz28ZpkxJnwUn8zpn7w5Xsp/Jjf25+l/jD4vigW1jE3y/PKrnZGlFJzvicflb9Fl8RGWjXDZs50HW8z+q6DgNLJQpt/CCfE3KzaZ3Zat2eMJGX28wYfhs27HBwMaT3T9VzHZKv7PEsn73d9f6r0Di1D2lKo3m0jzgx84XlFKuWOY4uuCHDyMqN0+uyV1qn2wsexsTlHRdInndSLbL2MwQhCkCEIQR1jAPguFqvJeyCAI05yQu7qaLzys2XthhdANwYjvbrF8v9NPxvNrsuz5/0R4u9ZWmsLs9W95h/OPOx+a08TjGs1N+W/or9eUmEqnOX7WLJKgxFdrR3iAsDH9oNmnLqRz+a5+vxNznCCZIi2pVOz5UniLMdGV9puHh1J57o7plhLpJuZBbHIq7ie0FQ7wDytHmsD2tVrqbwO7JzHUge7YeY9FZqZQ503vN9Vi/JZ68NX0lS/wAyqPgy62u+qYBVdANt7m3r5FIOI6gCTA+kaBD6tUzAiJEWF4Fguftb7dSSEGBe6JIGY3sTGnrqpmcP/HqYszW556aKOrRqRdzdLd4nbQ+gSNwZ7pztAAJJINonVE1McAwGc7rQT3WyCZMDmoX8KtAcZmYy66XmbXICUcNt73emY9mYi25P4gn/AMvN4qQDvlcJvED5qbi5Nfh3Nkte063MtnYATO8pjhUbE3aJJvIMQOfPmnuoVBk7zT7sAOsDeZnSLeqRmcZpb8OZwAI3iSNbJy/olXGOJwz5F4d0PopeE8ee1rWzNgO8LAAbQqlNwNN8aZfE6Kk/DC2WxJGhNm+HkVOOWWN7EXH7eK7XC8dp1BB7s89DPVebYynBIAAgkC+t1b+0PZ1mY5EN7oJ5XKjx9MQW7jdWZ7rn7RhrmNel9nq2fD0j+ED0t+i0lh9i3ThKfTMPRxW4vR1XuEYc/wDVCEIVjkIQhA1y89x9E+2e3NEOd/2Mhd/iKga0k6BcbxzGhs1IhzoHkFi+Z5xjT8f31WpYh9NwGjwDBEHxsqeI4g4y25Opvceaz8U6q/vs95pkOO8G4jqr1au3KKoiHDloeR6rD9sucaeTvUVPDkkEnSbcwVIS1thExt6kqFr3P5gXHXy6JzaIbBJiNebp5nZRUipVc/8AC1zS4T8hHqUP7xYdLHzS4jHWdlbpfnHKVE0Eghwghx8rqErbajGAC9iR6b35hMOPAPdbpp5J1HI2CImD1+qczFAhrWtmLxz20U+QjqtRwkWDiBrBkgm+8Qg0Kt+9c7SdlLTNQ5bATebCbgX5aqX7PUl0vbIn7xIsR06pxz1H9jqd7vjWBGa94t6lPFKqMtxoI70ROvn+6cKTxEvGltRvAnkgsqZiM7DBI1MSLmZG2i6QZNVuXM2R5GSTaBqoquJiczSHG0QQYkgp9arUDbtBEnMZFxF762EJHYwNLpBbbLF76G87aWTsTTqQEEAgDLpoI6RuqTaRAEkSQSZiA0fqrDqoBktNwR0/oqntcrZOkSdNzABG6Skh1Gtq59oDSbS4zo0DmNbc1n8aqCcrnGYnKbGJ9VsBhaM7zYXM/F0nZc7Uq+0rueYgtgA7AO57aqfqWvTuxLCMK0nckrfWR2TH/iUfyA+t1rr1dX+I8/L3QhCFY5CEIQZ/HXRQeeQn5rkuM4P2oY8GwM2vIhdviqYc0tOhEHwXACq/DPNJ0EAAx8TTvKxfKw7ytOi+LFGtiY7rRefP+iiwTIz03XEh489fn9V0fsqNS7QGu3vG3zWTi+D1xWpuaA6mA4GDzDefgsNaeqjcSSQGjmPA6p9PDSJeehHjbROqPLCQREyL2knlzSNa599AfX1XKUmJxjADDZjnew5AKpULp17xM9QBa6nhrDA8OpjST4pzcz9BF4J8jP6J1J1LK0WEWvedAdjoinj7giTA1B05aeJUbsLEZze5202CnFZsnnyGp6xvoiA6vUGjLAX0nY67nontZUNswF730MjUAfumvxuuRkjQGLTfWTZDatV3ugCQALwepHRBJSFQhxzi+Xd15Ji8bXSUhUEd4EWPv83bg6c5TvZVZu4AAaybSJnTp80jn1Q2+W5uJM6B3LrHipkKaH1MzjlaSIk2IiTHjuoBXacuYGGgZSdTI66ndWS6pMFgMDaDYa6HqPRJh2tf9xxcJj8x8YhSDHsLQCRLT19FUwDSW/hHeHjJMRPio6uIqEZZLRo5jhDgRyuVkY3ixa0U2nT12sOimQq1x3GSS0bRPmNFRwDS4Q0kE5QPF0a+ZVF7i4+Ma85XR9lKAfXpDm+Y6NuCfRvqrMfNV2+HqmAoezptYPutDfQAKwkalXq4zkYAhCFIEIQgRwXFdvuH/wC3WEiO4Y11lp9QfVdqVncdwgq0KjCJlpI8RcfRV7Me4usbyvNaHEXsHfaXDYjWNLrVwHFpMNMEfdOx8Fh4dxAj3hCkdTZUHVeX+3oSddWOKAiHAFMdRoPFwW+Bhcv7J4gtcY3BE8+qf9pqCe6DHWJHRRZDjpG8Ipe818m2sai4+akfwx8Q1zBNtD9VzdLjAaBm7u8qc8abbvifFQcW38CrPjM5sCQdZI2vtCtUOEvY0AQYI1NzaJnzKxXca2Dr+JSs420zLx6lRxLb/ltWLFg2v+6jOBqEyarR0vr5LJbx1sTnHqqj+NNIJEu8JKcHQDBiIdWOtxEfqlNSm24c9wI5xvaFyp4zaWtcfLdQVcbVdoyB1KcHWO4uwe6z1IJ9f71Wdj+0DiIzADlb6rnvZVTMvAHRV8XhmBpJJJ0uko6Hh+OFQPdZwB1PQCfouYrHM50fETOsAnRaPDP9PCzzBPLXRZZMidG7czuukVNQcXGGxYGNr6A9V6F/Dnh479XYdxnL8ZHLQBU+xnZClXojEVg4udOUZi1oYLCQNZXoeGw7WNDWgAAQABAHgFt06LOWsuzZ44malSBKtjOEIQgEIQgQhNcE8ppQeX8awTqOLqQIaXZgI7sHcKmx1N/TXofRdj29wZcxlQasdB/K631XFPLHO71jEXF/JeZuw+uf/W3Vl2LDA4AdZ15p/wBpI95sbTr8lEKL2wQZHI6p54hHvCJ3MKnJcR9VhsR6/omVqVJ2paYVptSm74Y2uJQcLTJzQAdzGy4SrGhS/CdwZHyTX0KcjSeZjdWxhaYkwBOtgRPhsofY0m2AtyIEnwldCB1Ki2dP3TPaU2jQAnQb/wBVdfTpBotItaFVr1KbTcieZj5JSoDiZkNaZ329FGXPcbNv1R/MmzAvyEXPmozWquENbB3k3PpsjnodRcT3nWGwEKtjgwANFy5wa3nJNz4AJ3sHfefB0jX0RhsG0vDhowWk/e6KDqXi1QNaxuw2nUARosuC8t5usBym3qnYvEZn5gJMwPBbPYjBCrjKQNw2ajj+XQepCt14/bKOM7yPX+G4QUqTKY0a0N9AArSQJV6snIwW9KEICFIEIQgEIQgCkSlIgz+O0c9Cq0aljo9JXl7a0gB/iHc55r15zV5bxZvssRVBHc9o4xplmIB6XWP5WHjq/RfNisyi5sZDYaA8uhQa4aYcwidwJH+UtOiIzUzF9ImVLUru0ex1ryND+qxNUQVG0HGZbO86/NM+xNM5ST1zGR4KejWovJ0vtYT4yEjuG0yLWHK8jwhHSIYQnWobW3M/mSuwDZ1M6RJIKDw//wBjvW6a3Ac6rvGbqOCGrw9gkzmGkEkgeCYaFJgGnnqPNS1eHMAGZzj5kHzUb6NFokxqdSCpkRagdjGCALz0J9EpxFR8gNI6nSPAXKsVeIMDRlGbo0Eqs81HTADR46DqnEdMqYcATUd6aHks2mx9TNBy05V7E4amzK57sxvad1Xc5zgSZbTHXzgDmpiFatWAGVvgXb6rvP4QYQn29UiAMtJvlLnH/wCPRee1pEWiSMreQ5le0fw6wvs8BR5vBeecuJP7LR8fHuSndfDpWpUIXoMpQhAQgEIQgEIQgCkSlIgRy817XB1PFudByvDXdCAIPovS1ynb/DF1Fj2+81/ycCCPkFTvncHeu8rkKdJsZqZgm8c/EJzce5p77YjcXH7rPo1IJc0w6bt+UFWP5iWmajTI+9rZebY2xM3EUng5gL35a7iUtTA03AXIOxbqY5wkz0aggwdx+H1RWwDQQROvuyQ0qHUNdgRMio4HkCSD+yceGCZznq3MYPWdkxuBF4qPHI5vd8OfmoX4Z+hqmfiEX/46KUlHD6YcTMnkbtHgo8lJkltp1uIPkmv4e2Bme8noSPUaKtivYNNwM3xE6eScc9SjH02nuASLwDMeSqvr1HkWycwfqUntL5QyJ3LY03JQ7D1C0lxyg/3N7qEK7i2mSXXdtfbqPFQYmqXHM/8A4s3J/RS1nta4tYC8kTJ2ja/qqxp3u4F/3nbN5/X5KYH8Pwpr4inTmXVHta48hOg+a+g6NMAACwEADoLLx3+FXCvbYk4iIpUR3T8VRw/QX817I1b/AI+HJ1k3ZdpyEIWlUUIQEIBCEIBCEIApEpSIBYfbCiXYStGobmH/ABIK3EyoyQQdDr5qLOpl5XjLCKtndyoIvFipG1X0yQWyOYvbwT8TQYHvpEwWPLWkcg5yYH1KWvebNyBJjkei8nKea3T0kc+k8bBw3OvhGsJGYVky17vCSB5Jor0XmSGgi3j06JjMFSM5S5oPUiPquK7h9Xhzg6W1iRMZTE+Ttkn2QyZqH8szB/MkGAcBArERMEkEcrgplPh5LYdWM8xpP5YUptSfYad873vH4jp4FQPqUaWwy/CTM+O5Tq3DqViXu8iYPiFXdVo0yTDZ3KnrhEzHufam0kb7XTMRQcQTUeACZjn49FIKlV85W5QLzFvkqOKY1hHtCXugwGk38kDTjIEUhAi5PLkoOC8KqY2s3D0DEjM95uAJ96PWPFLw/BVsdVZRpgSRt7lNvxPj5cyvcOy/ZylgqeSndxAzvIGZ5G56awNlp06bb2qdmyTwucF4WzC0mUqTYa31J3J6nmtBCFunhlCEIUhQhAQgEIQgEIQgCkSlIgEjtEqCg8l7Y4QMxLw73XOzA7tLrk+cKi2o+mDBztkA/wBdivSe0vAxiGSyBUaIE6Ealrv32XnGLwT6D3AAtcBmLHEQRzad45rzt2uy9atefZw5uIo1JzNANwRb6HQqM4JkQHZSNHAnTkR+qKmIpvMVWaic2lrd4HQp7aFIwQ6/mGnxg6qirpUX2NxsKkfhIBPkUHAuBvVMct5/MFI7BtBOWo6/PUf31UVXBnQ1XfmAE+mihJr+Hsb71QvHWbeaiOJo0hYAxo33ikr4RojM426kebgq1So0RkZJMwdJ6noukIsVj6h5MEb8zpAVXg3B6mMqNp0WkSDmeZsJuXfCNYG+i2uA9ma2NfI90G9RwORvPKPvO6L1zgPA6WFp5KbY+J33nHmT62WjVpuXmqc9kniIOy/ZqjgaXs6UyYL3n3nuAiTy6DZbYCAEq3Sc9MvQhCFIEIQgUIQEIBCEIBCEIApEIQCEIQCocU4XTxDctRocNuYPNp1B6hKhRzvg7xyuO7EECKL7a5XjTwc39Qufr9lKrSZw5yn4CDfm2DPlCVCybdeMq3HOqT+EvAILa4aNCWvB8xF1E3h7jB9nWJHJtQg9CAEiFT9Ivl7F7BdnKzyclF4nep3W/wDa/wAl0/COwbGw6uQ8/C2Qzzm7vkEIWnXqxUZZ12FGiGgNaAALACwClhCFpVBCEIBCEIBCEIFCEIQCEIQf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10" name="AutoShape 10" descr="data:image/jpeg;base64,/9j/4AAQSkZJRgABAQAAAQABAAD/2wCEAAkGBhQSEBUUExIWFRUUGBwXGRgXGBoaHhocGhgaGBcZHBsbHiYeHxojGRoaHy8gIycpLCwtGB4xNTAqNSYtLCoBCQoKDgwOGg8PGjAkHyQtLCwsLTQtLCwvLCwqLCwsLCwpLCwsKSwsLCwsLCwsKSwsLCwsLCwsLCwsKSwsLCwsLP/AABEIALgBEgMBIgACEQEDEQH/xAAbAAABBQEBAAAAAAAAAAAAAAAFAAIDBAYBB//EAEQQAAIBAgQEBAMFBQYFAwUAAAECEQMhABIxQQQFIlEGE2FxMoGRFCNCobEHUmLB8BUzcoLR4RZDotLxJFOSRGOTssL/xAAaAQACAwEBAAAAAAAAAAAAAAADBAABAgUG/8QANxEAAQMBBAcGBAYDAQAAAAAAAQACAxEEEiExEyJBUVKR8BQyYXGBobHB0eEFFSNCYvEkgrIz/9oADAMBAAIRAxEAPwDR8ZxahpHEVW+8rqQrAkhqcmABqDAnSNL4zNTisyRT4VmYrTDPXJMkhkEAkDSwJOwvjT1Sxqg+cwPnMRlQAp5tGzBoMixvECROmA/Dcrp2zo7BVQ9WYqB5xEESqBWUkjbsccMu3ruxlrVl/BvFVf7W4MF1IkkqmUgA04MxAFgLnfHtHEC7ArJuYm0WggDUzY7jHkNFhS5lwwCZCOJRYtIUsVZbDIBlsbk2icew1TOhJEes23B2MAi9jbDDzWhSsgo5Dq4nKrfeEgjqhUy5hIEGCYt8ttMBuMcTJaWYZgXEATM5EB+Kdzrtg5UYypGoJm1uq5L09jI1Ewb4C1qkAgEjKOqOtTB13ZRBmLWv2wsVpiG1KcekECSLFrySwtAiwG+Mt+0imPKoWjrcATCXXqJbcGFt641WW5IAUd0gjbVWIMX/AJ74yf7RxFChEf3jTAsbWscFs/fC2/KqyXCNbKACPxeWCoEakufTtifzgAIAIGuWygC0s/4vb3xQosSCs21iJIHeNHT/AGxZLWGmRdGQSt9Qyag/zx0ymo5DdwUVVmzg9WWAB0wJt8A//qLYs8teWciOlJg3BGcBtdYkX3JPpitVckzv+/TOa2l1Mke2JeR0M/n5csimJJGWZcazYHS0XxtuYSFpdSoG1etHhn8g1MpNRuX0RmyiLK5YETEno+Y9MZ3w5WRfsgILA8YynufuUZTfWHK3tHzONTx3RwhJeav2RFIEMGIpMDH3VrMbzcDvfGM4RZTgRlYxxTAXeRaiSyShUxqcoMxGFmmpKsGlnIG8LSc/rSGIcLlTiaZsYzClRDLP7o6rnQjFfxHxwHK0MnPUemsjUQEd2iB+FRYm84krVmq8FWbK8l6xFmYxkQVA0UiBEGDa86YF+K2deC4AMWkZogPfpSCHyBbAgGD+UnEYASAtvF1lP5IJwJEcUIn7tLxMDzkAJnuCdN8af9oQ6aIUCfNcSrgZQUpmMpgzewJA174zXLKJA4z42U8PcS34atMltNBMmbXHfGi8c8PV+x8NVdGBY5MrTCA06ZQyQI+Egi8ycEI/UCud3/R+KFPWPkwIj7OhcyCSRxJCAzuV0E2Gu2L3i3gjS4ThabAMEVkJkAmIIESYEHvsbYBcL51Tz1QFpRViHGUGupBF4u5AAPfGn8eFjQoyjqSXBJNSVOYWhiQbT8MaWtbFOweAtB9SfN3wWS5zWqMaZLSTRotLHX7pFVt9t8WeE4IGnSqFgVNdKeQgEnMARJ0EiRfscQc+fp4eCcv2dFElgRDFGBltnVgNNZjfF7l5ycIlR1Yo3E0GEHLOXzQ4/vMw6RqPQWF8GeKNCxE+hdjmGov4Gem/mcM4Ug11sWBDA5qbJEX+EP8A5Z2wL8QKVrUySSz8OFykbqXp3ERICRAn1g45yvjvK4/Loq1zTXKVQgeY4UEiplOsySZ7wcVPEBBrqoIj75buPhHEVrAl2JBsTO/fXAwzXJ8FmI3SwjePiQingmg39o0lYGqGgqWViF+6cq4XWAwIzaH1xb8AV4rVaTyTmUgQ8TmqKzQBHxZBBt2vgdw/Ek8zoNYgjhrk0ip6VV4iyiCREWJPvjvhqmtPmFbJVCKjlQw8qCBxdIgDNqADtpfGX4gk7lh5zp1rIpzupkbjsoJIPDcSA6uIYyGgHS5QGw3wSp8vlXC3zLxdLLFoheJoxYDpLlZt6RjPc34gGvxAWoIfh1cBmV7hqZKgxINhfW0nXE3gnjEd1zuqn7RBACnOW4Z1gp5ZgdC/VjY3NAatVcmq1p8fkCqfhLN5lekAD5lF8oiVzZQVa4O5N+5vi3yzm+TgOFqkl/Kq1aLSYIVwKij6Gd9PpP4cY0uZvSVsw6lsjklgDl/u1J6Qp2MfPAbltY/ZuLow0+atUQKnTlfy2bT+ILcakbnGqXq+iJKf8hu4/NX+Smmn22k9RfLCVCoJVA7U3zJEOBm0spNjGKPEUQx45KcZRSTiQqyMv92yiJaCPNcGTNsGuWcUTzIMQw8+iC1mkF+HUMWEyZyzNrGYtcbVpkOgBJWpy8AxBkJSIzdVSAIRdpGkY03Mocxc17DXYPos7VqAqrDefS5EgTvcDBPjULcNQYmQadSlb+B2KqZAg5WWe4acDQv3Sxe40yzFrQSDtP8A4wbrcFTHLeGeUh6tQkKUJJZFVp1K5WWI3sd8EcaN9U1X/IB4m48lPwXi6qtNAHQAKojy9IAtphYyY4wAQWSR3y/9uO4ZwXGN8Gi9Yqc34kOCqJBfhmBLMD108qho2PVMC0b4B8f9oyHPVRJpXyKZha+kkhgQ5LZpvaRGL1LiyXH/AKs//TkBVJ+GsyZBESImw1BAwI5pzZQHipUYj7QDkQi7PmBzQLQBuGUWvjzoJK7TW0yAQPmHC+VzGk0livEp1VOot97c+t72n3x7lX1LRJPTnqWURJkKLxPzx4BzOsRXSoxhjWBLFs7N1gzm9Ra2Peq9TqZhqIgtJgxaJtB0kbyN8GlwASkveVTiLqGEteQ7nIsFpkKOokEwBgdx0BS2ZgpOYMYWxAC5UHcECW/kMWuMrEnOCSyyCWEspMAGNBBnYg2uMBeJqHKsmC2UMwM5i1ygYCEABy5cpiD2wsVpoUL1AGMwDMaglTsWP78mw+uMh+0euDQpAG4qbGYhTtuZxPzDiHDCCcpuQkdJLMAwHfKFue9htjMeIGmkssTlcayGWxEEdvbTDMDNYFXKaNKH8LAYSAoOkmDOxWLgz8sTuOqSGECz6VGi1gPiETc4p8M5F4j2u1/4mtHrpi48KZICZtwZYyP3zYAj+eOgc0eEgsp11yVWuLmVXMBM2VgO7kWHtri14fc+Y4zHqpETcMRnWRY3mbT2GO0uEapWpU1HVUdVVRYAkgA5o6j+VsaZv2dNS4hlXiEZCpWXDAjNF+m3xL37Yw6eOIgPNEvNE95N3FbJmZuAbrlTw1HqduJNxSYDYLJi4iCWvjCZHPCK6QRQrhgQr2LogHW0KFzKJAki5Ii+NlwfBsKApZ6jkU1SRWrrI68s0w2UKBYzrignh6OEPDeaxllqBiz5VbIAITN7mZ0MYVbbIWnvIgieYCymNQn8K4p8vdZpqTmBhaks1SgrQCnQImAdPlgb4p4ieD4dVakwZ5Y01qEytJdSbMRLHp0PzwY4PlL06FWl9orTUABOY5FgAN0kXkQLGYtinzbkdWpR4dPtB+5mZNRuyjIogDcH5Xtim2uEO7y3LC5zctqznJ6YJ4lQqmeHqEHI/encXAByxE21nbGg8cNPCUXNNAwqWUU6wMGmoJlzBBI7evfEb+FHzM5rJNSmyOoNXeBsQGAKiRF/XFzmvh9+IpJTaoENNwwYms1hTWmQA1SBMTOsGBi+2Q3gaockD8aDaSgHh6i/nVgtPMxFMkeQXuK9PKAJteBN/rjQftC4VhTVShgM7hhw4p7iCrZr6xFrgXwPoeCsr1CtZZZSgmjGW63nPO0ZgcFOecoWugUGnTym7CiM9ycyjq795+eKdbIS8Gq0IXXyTvPusdzNfueFbulwUQf8ypmIgkMwPSZgkGNATi8wJ5ajDzMvmoWBWgqk53AC38wmTN+n4thi63gQZaamuctObeTTzR5mYiQbmTrsLYvHwovlCl5hmQ8mnRmzMRLMpOWW0vYxfTBHW+CgFdu5CFnfu3eyDV+DKcxXNCh6gcEvw5n74jMYGUHMrdOg/wAIEt8U8KEroc1nqVVvxCsQVqsT0qsAXAsYkHTTB2vyIHiFrmu+bMGgU6QJGcsICrAOZplhcDEHGeF2qVVZuKqHKWMZKf4nZjOUATJ7fTGBb4r1SUZsDgG4bfmg/K+ag8fw7eYwKGlTlqwBbKVU3jKFgyN7XJ2tcHxZTjq+VoIaoBkruDerTkKwpkk5ddJNwRi3y7wktKslX7RWJWCvwi4JNzBtaMve87Yn4nw35nEPVPEVVaoXYi0feAkiYm4EYp1uhOAOzcqNncXE03/FUueoPtlTNWdZ4ZiJr1WLRYKWNMMbD4SIbIL4n8CccKbCajZhxIGUecxy+RWBsq9zr/CYnF7mfK2r1fNavWzCn5YhrFSpEkyLmdJ9L4byvkVLh2lZJYq0uTIOVwIIIi7ESJPtvXbobufsqdZ3ltANtfaiF8pQf2wCVHVUdcrU6jxOcXSZmSNe+BtGghbjAyvIUsgFJxda65lKkmLEa+0jGko8hUcR9oUtmk1AugE9RmDmIntGmuIE8F0w1Rg7zUDBpgj4lq2kTOlpOI23wjbs3LcsDnSNcFD4d4SeYcMxptmNNDHlU7laZWVzsZJyi5iSTppilTGXilOgXh6034a6BqyZR+EkyDNzYwNMFKHhlKdQP5jAqFAULTAhACDZbz8RnUnEqeHQjZ/MBYZjPk0SJYsTlGSLl9v3R2xf5hDU4rEtne4tps+qxFNj5akyR0wQUizQDJuBeb4Mss8DQcOxXMF+OiBnC1A1lGfTKJbWJvrgj/wLRgqalW1z/dib3B6LAEzfWcXv+HQaFOia9Xy6ZkR5YMmzGQkkXH1xbvxGGmG9MCN+la6mQovPma92/Mf9uFjaN4PpAkeZxH/zH/bhYL+aQ9BLmzP3LQcVwlenRZmpoCKEmajt/d8RGaw+IKYABuCbyMAucUaoeoGelTAbigQtj+FyskkybMs9zFji5zBmZGBVgDw0hmqIZNPiAGJLLqBA6RfXSMBubsEq187LAqV0CioqsMyCJygDIYEAWM2y3wq0eCI0EHFZzn6L+8XOYHOxMR0RAyg6ESSBoMe706+ailQjKzU1IkSboPwiSRAiNdMeFc7en5JRAC2UElAYuqm7te17Rr3x7RyDiSeAoMAylqCwqCWPSYljpPbG5RqgpeTvqbmFLKQOrNAPT8YE/g7qYPQbiBgHXWA5BJzMXzqBIACdLUyRmY5oJXWTYxgvxVgwUAE9MJLVL6ZnJygyT2i18Z3jqflq1NczGQWSk0swBt51Qm8gSQD+H3lZaYFmOMpA1CekZTlJIZSDIsuQX9ogDtjO8+X7qSZhgJnaWEAxP17Y0HNKbZ4OWbgZLAAj4aWkzu22AHPwPJNxZlv6TsO2n/xGHYcwql7pQrhqd1ubaRrH8INiO6nFiTlkW/wCV9c9M6H29MVaIMye+r2WfRRcna2Lpsc5JJ0zuMoHoqat88OORYBqIt4Ipk8x4eAB1O3QxiVpuwlToJAkY9IqD/1TD4rnU9IgPAIiZIH5Y8y8JE/2jw1up3iWiWBVttFX88eoVHjiWGx6rAbq2+sWjHD/ABLvt8keHM0VegDlBLRJ1JECzwJHpiQvsBoInSxSTpsJxWpoSoXMCtwR8jYHsJxxqs1LmDlE+wQwo9N59McwBMUU6OACdANPaE2jWffDM9tzIO+weLTbXv2wxeIgaxIIHpZLxMTvh1dgbSLBhYzIzyRHtOuLV0TqjGCAP34ubQRcx3JjDGPUF1uQAJImBEenvjhcbWktYe15M/PCerqZiRvF+mDadD6Yv0VUT69W2svJzCxFjaG/dk9sNqVJDRJgMZ9Adre+mFVr/F2JInVoMQQOwIBn1w0tIfeM+0TedDtilAE+obtAgZTlvB+FWJP++FJj1M7i1xttvhrgS3sRf1X+tccNrTcBtdDZe2tsRXROYxsYCnUzo4F49MO8zLG4/wBGBiNAIOuGA5SRI/F9AQbH2wjV+knYiSBI10HrilKJwBMBTME//vMfnrjqtox7CRpfMRb64jaqBmvuxgf4l9dvTCzXBE6A/hM9dj3Ov5YuhVUU1MxAkg9O/Zj/ACxGapMX0H1ynX2wxjCnWQD1AjTPaPWO18Pca/5hrr7+04ulFdAn5p+ZgaXFxGOU2DHeJXXWSCItppjjfFaSJ3j96Ld/lhUje+2Ua/xEQIv9cZoroE6jUkSDBOTaLQV+u/yx3J3mDAJOt1ife35nCoi0Qfwk+nUfXbCT8Jv+G8i9yszpvilKJJvfUEz/AJFn9Jw3LpYDsddhF/lhUQJX5CfdY+lsJSN98puNr6fPbEVqxnJv3wscp0xA64t2wsRVggXH8l4cgDzM0Ua6HNWEDyiGQ6GzToNdoxQ437LSctTyvNUMGOeoYfh+qFELIqaiM1xtjQ8RxpNQf+mc5/tKiaZIVqlFHEDIYJIJ0vExF8Zzi+JrZAfKKlW4U9RYGPKNNSc5GpDCSvs0Y7rcVz6urj8UB5uynh+hcq5VzM3SWOVcwWmBlnQzvrvj1LwW08s4f1pAQv4gJA+etu/vjybmId6ck2AAktMwWQbCNN5OPUPAVUnllDWApUzlRImMskGZB11nG5RSMeaFJW+i3ENCjqyq1wFEBiomCw6g3SRBMXGM/wAehCLTyFEETQzZQQRMkrOcZjrP4dNcHq1RbFWY2eXKggQJKuzQGgi2/tgBzKscspHlhYOYkUxmAAGeRB2gAm04VCtqzHMli4yqMoH3kpYgHKpB+EEmBv3wD51/cPMjTS4sREHY/qMGeKkWXpm+VRY2gEZwYWNyRvgPzhR5L2GnYbEXth6LYqk7pQbhW6p3G+pAOpE/h10uMW53OYEn4jDzfQN+HbUYp8GZIsSdbSovvmOhHffFwG8oSe7KQumuc/Ae/e+HCiQdyoRLwYY5hw3SV+9k6NnOVo6tTfY2xa4nxrxDVWGdQczMQEUCyHLBNzHYyJAwP8MAnjaBXKPvJzCUBsZF9bTf0wL4irlqsRIBLa9iSPb+hgehY91XiuA+aVnkczulGKXi7iM050iJgoIBgme5vJ7GfTEaeJuKKlDXe98xCyCBsYBGsRpgF5tom/5b3+m2HNWkwdLx85ta0Y3oIuEckr2iTiKP/wDFvE5ifOYjsRTkC0iy2Yga30thDxZxMCa7kqTrlIMmQD+988AS4ubfT0Gk46zCDMTH8wTpfvIxOzxcI5KaaTiPNH28ZcSWLebrmWMq5dPiAjX54avi/iRA8wNBtKJsCCDb4Yj1trgA1Wd/XUnfafbCNQ3JvrNz22+uK7NDwjkp2iXiK1B8aVwznMpDAwMqjLoCNJ/TTFceLOJBIaqLKQRkQXuLQBfS4jTGf835z39h+uE1S5+dpxfZoeEKzaJOIo+/jHiWYsKo0jKFEfDE9/mTh9TxhxDBQKhEEycqnNI0NtI+uM6D7b/kNRjpq2ibX/QCcTs0PCOSrTy8RWlTxhxOZjnTqBOUoMoEDSQI7iTGK48V8TABq5jNyUp5iI0mNIERgHmt9fpYfyxwtbtcn9BH54nZoR+0cgpp5eI80d/4p4khia2pMdCGJvAOXHT4m4kj+/Yb6KJ6tLASs7EYDZ7kG5kjbeBrvjivb8rb3tPzA0xrQRcI5KaaTiPNF6viHiGLA8RU6psG2nYAdI/wxjh8ScToOIcwWOoMyBMyO0azgOz/AJQdPX+r475lt9/XUgEflOL0EfCOSzpZOI80abxLxOYkcQ8P6gDURAAtB7Y6PEfESo86oCpA+LWGOpIvf3nAbP1es6dhcm/0wvN0MbA/DHdtrdsVoY+Eclemk4jzRSn4i4grAr1OqJIIH4pABiQJ2EYeviTiAUYcRUlRabgEmDbTbfAjMfnABHsc3/n5Y4tTTsoAPfQm+L0MfCOSrTScR5ovS59xAKjz6oHxfGx/Ce5nL7/TC/4g4mVJr1WICmc0CTPV2sp/PAjMAO8ayIiFE39zrhM+kGbD6hYP64mhj4RyV6V/EeaJLzquRP2ipf8AjOFgVnP9TjuJoY+EclNM/iPNez5xnWwziogBJqBcx4ORoJzarb02AAzVKiFVXDK2ahRbN5RkFa5UlfMMEkEjQj21xY/tKui0y1Go2SrQMHy2WAalEKSoABgwM0mRJm2A1bjuIemVVMo8lw2VkXKqcRLR+LpLQRv7Y5TW1XWukKPm5K8ORJVZeASLxUqRAGmm2kagY1v7OquflqSFBRmWWvbpghRadPcnHn3MqBh/MqKxDvZfhB1JLnUSdMbX9lHEBuBdRMiodLkyNgdLT73wR7KReqG86/otRxe05QJjPX+FZJHRSWNb62O84D8wqZ6iOWYfhpvVAmQY+6oi0kGMzaDTBXiacgiSCR0lTmI7Mh0ZJPwkyIHfAbiuIAYSWzMjgFY6on4gZIYWGUkCxwszHBGiZecAsxx9dM7XY3gljckEyXY7T+AD/XFJOBXiC1Lzcki7FcxJC5ssC2cxC/LEFVQDZswzfiiVAnMxI0P4JtEDF/kdQ/efeCkFosXm5yNkUosn42DkkgTC/LHTdG1kd4JcvDiWlJvAtNSues5Y/CjUxfqIvTVi8gggkiJF4F8EOP8A2fqoP31RipAAFKbFlAHlq4Ni2W2pBiYxbWpko1HVl4ei3/NN6teRViJn41m8yCBi7xxpswmtVQF1YVQCWMlcrkRBVFMsbQ1Y+2OcZZL2aJW6QGrOr4YC1VZarOyPDBaY8xMpEg0ywKzKjpBmTjO8f4dcVGJchSxgEHNEnvEEDWYxtONIKIeIQPTb4eJoxnABpyWJmCqHQbnTGa4kks34hmOZjYtBkBvQgSZ3nD1le52ZWJWNf3sULTkABE1wB3CMZsZgj1MEGN8NTkYyyaw2uEYgj+EAXvvpgqVLMQZJMTA+MxGVZvaR+eEBpImddjFukeskWHz0w54IJhjGNMEuW+ClqURVfihTXMAS1PKgEsvxMbsSsSAQIINyMW+X/s/FY1HXiGFFRmUmnBZS2UsC5AIBzSY2vcxgnyAMxTyaQqVpVS9W1KkzvUYIANVdNh+IGBfBHg+KSoapBqcSyKENV4yLNRYpooFzUWEncg7HCsj3CtCs6JhGAWbp/s6mAatU5hqKOYAMGZLK2cSFuCsix3xR5j4Oyo9SnVLoCBKrMHNlIYyCsgSAwF5G041FeqgdH+8o1cnTXUqVqMvmK8zp1RTUyRANrYrc/GTzPtFOazFQKtI5UqRBgr2CtAIGom83qN7zSpRHQsyAWOHJwRaoQY0KrdtwL6YX9jgxFU3F5W5IknLfTaTAwRyQRBvE20jT2veR6Y6rCCI1EHQemXp2+mmHCqETDUEZKlwHIBUrpTNRlztkUqknM1gIYi0xJ0AnBKl4TpkELXZyIYimi1CinIDmhsii+7arcDESMA2ZhbpmJuogsCfUW21xoeIQimWrMKHDxK0kMGrDVcgYgSDCZGJtEHfCloe5p1SqbC3aEKoeBBkztxE9LsVKhQMsZuvPlkZhYEgmIxzifBtGnAqVawMlZZBkkTcOkj4sov8AvgY1XC3ACcOEUsfLpOMvxlvIDDQgNmJBH/J3tNDleUuq8O5o1ZRhRqkmm96JUSdJbM0zJCiNcJCeTaVtsLATULJ828PJSqZBUJ6QymVOZWAYElSV3/6cVn5SBFzewjKdBGb0jB3m3DEVAGpCjCICqzDESC42ym++vecUE6oOxBNt9QTAvFtr3x1IXXowSqdEwVwQ5eXpf4iba6DsbfPX6YKcs8PUKoVM7rVLTIl2IzKAAoWFXq+Jjqr+mI0XTqXq6tCRb/T1jBnw6rvTdFmlTJz1KoF4NOoFpmYlWCscog6XxqQ0asNjZUKXhfCPDKUDVHFUErkaopZ9QAURWhcyuhk9OW8SDitT8KUMwzOF1gP5iLtEkgqCVZSFN4gk4O8LxILhODGVQyNW4mqIIDsgCkki4zlG7hjGJ385AWpFWhmPlkSGNWlUBQkRPl0qY7XHa2OeZHtNKo1xoNKLMc18N8OEZxnpE5qoWoZpuqwkUmSxJ6rE3CTAwEbg0LGE1MkSe3vrY29Mbnl1cNRduEdkcZ83CuQU6y6UzTzdIZVaYE3Fx3yEQY7CAQSc31ixkkHsPXDcLswVkx+GCq/YEBNojWTpOv54kp8IhKqyyBrJNr3JIuYF4GJgdNTPT3k667xiNV2jMDYAXkmf5WnB6XgrutZkOuvgUQbhuBBIyVWi0rIB9QC8gHYHCwX4bxjVCKAogKB/dk7d818LHPuTb/db/Q4euSF0ue1DSyNSAhVCkufwVjVWV0AgxOsqDiPiuMerKgBM7VICl2tVM5YJizSRizyzkNSsJjKkTmYWN4hQNcavl3KKdC6CWg9Rue/sp9sAmmjiyzXVMUTBTMrNcB4Gz9XEMwJkhLDYXMCAbCw7Y03IeBXhabU6QZqbEMUL5b7mRsRBjFuqwkevvt6fW+GsZ9Y1+V5+mEH2mR+1LmNu5SVeLzM3QxUgEKsAZiTmkkyIJBldQL6YGc2GYI5BlJAAERZwTmMFiR+U4um/rtf5mcUeeK3lSolrmBlH4GG9rEg43DIS8BbjYA6oWErsWjMeodTBRaXaVRRoYJJtpJHfBLlFVEeqagDCndYYxUrZkCqY1jqgEROAzNoNIOjGczuJY3gNlv299sE+ScwWkxKjzaiBRQBBINRnSSQGJkIIE2vjvTf+ZC5NauqjtSkzFq/EuzFgfLpi/wDeCs1AtBFlcAAQLNF8E+YcecoepRkZgWQgmE8xTWUi2U+awSdCEXsZztZ8pDOfP4twgUWIQVE6JDDVahQTtfS+D3GV6wLHy/MY1EqMk3yrUGRcpHwmoKjQBcfLHIkzBP05eHijYXhTr771RoV24ZRUoRVpPl8ynckFTTZ77SzgAyTEC+XGar1FZywCgZjkvpJY32tECCJscFeGqdVKtwnUaXl5qPUZyGkQIP4TVJNhNrRgK1YagZSZI2yqxLSdIFwBItceuHrOBU7/AH9fqqcT6J8qJjcwPhuYgkn2JNxMKb3GHVCc0gXBJW0yT8Xz19L4p1OM7WDDpzdhqxn3I1OuGrxm4iLKpIUwFHUwiLyQNAeodsOeKyXjIdddZLW8HRZ+Gp+bU8rhafl0mZZXzVPEH7wbZkqFgTsCMEOE4ytVJ8tRRoCmyqNJYvRE6arVYOCIFzgFyVxkSpXJFCmjCmgM5wzujSRJy+bDjMNpxcTiKp++4l/K6XyplCkqUpU67QTZiFBBvdpwlLt9VTTqqzxPEGkqGrT8zhGpJAWbZfMFGygFSzTUIkg2vbFHjOCelQPlffcO4Ch4BAg0nc2vm82FzEAQNMMPF1uHZK6DOCqCpRAPQxWoOHUgmJWkMwgaj1wlpKFZ0ZjSqIFFO8HJ5bSY0+8BNt7YjDdARo4zMaN68kIzk2K+p6dT+73gGw1j5YiDHeTETqLjaf3vQXja2PSPFXgrhKfDealNg9Py4GckQ9yImJmerEHhXw5wnEUmFXhkbyXABzPDBlsCAYJB39cH07c0O44x367euvJYEVYi5JWLRM3ECNJm14xouNYU6hq8YfNrVDVy0VJ6DnrIwn+GsFIW+pscOqcDQpcb/dBkSuVgq1lLAX02sP8ADjTeNuTUaNLzqFFabLUKMQIJDjOWuSSc1v8AN64BKRIaI+hc1zWk5oYz1Wqt5j5KxqkABpKZiEUkGRCJ5pkWlptNhdXiwR5PEgKQEyVhopIpKhBgtOQZoOk+ttn4XSnW4QiuiEu5TzCtPM2YRMjcGRP8MbYzvg7iTT4qnTPUjFkYMAR8NmiDcFewgEYWbFTb9vJRsZq+mYWZ53TYMvmVPMCqAhBBDUw75LhiZPUTmkXHpijEEyMp0NryNFn8iJIHpjf+PEKNQqKFXNTgMgyr0klgAN4ZT/lwd4kni+XywOapQJkrrVpQ05ROpzA98ONlLWgLLmCjZNh9l5OlJmBdabFRAcqrtlzTlJKgzMeugsMXOTcL5pNOqzpSzJnUAhmMuKeSnBuNzaBPfGy/Z7x7h61NWYA086CSRKt+6LzczEz8sUPHlAjiy/8A7qLUAE65SJ2B6h33xoy11QiCz1mMZOyoVXi/NNJaLUjwlHpY55DM6eUKvxA5gSwYTujGOnF3mPh2txKTSWoGLsVcKMrS7JJI+HLRETH4oi+D3iuoOJ4EvrCU64mBlmVffsf+nA79nfMzNSkZyAZxplUhu5JgmQY3IPY4WPFuQ9ETGZBmM0IdxzA5VpGlxCVDUVgo6gPKQ3DA9KqXJAEaLvjO8Xyivw7AVKJpnUK2UggNteInfXB/m1TyOZVHQglaodbiAGYVI6R8MGCfl3xpPHXLGqUPMy3puTaSMjRnOYrEBoMbXjBQ8tNBkUcRNa9lTg74/wB0WKp+E+Lej54prk+ImVLWPWwSCTAmZ7GMN5PyBuJ6FyCoJIV3jMApYMLE6wIuNYNsbP8AZ5zOaNVDs4eDoQ3QwJ7XEsbfXGb4jh24XmBVQR5VYZZWIXMrKbyICwdDpgmldiFGwBz5GbRiFNQ/Z/zAqpWpRggEffHQi2ikfQnCx6W3DyZvfs1P+YJ/M4WB6c7guV6nmssywDYCIERAtFvTDahJ00iL9yfXD4MxeO2sxr/59McCm1tvzGOAu0E1V7CZEbW/3H8sNcwTub7Tp/L9MOZtIvHe2wgA39fmcMdogk7CdbEgkSfpp2xFaZMdpj/pIkH9cDefUM9CoAATqJgQYsZ2F9R2xb4isqmMpBuIi5kEzbQRvgRxNYkEsxC5CQBpBM/5jp8474ZgZrByA+0sZIGbSsS9XMQc0G6wCSB+8xJNgTMeuL/I+IKMRQUmoQFp6DITUQtUGwvChid9MB2UToSLTFibWSBbN3xa5bVkvL5ejqIEswDo3lU/4h39xoMd6Q1YUi0ayOUXFOaVAluIkZ6pBimCrGoBcgBXaZjbeMF+MSrJ8h5daivNyGIYU0ST6q7wTFxrOMvV4oFDTCGmpjKi9VV7VhNRtpBII7xiatxmYDNnyo0LHUyDMSCYuTmIWL6ThB0ROP368kc0qFP/AGhnei9P7riSyAKSFVxlprTYW1kHU74z32n9+WbN16QALqoIOubUXGLrVs/lZgHUZTNMxUECmD9BFtJDYFF8uW0ZbiToTEs0b9hrhuJoCFI4jFW6tQhjKsNC3VYKLqtrFjftrhlbiWJLGdIYC2URCr6sfbfXFdXgawRcE3uDGYjudl1w9RFhrrLW1/E9zfWBfBkImqO8r4lFCNXUVHCzRpsZADPUV5sZYN1iTFhpi2rsWZ69Q+YaZzU0IhQrIlUNM3ZUXQ7m2BPBcQVVFTLTJUk1Hgs5Hm6A6Ag5Y9sdSoqBlVVIK/E8F3PmEhgDdbCInthZwqUYAXfRXhxLBs1F8z5VepTbqAIp1Lr3CIYBnUC2CXCcVmTNlFOFVQCxBTLKuuYjWQDpvjP1nD2aOmkApp2cQjQpEXlmvgxyviSyuSwYy4zEayTeI3Baw+lsQhP2TB1BuXoXM+Jz8rIJNqKGekFihU/CwBCyRMwTIIwM8B1Q9OurazTaFKLEGQQTaZXQSTiwOau3LT5YrDLSdScqubCJk3souTdJAE4F+CeIIeqFzMVQGSqnKVLdRB+EdR6xdZsDOADIoQb+i8Heq3jBcvH1YsDlaFZNcs2hT+JTAmcafxo5+zNLyJpOAWYSc33gJy6FSLWI+eAXj5T5lMkVgXVviWmvwvYgDUdZIJ+Ia+hHm9fNy0iHgUUIz1VVQoKZcoU5mEg5c19jjR/aVpxq2JwUXgviOpcoUIhYsCWleoGmYg6Z3GcbMbSJIug2TmQCjTiW6ocj480KCBACkgn0neCvBFYCs8SD0zkrZYExlhj1HNB1sb6Yo80quvGO7LVBFWQ9Qz1AixIABAIkwIPqIxYzKKBSZw3haLxywPC0TcxUaIFWcrKcohtJOkxtYbXfC9dTwtMFVOXzLkVGnMHUmBMC6zF5BtvjPeLeairSRQKpKObmsjAyDmJAM5yTOb4eqAJw7lPPKdPhsjlgwL5gKpUNeRMC1QqYDzYe0HN0lgQdGdDd21TPB3FMnHJaM0iIOrA3AJB00AubYv8AjujBoMUyk0yhHlqJyN8WaYsDpGM3yri0p11doySZuzaqRlBgNB0zC4F8XfE3OKVZkyU6YK5ur7zM0gBQcwEAEbazOpOCBpvDBMuZ+u1+ymK0vKeIb+zoEktSqAdVKTAaxzLtAJJ9k7YD+B+Ky8Xp8SQolewJJjpECT1W21OGcs8SrToCi6KSFZXzU81gSQoYtDKpawOhnAzw3zcUOIVyqkZcpkEDqgAtYlwLNAFyAcVccQUMAhsgO1E/HJb7WbgzTQjNVDRlJUSBsdMv8R2xpeaOrcvqSVRWQNeowbPAqfAPxE28s/CADocAvHlJpo1JQgoygGkKdQHMTmZWIaDoCR398WOTc0TiqB4bzMjZPJQHJNQkAwiE5WdSsZ5BAfU4lxxaHJN1pjLWNriFV8C8VlNc9IlFEt3zEBQTbOdFU2JAnQYo+MqinjajDLIKGUBvCKIUsZBm3a1tMKjxrcv4moCrFokAFR0lldSQCywUXvbNY4p855z9prF+uyKpDsDATQyAsiI7nuTONXDWq6DKGa+MiF69wqI6KxpKSygyEpsLibNHUPXfCx5pQ8dVVRRlSwAtbQdgYHthYxoikDZX12LV5Y/I/UQR9e+GsbWIIg6d9dDefa2FU0m+p950MfrhTc99J+gtjiJlcqU4m+0TB+ft/viKpTke3zv/ADH+xxMTuAe4EjsZ7YRWJJ2Fz8sRQGiqmlG8GQQDBH4hJ7x2/PbFV+CUg2Pw5SJYE29Dpftt6YJOtvhNtuxOnqcPsL2na2tiB+uLBIyWq7Vg+Y+AgxmnUNK2jnMDEzH4h8++Bf8AwTxaXVrmRmW9jAjtBMD5HHonFV4Op1mfQ4joLmJY6AyCN5HSYOsC22G22uQCmaC6BjjUrzZ/CnEKSCxFxmgG07kgQfi29cNHhniNyRMGSrX37Trj05BAJgagbAXJgmdAow2QSYYNJ1kQZgASP6k4ILbJTJV2ZnivM18OVbdZgCZKkEWtbtb09cNfws/dpgmSN7CYn+ox6VxvMkpAFmjNIUKMxYgkj5A2+Y1xToc8os2UHYN1WvplBPrtF5wQWqWlaK+xtIrQrz4+EnvrY9j8vriRfCb6TGs+/wDOZjvj0uiMyqbXHxQYG0/lGm2EI9j2EWNtfWAdP3sY7c9Y7LGvN6XhB9BPfSN472GOnwm3rETfe52x6SeqyxOukA97+2nvhtN4gzoYiN9QB7Afpiu3SLfZ49y87peECxHx/TuQLfLF/heG+zUyoIUmYz6gnK1raQCJF7nGv7Ai4KgzprpveF274Dc6HQNNI0m8gqAIGk6jf2wRlodI6hR4IWsdVoTG47JwXV5RJpsChqOr9S9LMkgCDNvxAqTJwN8P8xWmWBKHPlWHQMgHUc7A38wHSPngtxPMW+yggrIpZhNJCSfhBzkjqyGYiQBG84FeHgyVWfNJCWgKZzAgZplR6zfTG2kXXIVMCo/FHHZqymaLEIB0zaGac02D7mIFx3xf5vXU8KRPBqRTVohmabEibBamgOuAviA/egWnIo/u47xYa+574u8bA4ZhJsgMeVTsTlC9ZOY3kTEwMEoKNWD3R4Khy6sCGHQJEEwO0zOuNwvm1eWNU/vDUC01SkTm4dabMfNqjN94WAgvAKgiJxgOXMwZTY9Q6TAzCGX6ZoGN54MIWg54Z0bjaxFKmlZozUQA0gTcFS7E/wD2wLRdx+DAVyJJD2q9VY3ORvlAsagAgiSDa+5jHS4SSYVZOUbRBILD1Hzww0spKgdCMVZW1BBOcfkDrjrVbZ4GSICRMEELOuhNvScZ2r0gdhWv0/oc65pxqNYMVFQ6RJEa6W2t8xhgBJKKco0IMt+c9t8JH9Sc8gbZQR6abfTCUTlUzAiGnUAXNtzJ17YgqFp9CB17455k+ikMMC2ii/lGxNpBB9ybd8cqDciQuiZVkEEAETfSDiCnUky0jy/hPfLb22HzxMlQdTsjBwBAJP7nSfU3+uIhYOFBt+W3LkMitxzunUqcvDPnr1OIoLWPEZaYPDAEZqTZAGamZIgz+LAfwH4i8l3FPh/MqVlC01p2boBYFc1shJIIH7oOCXIaL0eWNxFKh5j11enW64igoKioEk3XMbC+lsZjwxzJqfEUTTDVMhy0RmC5y6GmVLHbSCBqTiN1muC8vaNWYUKv+MeFVOJAp1WqJVAZ2dgzI0tmpE7ZIAg6T6YDLBME9Hf8o7QPfGl8ccvVGFVAq1qrH7TTz5ijMiMLEwFnzROhnGYBWcoUGno2/uL7CxxkHAL0llJdGMfb28t6sDinP/Ln1iZ9ZnCx3+04srtlFl9tvywsSvgmbh4z16L0kmb+9vXefX2x2ND9Ne4+eIzUP0k22nQj0FsOpm9u5H5TO2POJVdNP01/o7bDfHXbcDpsBbQHvvB1vhu1u3f5a9t8ObUmb3vpHb3xaibnUAsbhfSYAvoBMzjJv4qfOekMhiFNjabkibn8r41sToYGgk29vr+mAPPqVaoIp00IIjMCua8WEgEA2Fu/rhiC7WjgjwFtaOVTifFINNopnO3eMoI7b9/pijwvM+JZjlZqkS56Z2vJ2HpihxPDuhiorLExmEb3j541vhzxTQoKtPyWQEhjBLsWIAzZYiPnNx6nHQ0bGN1RVNygRMqxtVmuYc3q1eljlU/gFhI1N7/ni/y7wfXq0hUUqua6qWIJAPxi0ROnfHovkJVWXpdic4AYTBMzcTaQMWRTJvta0Wt/5P8AQwLS0FGii5z7cQKNbTevJOZ8jr0sz1abATd7G40Egmcc5VzNKJDGkSwkFg23+EiMbnxP4cqcR8FXpFxTYQJIiQQO25vjz/mPAGlUNMkFlMGCCB2uJB9e2mDNcJW0Kes8wnbddmtVy3mq1bhHAWRMQoAB1M3JH5nFtI0BsDcx6gX9J7dhjPcBzXiCRkpBgBEKsAWKycunck98H+q5eLSFVTMRdRMTcAX9R2xzpYrhS8rLhXc8rcEAmdMpIggW2B7DHWhpkGCfbcCxNt4wlUk3nYH2vb9ZGHHqAJHTGmuwaNNB2OAIagqaGwB01gRG5E2H1vihzHhmdZmOsNFi0iygHSNN5wVGkkHpB1ntqLfnrhjURLAE3Mj3Jj8rH3wRrrpqFprrpqsXzjmrGiUc1PMVQpUK8FVMAToSANY2wC5bzrymbocllKgZb+hgkG3fHpzcIhBlQTrcAkD1j4dSPUYhp8sph5ygEwL9RvrFzrFxhxtqaGkEJNzJS7AgBeecyrl6krTcCABmFzANzcmZ9cScZzEvTyim8wgusWWCSbntGm2PQX4SmSehSSCQNtI2+X9DFduWU8ptJY3AtPcXJtePY40LU3AXclosdvWA5crKYywXhhM2vl3tMwR7HGw8GiUrPSObjVIHC5+mQVl8qnUWqXOne+B/O+D8uqhUAIwZShv1D4ewFpAO2b1xN4ICU0rcQi5uISBw6uYzAqGqx/FBebT9cdF770IK4gjInos9xFcMxZLrJLGdSTJYncxOFV+ItI8tu/fv7TiKooWcvwD4hJsBtHop01w5ipkyppCLXnW5+t9dcXVegaD65+FfD+O/xU05CWm1QgKI0137WjDQAB5ZNwfi3Np/T/TEfmCJ6crfCDtuPaBjjNfJJzTnzR8wPbb5nvihmtOdhTryz27FMFzMUmMk3uLyIPbcfQ47nzMSZGTT11P06RiMpIyFiI/FEZrERPa+ONULCWzApoP3jYjbeIxautOt2Q/191seRcanDcB9sNNmqVKjcKykkDy2ABaIIAUgyQAfXGW5HzcUXQvldeHhwDbMFIAt+FpNz/CLY1PImalwpqp95VycQHoeapApFQRUyMQB15STqROMh4dcefQlDUCujKgUA1TmEU5b1M974zHTWXn7WCZQa1xWu8WUValR45M2fjcqVUIJ+BSFYzfQCToSZxlF6QUUEhtSdrQfqMHfFhAFN1lPMU+ZQkBaGXJmAAsJDkxH4SdMZ5agAEEFdGJPpAFzpJH1xhgwXbs5AjAP9fY7VOOIy9Kk5VsLbCw/LHMMSYGWMsWnttv2wsEx3pi95dei9S2F7d9ZBMyPcn4jiT0Nhe1vX8v9cQgi52udZgzI+Wm+2OVOIteRfQmJHp+VsebogqbzYntYRH9E6AYiFSRJFu531Fh/rhg2M33J+RPpp+gw8VLE3kmNja3p3n64tRPY9xAG2++49xhlZm/CyggTmYEgToTHyMY4zdV7EwPW51+QwvKhpNzobbAfmdI98aCiyvNuX1RNWo6mIAgwSAYECNbTG8Yo8r5k9F/MUIxm+ZQw1kG4+InfXGq47ka1WzO9Q2+EMIssAXFh664qcs5AqVM5bMikFQO4JN9MwBt646EdoaGYp9szCyjuSnT9olRVGeirNBggldoHSZm4ubaYz9TmVevXB8x/McwsEjLqQoHYE/zxrq/C02PVTBOksoNjsAPmPniDg+VUqb51EEjLckwb3nYxvjDZ2CurigMkiZUhuKC1eJ46kMpqVspETmzH1AO3vIwL4LlzVXCqLzckGBN5NtJxvTCn4e8n2sJ7mBGGrREiwmIuNrQSdbE6emKFqIGWKttpu1o1Zh/DdUL0ODYyAShIMxY6m/e2DHLuGrAffVJkfCRJGU2Jb5iRuLYIhu+8bzPce0/rjoHtbXX0/r5YA6dzhQoT5nOFCozSBOneBOxnU++OeSCDczEzsIFo9TAw8NBvebToJE45lnW8aT7AH5XwKiFVR1KJIInp+HS8AbDTeJ9MRtQJAABnWD3Mn2uQDiyzX36b+tzEDvtju4HrEDva8Gwti1Kqqqk7CPUfOY0A7DCckRA03+RiPni0LX19TuLEH88NHwg29PQ4il5USZubQZE7iRmn5j5xhlUxEm/bfW0x3GCAYGL99RFpj+RxzIJmIne1pNxPp3xFFlfENBmpt5YGdeoWBJGWJi5DWIkDYYC+FK+RXcgU2Q/d1mAYpIGcZbMSVkGBacb2rRGWCAPw3ETPsLrIxUqcEjXempgTJUHLaIBImIB0w5HaaR3CEq+zgyaSq85FUEyMqyTmXpOY99YkiPphp4kK2YG2mWVgevbb88a3nPD06XSiqahGkLKLlBAYBbgz3nTGe+y/7W/kMPxvvCtE82KRww665Kl9ot03BBkT8M26fzww8WIADSnfN1WhhP6Yk48EdKzJ1N7f74HiiQOoXJ/3k/phkNNFzbTaDG+4Md/0V3z1gZiCLBTeVJJ173jFtuFqEg+W/wDC2QgjfTtIIBNpwY8LeEPhr1QQRJQEEZYiGYHVWm2NJ/ZjZicxExc6z8juJ9eo3wnJaWtNBijROkc2rsFnHqP9jCUaZ81VKM6qvWHnMlTNBCqCYIk37YH8i5JVpVlZ0ZAsQabIHUwQGXNIEKNdrG2Nr/Z5uNbFR7gQDb3+WmmHf2UQQCZiw940J0Kx+mFhaqAgLD7MHuvFZTm9HiKzGoaAlbMQyjONAzgmS+nVeewmwXy6s2SwESWUKSB+p9cbPmNAP0KRl1eYIYwZCnXYH5HTA6ryhW3K3FxsSI227CTEeuGIpcEhaLaYzciOSz4pt/7R/wDy4WNJ9jb/ANwD/MR+WFgmlQPzCZaek7FZqhQ1rKZjfU6n9MSA223Pyn/QYgDm/ePT2Gp7TiQPe2/898cU4mq9EBTBSFtO8kz/AL7AThF7zv7mJ73tviE1YAO4mLfWPy+mOyTaO5nbU7+9yO2MqKwTHYidIGvv88JXOlgRudBa0Rv64iVttzrOsQPpf1w3PM30j5kT2OmbQYtRSeZYEQe0jvHbuNPfDwPlFttP6P1wwuPc+8fUfl8sOB10JudPXpMYii7km+u2uhuAT7ScdZQdBqDI1+enoPrjkzPbWfT2H9Wxw1NJ+YtpPqJ1/TEVJzkzOw1vEbab6HCzjXtMXNySZ98NBF7m+sfL/f64QbSZgWJOpJMkCflilF3NAgdvrEn5C2+Ez3iNfnaT9MdmTE/Ia7d7aTihxHMALAhha/f4oVcvy6saDS7JClmZEKvKIIPUX3+pt2mb47Mxc7eokwIHvrijQ5jmaApJmBBzXgazFon6YttUGkGInTsLgfMa4hBCkUrJReYU5e95n0j5W0n3w5YAG8wYAtvP54aWg2APp3jf5SThoERa8C99dDt8/nikUp4c99JG3bT2w6tUFhEyYsQD209b4iDxpl2I1sAP98cMTYb2nWfnqbXIxFAnHQzoLn5W/TtjpOnfSI+V9sMmbSP6N/l/vh5aNCIFxM3I/qYxFa4QIjYRtMbb7YGc650KFlHWRKgiAo6obXX0OJOcczFBDBlyekWiZBzGNo7xjG1q5ZizHMSZJ7+vt6Yas9nLjedkmoIL2s7Jcq1CTJYsTcyZJPcnvitxPExZbk+1t8P4riMvuTYfrgWpkyZO1/nJ/KMdmNlfJA/EbfoRoo8/guh7GdTf39caLwv4ZNdhUqA+SPaXIaCtrgRN9pHfFDw5yU8VUuCaSxnIIUybKqzqxNvrj0taARQqoqgCAAIAA7Rf8sLWy1XBo2Zri2aC+b7khTEAKAFFjrmNgB84MemHLTUDTS0C8+nrt9cdLREfXSx39LXj0GOM0fI6gDUSRl9+/accVdVNSkJ94ifTQfW+KPNKsJlUjM0hrkQJi0aWvb93FzjOICpnKkbhYPaADvE7+uM9Uql2kmS159NCBI20+mCxNqarm260CNtwZlNKCSNpEWuIMyCNLz+mpwyoi9KkgZjb7wINSTDMCoY3CzqY20nrFVBLMMoEyzQJkLreO+hjXFvha7LTbymZ0aQ7UXocVTJyqJ8pgjgBRBAm+2CyyFowC5VniMhqcgo6VJsog1iIEHyeBeRsc5PV/i31wsQFaS9I5dRIFpPCVwTFpIy29sdwLSHx5N+q6VxvCFdHxdtNo7T8iN8OGgmI9O317GPnhYWBrspytAEH0tNwIk3xItSDc3j2n5fPCwsQqikdTBjawB1Gk98IE9zfQTFrxaJnHMLECpOi/wBTf56/OJ9t8IPYmbidz8jhYWIom1awAliAF6iTawBsB3/1xQ4fxFRM5iyd8yiDNjcf1rjuFjoWOzMmBvJO0SujcLqLcAgr/AwI0YqZC7SQfXbGioUVVMtgoF+nXuW9bHvjuFgeiDDQIT5C7NZjnHN0JyUlTLCg1FkG8SBaMto+ZwHp7AEAmwgdtTa/qbb47hYi41TNKA8onRo5QQb/AF0i8z6n9MTGN+mdvy/n/wCMLCwm7NenjAa0AJF9TYb7iCp/TDSwi5svUI/hsDadvrjuFiltNc6d7gXOhBBB+Q1GpiMOWl6e3f0sb3P6YWFiKLnmd9T7ep+gNvnivxvHrRXO14mFBEtciBN7yDI7YWFjbAC4BaYKuxWM4jiGqMXe7H5bemK9SqFE+/ztphYWO0zILoyvMcRc3YEMqVC3UT6RrA/XfEvLuAavVFKn8TEiTYKO5n20+WFhYac66wkLxQJkl1sV6jwPBJSpJTQdCiRpcmTn9yd/bFiINhcwJ/Lvr/pjuFjzBJJqV3gABQJIbzpBF973Ye3rt2w1nABMyAJuDAjUkX2vjuFi1ZNAgXHVyzEmN8siJsMpMaEsdD6YhLROsRczOuu43i4wsLDzcgvKTEukJJUvK0zxURmsDH2erTL3OUs1NxOpNjsJxd46kVUq/l1Wi54nhmpKRMhBUpWUSM3YmJN7dwscmV5datEea7VmYBEKIcedcMDHlTFuni6+W37tx09rDCwsLHR7G3iPMp/s7V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12" name="AutoShape 12" descr="data:image/jpeg;base64,/9j/4AAQSkZJRgABAQAAAQABAAD/2wCEAAkGBhQSEBUUExIWFRUUGBwXGRgXGBoaHhocGhgaGBcZHBsbHiYeHxojGRoaHy8gIycpLCwtGB4xNTAqNSYtLCoBCQoKDgwOGg8PGjAkHyQtLCwsLTQtLCwvLCwqLCwsLCwpLCwsKSwsLCwsLCwsKSwsLCwsLCwsLCwsKSwsLCwsLP/AABEIALgBEgMBIgACEQEDEQH/xAAbAAABBQEBAAAAAAAAAAAAAAAFAAIDBAYBB//EAEQQAAIBAgQEBAMFBQYFAwUAAAECEQMhABIxQQQFIlEGE2FxMoGRFCNCobEHUmLB8BUzcoLR4RZDotLxJFOSRGOTssL/xAAaAQACAwEBAAAAAAAAAAAAAAADBAABAgUG/8QANxEAAQMBBAcGBAYDAQAAAAAAAQACAxEEEiExEyJBUVKR8BQyYXGBobHB0eEFFSNCYvEkgrIz/9oADAMBAAIRAxEAPwDR8ZxahpHEVW+8rqQrAkhqcmABqDAnSNL4zNTisyRT4VmYrTDPXJMkhkEAkDSwJOwvjT1Sxqg+cwPnMRlQAp5tGzBoMixvECROmA/Dcrp2zo7BVQ9WYqB5xEESqBWUkjbsccMu3ruxlrVl/BvFVf7W4MF1IkkqmUgA04MxAFgLnfHtHEC7ArJuYm0WggDUzY7jHkNFhS5lwwCZCOJRYtIUsVZbDIBlsbk2icew1TOhJEes23B2MAi9jbDDzWhSsgo5Dq4nKrfeEgjqhUy5hIEGCYt8ttMBuMcTJaWYZgXEATM5EB+Kdzrtg5UYypGoJm1uq5L09jI1Ewb4C1qkAgEjKOqOtTB13ZRBmLWv2wsVpiG1KcekECSLFrySwtAiwG+Mt+0imPKoWjrcATCXXqJbcGFt641WW5IAUd0gjbVWIMX/AJ74yf7RxFChEf3jTAsbWscFs/fC2/KqyXCNbKACPxeWCoEakufTtifzgAIAIGuWygC0s/4vb3xQosSCs21iJIHeNHT/AGxZLWGmRdGQSt9Qyag/zx0ymo5DdwUVVmzg9WWAB0wJt8A//qLYs8teWciOlJg3BGcBtdYkX3JPpitVckzv+/TOa2l1Mke2JeR0M/n5csimJJGWZcazYHS0XxtuYSFpdSoG1etHhn8g1MpNRuX0RmyiLK5YETEno+Y9MZ3w5WRfsgILA8YynufuUZTfWHK3tHzONTx3RwhJeav2RFIEMGIpMDH3VrMbzcDvfGM4RZTgRlYxxTAXeRaiSyShUxqcoMxGFmmpKsGlnIG8LSc/rSGIcLlTiaZsYzClRDLP7o6rnQjFfxHxwHK0MnPUemsjUQEd2iB+FRYm84krVmq8FWbK8l6xFmYxkQVA0UiBEGDa86YF+K2deC4AMWkZogPfpSCHyBbAgGD+UnEYASAtvF1lP5IJwJEcUIn7tLxMDzkAJnuCdN8af9oQ6aIUCfNcSrgZQUpmMpgzewJA174zXLKJA4z42U8PcS34atMltNBMmbXHfGi8c8PV+x8NVdGBY5MrTCA06ZQyQI+Egi8ycEI/UCud3/R+KFPWPkwIj7OhcyCSRxJCAzuV0E2Gu2L3i3gjS4ThabAMEVkJkAmIIESYEHvsbYBcL51Tz1QFpRViHGUGupBF4u5AAPfGn8eFjQoyjqSXBJNSVOYWhiQbT8MaWtbFOweAtB9SfN3wWS5zWqMaZLSTRotLHX7pFVt9t8WeE4IGnSqFgVNdKeQgEnMARJ0EiRfscQc+fp4eCcv2dFElgRDFGBltnVgNNZjfF7l5ycIlR1Yo3E0GEHLOXzQ4/vMw6RqPQWF8GeKNCxE+hdjmGov4Gem/mcM4Ug11sWBDA5qbJEX+EP8A5Z2wL8QKVrUySSz8OFykbqXp3ERICRAn1g45yvjvK4/Loq1zTXKVQgeY4UEiplOsySZ7wcVPEBBrqoIj75buPhHEVrAl2JBsTO/fXAwzXJ8FmI3SwjePiQingmg39o0lYGqGgqWViF+6cq4XWAwIzaH1xb8AV4rVaTyTmUgQ8TmqKzQBHxZBBt2vgdw/Ek8zoNYgjhrk0ip6VV4iyiCREWJPvjvhqmtPmFbJVCKjlQw8qCBxdIgDNqADtpfGX4gk7lh5zp1rIpzupkbjsoJIPDcSA6uIYyGgHS5QGw3wSp8vlXC3zLxdLLFoheJoxYDpLlZt6RjPc34gGvxAWoIfh1cBmV7hqZKgxINhfW0nXE3gnjEd1zuqn7RBACnOW4Z1gp5ZgdC/VjY3NAatVcmq1p8fkCqfhLN5lekAD5lF8oiVzZQVa4O5N+5vi3yzm+TgOFqkl/Kq1aLSYIVwKij6Gd9PpP4cY0uZvSVsw6lsjklgDl/u1J6Qp2MfPAbltY/ZuLow0+atUQKnTlfy2bT+ILcakbnGqXq+iJKf8hu4/NX+Smmn22k9RfLCVCoJVA7U3zJEOBm0spNjGKPEUQx45KcZRSTiQqyMv92yiJaCPNcGTNsGuWcUTzIMQw8+iC1mkF+HUMWEyZyzNrGYtcbVpkOgBJWpy8AxBkJSIzdVSAIRdpGkY03Mocxc17DXYPos7VqAqrDefS5EgTvcDBPjULcNQYmQadSlb+B2KqZAg5WWe4acDQv3Sxe40yzFrQSDtP8A4wbrcFTHLeGeUh6tQkKUJJZFVp1K5WWI3sd8EcaN9U1X/IB4m48lPwXi6qtNAHQAKojy9IAtphYyY4wAQWSR3y/9uO4ZwXGN8Gi9Yqc34kOCqJBfhmBLMD108qho2PVMC0b4B8f9oyHPVRJpXyKZha+kkhgQ5LZpvaRGL1LiyXH/AKs//TkBVJ+GsyZBESImw1BAwI5pzZQHipUYj7QDkQi7PmBzQLQBuGUWvjzoJK7TW0yAQPmHC+VzGk0livEp1VOot97c+t72n3x7lX1LRJPTnqWURJkKLxPzx4BzOsRXSoxhjWBLFs7N1gzm9Ra2Peq9TqZhqIgtJgxaJtB0kbyN8GlwASkveVTiLqGEteQ7nIsFpkKOokEwBgdx0BS2ZgpOYMYWxAC5UHcECW/kMWuMrEnOCSyyCWEspMAGNBBnYg2uMBeJqHKsmC2UMwM5i1ygYCEABy5cpiD2wsVpoUL1AGMwDMaglTsWP78mw+uMh+0euDQpAG4qbGYhTtuZxPzDiHDCCcpuQkdJLMAwHfKFue9htjMeIGmkssTlcayGWxEEdvbTDMDNYFXKaNKH8LAYSAoOkmDOxWLgz8sTuOqSGECz6VGi1gPiETc4p8M5F4j2u1/4mtHrpi48KZICZtwZYyP3zYAj+eOgc0eEgsp11yVWuLmVXMBM2VgO7kWHtri14fc+Y4zHqpETcMRnWRY3mbT2GO0uEapWpU1HVUdVVRYAkgA5o6j+VsaZv2dNS4hlXiEZCpWXDAjNF+m3xL37Yw6eOIgPNEvNE95N3FbJmZuAbrlTw1HqduJNxSYDYLJi4iCWvjCZHPCK6QRQrhgQr2LogHW0KFzKJAki5Ii+NlwfBsKApZ6jkU1SRWrrI68s0w2UKBYzrignh6OEPDeaxllqBiz5VbIAITN7mZ0MYVbbIWnvIgieYCymNQn8K4p8vdZpqTmBhaks1SgrQCnQImAdPlgb4p4ieD4dVakwZ5Y01qEytJdSbMRLHp0PzwY4PlL06FWl9orTUABOY5FgAN0kXkQLGYtinzbkdWpR4dPtB+5mZNRuyjIogDcH5Xtim2uEO7y3LC5zctqznJ6YJ4lQqmeHqEHI/encXAByxE21nbGg8cNPCUXNNAwqWUU6wMGmoJlzBBI7evfEb+FHzM5rJNSmyOoNXeBsQGAKiRF/XFzmvh9+IpJTaoENNwwYms1hTWmQA1SBMTOsGBi+2Q3gaockD8aDaSgHh6i/nVgtPMxFMkeQXuK9PKAJteBN/rjQftC4VhTVShgM7hhw4p7iCrZr6xFrgXwPoeCsr1CtZZZSgmjGW63nPO0ZgcFOecoWugUGnTym7CiM9ycyjq795+eKdbIS8Gq0IXXyTvPusdzNfueFbulwUQf8ypmIgkMwPSZgkGNATi8wJ5ajDzMvmoWBWgqk53AC38wmTN+n4thi63gQZaamuctObeTTzR5mYiQbmTrsLYvHwovlCl5hmQ8mnRmzMRLMpOWW0vYxfTBHW+CgFdu5CFnfu3eyDV+DKcxXNCh6gcEvw5n74jMYGUHMrdOg/wAIEt8U8KEroc1nqVVvxCsQVqsT0qsAXAsYkHTTB2vyIHiFrmu+bMGgU6QJGcsICrAOZplhcDEHGeF2qVVZuKqHKWMZKf4nZjOUATJ7fTGBb4r1SUZsDgG4bfmg/K+ag8fw7eYwKGlTlqwBbKVU3jKFgyN7XJ2tcHxZTjq+VoIaoBkruDerTkKwpkk5ddJNwRi3y7wktKslX7RWJWCvwi4JNzBtaMve87Yn4nw35nEPVPEVVaoXYi0feAkiYm4EYp1uhOAOzcqNncXE03/FUueoPtlTNWdZ4ZiJr1WLRYKWNMMbD4SIbIL4n8CccKbCajZhxIGUecxy+RWBsq9zr/CYnF7mfK2r1fNavWzCn5YhrFSpEkyLmdJ9L4byvkVLh2lZJYq0uTIOVwIIIi7ESJPtvXbobufsqdZ3ltANtfaiF8pQf2wCVHVUdcrU6jxOcXSZmSNe+BtGghbjAyvIUsgFJxda65lKkmLEa+0jGko8hUcR9oUtmk1AugE9RmDmIntGmuIE8F0w1Rg7zUDBpgj4lq2kTOlpOI23wjbs3LcsDnSNcFD4d4SeYcMxptmNNDHlU7laZWVzsZJyi5iSTppilTGXilOgXh6034a6BqyZR+EkyDNzYwNMFKHhlKdQP5jAqFAULTAhACDZbz8RnUnEqeHQjZ/MBYZjPk0SJYsTlGSLl9v3R2xf5hDU4rEtne4tps+qxFNj5akyR0wQUizQDJuBeb4Mss8DQcOxXMF+OiBnC1A1lGfTKJbWJvrgj/wLRgqalW1z/dib3B6LAEzfWcXv+HQaFOia9Xy6ZkR5YMmzGQkkXH1xbvxGGmG9MCN+la6mQovPma92/Mf9uFjaN4PpAkeZxH/zH/bhYL+aQ9BLmzP3LQcVwlenRZmpoCKEmajt/d8RGaw+IKYABuCbyMAucUaoeoGelTAbigQtj+FyskkybMs9zFji5zBmZGBVgDw0hmqIZNPiAGJLLqBA6RfXSMBubsEq187LAqV0CioqsMyCJygDIYEAWM2y3wq0eCI0EHFZzn6L+8XOYHOxMR0RAyg6ESSBoMe706+ailQjKzU1IkSboPwiSRAiNdMeFc7en5JRAC2UElAYuqm7te17Rr3x7RyDiSeAoMAylqCwqCWPSYljpPbG5RqgpeTvqbmFLKQOrNAPT8YE/g7qYPQbiBgHXWA5BJzMXzqBIACdLUyRmY5oJXWTYxgvxVgwUAE9MJLVL6ZnJygyT2i18Z3jqflq1NczGQWSk0swBt51Qm8gSQD+H3lZaYFmOMpA1CekZTlJIZSDIsuQX9ogDtjO8+X7qSZhgJnaWEAxP17Y0HNKbZ4OWbgZLAAj4aWkzu22AHPwPJNxZlv6TsO2n/xGHYcwql7pQrhqd1ubaRrH8INiO6nFiTlkW/wCV9c9M6H29MVaIMye+r2WfRRcna2Lpsc5JJ0zuMoHoqat88OORYBqIt4Ipk8x4eAB1O3QxiVpuwlToJAkY9IqD/1TD4rnU9IgPAIiZIH5Y8y8JE/2jw1up3iWiWBVttFX88eoVHjiWGx6rAbq2+sWjHD/ABLvt8keHM0VegDlBLRJ1JECzwJHpiQvsBoInSxSTpsJxWpoSoXMCtwR8jYHsJxxqs1LmDlE+wQwo9N59McwBMUU6OACdANPaE2jWffDM9tzIO+weLTbXv2wxeIgaxIIHpZLxMTvh1dgbSLBhYzIzyRHtOuLV0TqjGCAP34ubQRcx3JjDGPUF1uQAJImBEenvjhcbWktYe15M/PCerqZiRvF+mDadD6Yv0VUT69W2svJzCxFjaG/dk9sNqVJDRJgMZ9Adre+mFVr/F2JInVoMQQOwIBn1w0tIfeM+0TedDtilAE+obtAgZTlvB+FWJP++FJj1M7i1xttvhrgS3sRf1X+tccNrTcBtdDZe2tsRXROYxsYCnUzo4F49MO8zLG4/wBGBiNAIOuGA5SRI/F9AQbH2wjV+knYiSBI10HrilKJwBMBTME//vMfnrjqtox7CRpfMRb64jaqBmvuxgf4l9dvTCzXBE6A/hM9dj3Ov5YuhVUU1MxAkg9O/Zj/ACxGapMX0H1ynX2wxjCnWQD1AjTPaPWO18Pca/5hrr7+04ulFdAn5p+ZgaXFxGOU2DHeJXXWSCItppjjfFaSJ3j96Ld/lhUje+2Ua/xEQIv9cZoroE6jUkSDBOTaLQV+u/yx3J3mDAJOt1ife35nCoi0Qfwk+nUfXbCT8Jv+G8i9yszpvilKJJvfUEz/AJFn9Jw3LpYDsddhF/lhUQJX5CfdY+lsJSN98puNr6fPbEVqxnJv3wscp0xA64t2wsRVggXH8l4cgDzM0Ua6HNWEDyiGQ6GzToNdoxQ437LSctTyvNUMGOeoYfh+qFELIqaiM1xtjQ8RxpNQf+mc5/tKiaZIVqlFHEDIYJIJ0vExF8Zzi+JrZAfKKlW4U9RYGPKNNSc5GpDCSvs0Y7rcVz6urj8UB5uynh+hcq5VzM3SWOVcwWmBlnQzvrvj1LwW08s4f1pAQv4gJA+etu/vjybmId6ck2AAktMwWQbCNN5OPUPAVUnllDWApUzlRImMskGZB11nG5RSMeaFJW+i3ENCjqyq1wFEBiomCw6g3SRBMXGM/wAehCLTyFEETQzZQQRMkrOcZjrP4dNcHq1RbFWY2eXKggQJKuzQGgi2/tgBzKscspHlhYOYkUxmAAGeRB2gAm04VCtqzHMli4yqMoH3kpYgHKpB+EEmBv3wD51/cPMjTS4sREHY/qMGeKkWXpm+VRY2gEZwYWNyRvgPzhR5L2GnYbEXth6LYqk7pQbhW6p3G+pAOpE/h10uMW53OYEn4jDzfQN+HbUYp8GZIsSdbSovvmOhHffFwG8oSe7KQumuc/Ae/e+HCiQdyoRLwYY5hw3SV+9k6NnOVo6tTfY2xa4nxrxDVWGdQczMQEUCyHLBNzHYyJAwP8MAnjaBXKPvJzCUBsZF9bTf0wL4irlqsRIBLa9iSPb+hgehY91XiuA+aVnkczulGKXi7iM050iJgoIBgme5vJ7GfTEaeJuKKlDXe98xCyCBsYBGsRpgF5tom/5b3+m2HNWkwdLx85ta0Y3oIuEckr2iTiKP/wDFvE5ifOYjsRTkC0iy2Yga30thDxZxMCa7kqTrlIMmQD+988AS4ubfT0Gk46zCDMTH8wTpfvIxOzxcI5KaaTiPNH28ZcSWLebrmWMq5dPiAjX54avi/iRA8wNBtKJsCCDb4Yj1trgA1Wd/XUnfafbCNQ3JvrNz22+uK7NDwjkp2iXiK1B8aVwznMpDAwMqjLoCNJ/TTFceLOJBIaqLKQRkQXuLQBfS4jTGf835z39h+uE1S5+dpxfZoeEKzaJOIo+/jHiWYsKo0jKFEfDE9/mTh9TxhxDBQKhEEycqnNI0NtI+uM6D7b/kNRjpq2ibX/QCcTs0PCOSrTy8RWlTxhxOZjnTqBOUoMoEDSQI7iTGK48V8TABq5jNyUp5iI0mNIERgHmt9fpYfyxwtbtcn9BH54nZoR+0cgpp5eI80d/4p4khia2pMdCGJvAOXHT4m4kj+/Yb6KJ6tLASs7EYDZ7kG5kjbeBrvjivb8rb3tPzA0xrQRcI5KaaTiPNF6viHiGLA8RU6psG2nYAdI/wxjh8ScToOIcwWOoMyBMyO0azgOz/AJQdPX+r475lt9/XUgEflOL0EfCOSzpZOI80abxLxOYkcQ8P6gDURAAtB7Y6PEfESo86oCpA+LWGOpIvf3nAbP1es6dhcm/0wvN0MbA/DHdtrdsVoY+Eclemk4jzRSn4i4grAr1OqJIIH4pABiQJ2EYeviTiAUYcRUlRabgEmDbTbfAjMfnABHsc3/n5Y4tTTsoAPfQm+L0MfCOSrTScR5ovS59xAKjz6oHxfGx/Ce5nL7/TC/4g4mVJr1WICmc0CTPV2sp/PAjMAO8ayIiFE39zrhM+kGbD6hYP64mhj4RyV6V/EeaJLzquRP2ipf8AjOFgVnP9TjuJoY+EclNM/iPNez5xnWwziogBJqBcx4ORoJzarb02AAzVKiFVXDK2ahRbN5RkFa5UlfMMEkEjQj21xY/tKui0y1Go2SrQMHy2WAalEKSoABgwM0mRJm2A1bjuIemVVMo8lw2VkXKqcRLR+LpLQRv7Y5TW1XWukKPm5K8ORJVZeASLxUqRAGmm2kagY1v7OquflqSFBRmWWvbpghRadPcnHn3MqBh/MqKxDvZfhB1JLnUSdMbX9lHEBuBdRMiodLkyNgdLT73wR7KReqG86/otRxe05QJjPX+FZJHRSWNb62O84D8wqZ6iOWYfhpvVAmQY+6oi0kGMzaDTBXiacgiSCR0lTmI7Mh0ZJPwkyIHfAbiuIAYSWzMjgFY6on4gZIYWGUkCxwszHBGiZecAsxx9dM7XY3gljckEyXY7T+AD/XFJOBXiC1Lzcki7FcxJC5ssC2cxC/LEFVQDZswzfiiVAnMxI0P4JtEDF/kdQ/efeCkFosXm5yNkUosn42DkkgTC/LHTdG1kd4JcvDiWlJvAtNSues5Y/CjUxfqIvTVi8gggkiJF4F8EOP8A2fqoP31RipAAFKbFlAHlq4Ni2W2pBiYxbWpko1HVl4ei3/NN6teRViJn41m8yCBi7xxpswmtVQF1YVQCWMlcrkRBVFMsbQ1Y+2OcZZL2aJW6QGrOr4YC1VZarOyPDBaY8xMpEg0ywKzKjpBmTjO8f4dcVGJchSxgEHNEnvEEDWYxtONIKIeIQPTb4eJoxnABpyWJmCqHQbnTGa4kks34hmOZjYtBkBvQgSZ3nD1le52ZWJWNf3sULTkABE1wB3CMZsZgj1MEGN8NTkYyyaw2uEYgj+EAXvvpgqVLMQZJMTA+MxGVZvaR+eEBpImddjFukeskWHz0w54IJhjGNMEuW+ClqURVfihTXMAS1PKgEsvxMbsSsSAQIINyMW+X/s/FY1HXiGFFRmUmnBZS2UsC5AIBzSY2vcxgnyAMxTyaQqVpVS9W1KkzvUYIANVdNh+IGBfBHg+KSoapBqcSyKENV4yLNRYpooFzUWEncg7HCsj3CtCs6JhGAWbp/s6mAatU5hqKOYAMGZLK2cSFuCsix3xR5j4Oyo9SnVLoCBKrMHNlIYyCsgSAwF5G041FeqgdH+8o1cnTXUqVqMvmK8zp1RTUyRANrYrc/GTzPtFOazFQKtI5UqRBgr2CtAIGom83qN7zSpRHQsyAWOHJwRaoQY0KrdtwL6YX9jgxFU3F5W5IknLfTaTAwRyQRBvE20jT2veR6Y6rCCI1EHQemXp2+mmHCqETDUEZKlwHIBUrpTNRlztkUqknM1gIYi0xJ0AnBKl4TpkELXZyIYimi1CinIDmhsii+7arcDESMA2ZhbpmJuogsCfUW21xoeIQimWrMKHDxK0kMGrDVcgYgSDCZGJtEHfCloe5p1SqbC3aEKoeBBkztxE9LsVKhQMsZuvPlkZhYEgmIxzifBtGnAqVawMlZZBkkTcOkj4sov8AvgY1XC3ACcOEUsfLpOMvxlvIDDQgNmJBH/J3tNDleUuq8O5o1ZRhRqkmm96JUSdJbM0zJCiNcJCeTaVtsLATULJ828PJSqZBUJ6QymVOZWAYElSV3/6cVn5SBFzewjKdBGb0jB3m3DEVAGpCjCICqzDESC42ym++vecUE6oOxBNt9QTAvFtr3x1IXXowSqdEwVwQ5eXpf4iba6DsbfPX6YKcs8PUKoVM7rVLTIl2IzKAAoWFXq+Jjqr+mI0XTqXq6tCRb/T1jBnw6rvTdFmlTJz1KoF4NOoFpmYlWCscog6XxqQ0asNjZUKXhfCPDKUDVHFUErkaopZ9QAURWhcyuhk9OW8SDitT8KUMwzOF1gP5iLtEkgqCVZSFN4gk4O8LxILhODGVQyNW4mqIIDsgCkki4zlG7hjGJ385AWpFWhmPlkSGNWlUBQkRPl0qY7XHa2OeZHtNKo1xoNKLMc18N8OEZxnpE5qoWoZpuqwkUmSxJ6rE3CTAwEbg0LGE1MkSe3vrY29Mbnl1cNRduEdkcZ83CuQU6y6UzTzdIZVaYE3Fx3yEQY7CAQSc31ixkkHsPXDcLswVkx+GCq/YEBNojWTpOv54kp8IhKqyyBrJNr3JIuYF4GJgdNTPT3k667xiNV2jMDYAXkmf5WnB6XgrutZkOuvgUQbhuBBIyVWi0rIB9QC8gHYHCwX4bxjVCKAogKB/dk7d818LHPuTb/db/Q4euSF0ue1DSyNSAhVCkufwVjVWV0AgxOsqDiPiuMerKgBM7VICl2tVM5YJizSRizyzkNSsJjKkTmYWN4hQNcavl3KKdC6CWg9Rue/sp9sAmmjiyzXVMUTBTMrNcB4Gz9XEMwJkhLDYXMCAbCw7Y03IeBXhabU6QZqbEMUL5b7mRsRBjFuqwkevvt6fW+GsZ9Y1+V5+mEH2mR+1LmNu5SVeLzM3QxUgEKsAZiTmkkyIJBldQL6YGc2GYI5BlJAAERZwTmMFiR+U4um/rtf5mcUeeK3lSolrmBlH4GG9rEg43DIS8BbjYA6oWErsWjMeodTBRaXaVRRoYJJtpJHfBLlFVEeqagDCndYYxUrZkCqY1jqgEROAzNoNIOjGczuJY3gNlv299sE+ScwWkxKjzaiBRQBBINRnSSQGJkIIE2vjvTf+ZC5NauqjtSkzFq/EuzFgfLpi/wDeCs1AtBFlcAAQLNF8E+YcecoepRkZgWQgmE8xTWUi2U+awSdCEXsZztZ8pDOfP4twgUWIQVE6JDDVahQTtfS+D3GV6wLHy/MY1EqMk3yrUGRcpHwmoKjQBcfLHIkzBP05eHijYXhTr771RoV24ZRUoRVpPl8ynckFTTZ77SzgAyTEC+XGar1FZywCgZjkvpJY32tECCJscFeGqdVKtwnUaXl5qPUZyGkQIP4TVJNhNrRgK1YagZSZI2yqxLSdIFwBItceuHrOBU7/AH9fqqcT6J8qJjcwPhuYgkn2JNxMKb3GHVCc0gXBJW0yT8Xz19L4p1OM7WDDpzdhqxn3I1OuGrxm4iLKpIUwFHUwiLyQNAeodsOeKyXjIdddZLW8HRZ+Gp+bU8rhafl0mZZXzVPEH7wbZkqFgTsCMEOE4ytVJ8tRRoCmyqNJYvRE6arVYOCIFzgFyVxkSpXJFCmjCmgM5wzujSRJy+bDjMNpxcTiKp++4l/K6XyplCkqUpU67QTZiFBBvdpwlLt9VTTqqzxPEGkqGrT8zhGpJAWbZfMFGygFSzTUIkg2vbFHjOCelQPlffcO4Ch4BAg0nc2vm82FzEAQNMMPF1uHZK6DOCqCpRAPQxWoOHUgmJWkMwgaj1wlpKFZ0ZjSqIFFO8HJ5bSY0+8BNt7YjDdARo4zMaN68kIzk2K+p6dT+73gGw1j5YiDHeTETqLjaf3vQXja2PSPFXgrhKfDealNg9Py4GckQ9yImJmerEHhXw5wnEUmFXhkbyXABzPDBlsCAYJB39cH07c0O44x367euvJYEVYi5JWLRM3ECNJm14xouNYU6hq8YfNrVDVy0VJ6DnrIwn+GsFIW+pscOqcDQpcb/dBkSuVgq1lLAX02sP8ADjTeNuTUaNLzqFFabLUKMQIJDjOWuSSc1v8AN64BKRIaI+hc1zWk5oYz1Wqt5j5KxqkABpKZiEUkGRCJ5pkWlptNhdXiwR5PEgKQEyVhopIpKhBgtOQZoOk+ttn4XSnW4QiuiEu5TzCtPM2YRMjcGRP8MbYzvg7iTT4qnTPUjFkYMAR8NmiDcFewgEYWbFTb9vJRsZq+mYWZ53TYMvmVPMCqAhBBDUw75LhiZPUTmkXHpijEEyMp0NryNFn8iJIHpjf+PEKNQqKFXNTgMgyr0klgAN4ZT/lwd4kni+XywOapQJkrrVpQ05ROpzA98ONlLWgLLmCjZNh9l5OlJmBdabFRAcqrtlzTlJKgzMeugsMXOTcL5pNOqzpSzJnUAhmMuKeSnBuNzaBPfGy/Z7x7h61NWYA086CSRKt+6LzczEz8sUPHlAjiy/8A7qLUAE65SJ2B6h33xoy11QiCz1mMZOyoVXi/NNJaLUjwlHpY55DM6eUKvxA5gSwYTujGOnF3mPh2txKTSWoGLsVcKMrS7JJI+HLRETH4oi+D3iuoOJ4EvrCU64mBlmVffsf+nA79nfMzNSkZyAZxplUhu5JgmQY3IPY4WPFuQ9ETGZBmM0IdxzA5VpGlxCVDUVgo6gPKQ3DA9KqXJAEaLvjO8Xyivw7AVKJpnUK2UggNteInfXB/m1TyOZVHQglaodbiAGYVI6R8MGCfl3xpPHXLGqUPMy3puTaSMjRnOYrEBoMbXjBQ8tNBkUcRNa9lTg74/wB0WKp+E+Lej54prk+ImVLWPWwSCTAmZ7GMN5PyBuJ6FyCoJIV3jMApYMLE6wIuNYNsbP8AZ5zOaNVDs4eDoQ3QwJ7XEsbfXGb4jh24XmBVQR5VYZZWIXMrKbyICwdDpgmldiFGwBz5GbRiFNQ/Z/zAqpWpRggEffHQi2ikfQnCx6W3DyZvfs1P+YJ/M4WB6c7guV6nmssywDYCIERAtFvTDahJ00iL9yfXD4MxeO2sxr/59McCm1tvzGOAu0E1V7CZEbW/3H8sNcwTub7Tp/L9MOZtIvHe2wgA39fmcMdogk7CdbEgkSfpp2xFaZMdpj/pIkH9cDefUM9CoAATqJgQYsZ2F9R2xb4isqmMpBuIi5kEzbQRvgRxNYkEsxC5CQBpBM/5jp8474ZgZrByA+0sZIGbSsS9XMQc0G6wCSB+8xJNgTMeuL/I+IKMRQUmoQFp6DITUQtUGwvChid9MB2UToSLTFibWSBbN3xa5bVkvL5ejqIEswDo3lU/4h39xoMd6Q1YUi0ayOUXFOaVAluIkZ6pBimCrGoBcgBXaZjbeMF+MSrJ8h5daivNyGIYU0ST6q7wTFxrOMvV4oFDTCGmpjKi9VV7VhNRtpBII7xiatxmYDNnyo0LHUyDMSCYuTmIWL6ThB0ROP368kc0qFP/AGhnei9P7riSyAKSFVxlprTYW1kHU74z32n9+WbN16QALqoIOubUXGLrVs/lZgHUZTNMxUECmD9BFtJDYFF8uW0ZbiToTEs0b9hrhuJoCFI4jFW6tQhjKsNC3VYKLqtrFjftrhlbiWJLGdIYC2URCr6sfbfXFdXgawRcE3uDGYjudl1w9RFhrrLW1/E9zfWBfBkImqO8r4lFCNXUVHCzRpsZADPUV5sZYN1iTFhpi2rsWZ69Q+YaZzU0IhQrIlUNM3ZUXQ7m2BPBcQVVFTLTJUk1Hgs5Hm6A6Ag5Y9sdSoqBlVVIK/E8F3PmEhgDdbCInthZwqUYAXfRXhxLBs1F8z5VepTbqAIp1Lr3CIYBnUC2CXCcVmTNlFOFVQCxBTLKuuYjWQDpvjP1nD2aOmkApp2cQjQpEXlmvgxyviSyuSwYy4zEayTeI3Baw+lsQhP2TB1BuXoXM+Jz8rIJNqKGekFihU/CwBCyRMwTIIwM8B1Q9OurazTaFKLEGQQTaZXQSTiwOau3LT5YrDLSdScqubCJk3souTdJAE4F+CeIIeqFzMVQGSqnKVLdRB+EdR6xdZsDOADIoQb+i8Heq3jBcvH1YsDlaFZNcs2hT+JTAmcafxo5+zNLyJpOAWYSc33gJy6FSLWI+eAXj5T5lMkVgXVviWmvwvYgDUdZIJ+Ia+hHm9fNy0iHgUUIz1VVQoKZcoU5mEg5c19jjR/aVpxq2JwUXgviOpcoUIhYsCWleoGmYg6Z3GcbMbSJIug2TmQCjTiW6ocj480KCBACkgn0neCvBFYCs8SD0zkrZYExlhj1HNB1sb6Yo80quvGO7LVBFWQ9Qz1AixIABAIkwIPqIxYzKKBSZw3haLxywPC0TcxUaIFWcrKcohtJOkxtYbXfC9dTwtMFVOXzLkVGnMHUmBMC6zF5BtvjPeLeairSRQKpKObmsjAyDmJAM5yTOb4eqAJw7lPPKdPhsjlgwL5gKpUNeRMC1QqYDzYe0HN0lgQdGdDd21TPB3FMnHJaM0iIOrA3AJB00AubYv8AjujBoMUyk0yhHlqJyN8WaYsDpGM3yri0p11doySZuzaqRlBgNB0zC4F8XfE3OKVZkyU6YK5ur7zM0gBQcwEAEbazOpOCBpvDBMuZ+u1+ymK0vKeIb+zoEktSqAdVKTAaxzLtAJJ9k7YD+B+Ky8Xp8SQolewJJjpECT1W21OGcs8SrToCi6KSFZXzU81gSQoYtDKpawOhnAzw3zcUOIVyqkZcpkEDqgAtYlwLNAFyAcVccQUMAhsgO1E/HJb7WbgzTQjNVDRlJUSBsdMv8R2xpeaOrcvqSVRWQNeowbPAqfAPxE28s/CADocAvHlJpo1JQgoygGkKdQHMTmZWIaDoCR398WOTc0TiqB4bzMjZPJQHJNQkAwiE5WdSsZ5BAfU4lxxaHJN1pjLWNriFV8C8VlNc9IlFEt3zEBQTbOdFU2JAnQYo+MqinjajDLIKGUBvCKIUsZBm3a1tMKjxrcv4moCrFokAFR0lldSQCywUXvbNY4p855z9prF+uyKpDsDATQyAsiI7nuTONXDWq6DKGa+MiF69wqI6KxpKSygyEpsLibNHUPXfCx5pQ8dVVRRlSwAtbQdgYHthYxoikDZX12LV5Y/I/UQR9e+GsbWIIg6d9dDefa2FU0m+p950MfrhTc99J+gtjiJlcqU4m+0TB+ft/viKpTke3zv/ADH+xxMTuAe4EjsZ7YRWJJ2Fz8sRQGiqmlG8GQQDBH4hJ7x2/PbFV+CUg2Pw5SJYE29Dpftt6YJOtvhNtuxOnqcPsL2na2tiB+uLBIyWq7Vg+Y+AgxmnUNK2jnMDEzH4h8++Bf8AwTxaXVrmRmW9jAjtBMD5HHonFV4Op1mfQ4joLmJY6AyCN5HSYOsC22G22uQCmaC6BjjUrzZ/CnEKSCxFxmgG07kgQfi29cNHhniNyRMGSrX37Trj05BAJgagbAXJgmdAow2QSYYNJ1kQZgASP6k4ILbJTJV2ZnivM18OVbdZgCZKkEWtbtb09cNfws/dpgmSN7CYn+ox6VxvMkpAFmjNIUKMxYgkj5A2+Y1xToc8os2UHYN1WvplBPrtF5wQWqWlaK+xtIrQrz4+EnvrY9j8vriRfCb6TGs+/wDOZjvj0uiMyqbXHxQYG0/lGm2EI9j2EWNtfWAdP3sY7c9Y7LGvN6XhB9BPfSN472GOnwm3rETfe52x6SeqyxOukA97+2nvhtN4gzoYiN9QB7Afpiu3SLfZ49y87peECxHx/TuQLfLF/heG+zUyoIUmYz6gnK1raQCJF7nGv7Ai4KgzprpveF274Dc6HQNNI0m8gqAIGk6jf2wRlodI6hR4IWsdVoTG47JwXV5RJpsChqOr9S9LMkgCDNvxAqTJwN8P8xWmWBKHPlWHQMgHUc7A38wHSPngtxPMW+yggrIpZhNJCSfhBzkjqyGYiQBG84FeHgyVWfNJCWgKZzAgZplR6zfTG2kXXIVMCo/FHHZqymaLEIB0zaGac02D7mIFx3xf5vXU8KRPBqRTVohmabEibBamgOuAviA/egWnIo/u47xYa+574u8bA4ZhJsgMeVTsTlC9ZOY3kTEwMEoKNWD3R4Khy6sCGHQJEEwO0zOuNwvm1eWNU/vDUC01SkTm4dabMfNqjN94WAgvAKgiJxgOXMwZTY9Q6TAzCGX6ZoGN54MIWg54Z0bjaxFKmlZozUQA0gTcFS7E/wD2wLRdx+DAVyJJD2q9VY3ORvlAsagAgiSDa+5jHS4SSYVZOUbRBILD1Hzww0spKgdCMVZW1BBOcfkDrjrVbZ4GSICRMEELOuhNvScZ2r0gdhWv0/oc65pxqNYMVFQ6RJEa6W2t8xhgBJKKco0IMt+c9t8JH9Sc8gbZQR6abfTCUTlUzAiGnUAXNtzJ17YgqFp9CB17455k+ikMMC2ii/lGxNpBB9ybd8cqDciQuiZVkEEAETfSDiCnUky0jy/hPfLb22HzxMlQdTsjBwBAJP7nSfU3+uIhYOFBt+W3LkMitxzunUqcvDPnr1OIoLWPEZaYPDAEZqTZAGamZIgz+LAfwH4i8l3FPh/MqVlC01p2boBYFc1shJIIH7oOCXIaL0eWNxFKh5j11enW64igoKioEk3XMbC+lsZjwxzJqfEUTTDVMhy0RmC5y6GmVLHbSCBqTiN1muC8vaNWYUKv+MeFVOJAp1WqJVAZ2dgzI0tmpE7ZIAg6T6YDLBME9Hf8o7QPfGl8ccvVGFVAq1qrH7TTz5ijMiMLEwFnzROhnGYBWcoUGno2/uL7CxxkHAL0llJdGMfb28t6sDinP/Ln1iZ9ZnCx3+04srtlFl9tvywsSvgmbh4z16L0kmb+9vXefX2x2ND9Ne4+eIzUP0k22nQj0FsOpm9u5H5TO2POJVdNP01/o7bDfHXbcDpsBbQHvvB1vhu1u3f5a9t8ObUmb3vpHb3xaibnUAsbhfSYAvoBMzjJv4qfOekMhiFNjabkibn8r41sToYGgk29vr+mAPPqVaoIp00IIjMCua8WEgEA2Fu/rhiC7WjgjwFtaOVTifFINNopnO3eMoI7b9/pijwvM+JZjlZqkS56Z2vJ2HpihxPDuhiorLExmEb3j541vhzxTQoKtPyWQEhjBLsWIAzZYiPnNx6nHQ0bGN1RVNygRMqxtVmuYc3q1eljlU/gFhI1N7/ni/y7wfXq0hUUqua6qWIJAPxi0ROnfHovkJVWXpdic4AYTBMzcTaQMWRTJvta0Wt/5P8AQwLS0FGii5z7cQKNbTevJOZ8jr0sz1abATd7G40Egmcc5VzNKJDGkSwkFg23+EiMbnxP4cqcR8FXpFxTYQJIiQQO25vjz/mPAGlUNMkFlMGCCB2uJB9e2mDNcJW0Kes8wnbddmtVy3mq1bhHAWRMQoAB1M3JH5nFtI0BsDcx6gX9J7dhjPcBzXiCRkpBgBEKsAWKycunck98H+q5eLSFVTMRdRMTcAX9R2xzpYrhS8rLhXc8rcEAmdMpIggW2B7DHWhpkGCfbcCxNt4wlUk3nYH2vb9ZGHHqAJHTGmuwaNNB2OAIagqaGwB01gRG5E2H1vihzHhmdZmOsNFi0iygHSNN5wVGkkHpB1ntqLfnrhjURLAE3Mj3Jj8rH3wRrrpqFprrpqsXzjmrGiUc1PMVQpUK8FVMAToSANY2wC5bzrymbocllKgZb+hgkG3fHpzcIhBlQTrcAkD1j4dSPUYhp8sph5ygEwL9RvrFzrFxhxtqaGkEJNzJS7AgBeecyrl6krTcCABmFzANzcmZ9cScZzEvTyim8wgusWWCSbntGm2PQX4SmSehSSCQNtI2+X9DFduWU8ptJY3AtPcXJtePY40LU3AXclosdvWA5crKYywXhhM2vl3tMwR7HGw8GiUrPSObjVIHC5+mQVl8qnUWqXOne+B/O+D8uqhUAIwZShv1D4ewFpAO2b1xN4ICU0rcQi5uISBw6uYzAqGqx/FBebT9cdF770IK4gjInos9xFcMxZLrJLGdSTJYncxOFV+ItI8tu/fv7TiKooWcvwD4hJsBtHop01w5ipkyppCLXnW5+t9dcXVegaD65+FfD+O/xU05CWm1QgKI0137WjDQAB5ZNwfi3Np/T/TEfmCJ6crfCDtuPaBjjNfJJzTnzR8wPbb5nvihmtOdhTryz27FMFzMUmMk3uLyIPbcfQ47nzMSZGTT11P06RiMpIyFiI/FEZrERPa+ONULCWzApoP3jYjbeIxautOt2Q/191seRcanDcB9sNNmqVKjcKykkDy2ABaIIAUgyQAfXGW5HzcUXQvldeHhwDbMFIAt+FpNz/CLY1PImalwpqp95VycQHoeapApFQRUyMQB15STqROMh4dcefQlDUCujKgUA1TmEU5b1M974zHTWXn7WCZQa1xWu8WUValR45M2fjcqVUIJ+BSFYzfQCToSZxlF6QUUEhtSdrQfqMHfFhAFN1lPMU+ZQkBaGXJmAAsJDkxH4SdMZ5agAEEFdGJPpAFzpJH1xhgwXbs5AjAP9fY7VOOIy9Kk5VsLbCw/LHMMSYGWMsWnttv2wsEx3pi95dei9S2F7d9ZBMyPcn4jiT0Nhe1vX8v9cQgi52udZgzI+Wm+2OVOIteRfQmJHp+VsebogqbzYntYRH9E6AYiFSRJFu531Fh/rhg2M33J+RPpp+gw8VLE3kmNja3p3n64tRPY9xAG2++49xhlZm/CyggTmYEgToTHyMY4zdV7EwPW51+QwvKhpNzobbAfmdI98aCiyvNuX1RNWo6mIAgwSAYECNbTG8Yo8r5k9F/MUIxm+ZQw1kG4+InfXGq47ka1WzO9Q2+EMIssAXFh664qcs5AqVM5bMikFQO4JN9MwBt646EdoaGYp9szCyjuSnT9olRVGeirNBggldoHSZm4ubaYz9TmVevXB8x/McwsEjLqQoHYE/zxrq/C02PVTBOksoNjsAPmPniDg+VUqb51EEjLckwb3nYxvjDZ2CurigMkiZUhuKC1eJ46kMpqVspETmzH1AO3vIwL4LlzVXCqLzckGBN5NtJxvTCn4e8n2sJ7mBGGrREiwmIuNrQSdbE6emKFqIGWKttpu1o1Zh/DdUL0ODYyAShIMxY6m/e2DHLuGrAffVJkfCRJGU2Jb5iRuLYIhu+8bzPce0/rjoHtbXX0/r5YA6dzhQoT5nOFCozSBOneBOxnU++OeSCDczEzsIFo9TAw8NBvebToJE45lnW8aT7AH5XwKiFVR1KJIInp+HS8AbDTeJ9MRtQJAABnWD3Mn2uQDiyzX36b+tzEDvtju4HrEDva8Gwti1Kqqqk7CPUfOY0A7DCckRA03+RiPni0LX19TuLEH88NHwg29PQ4il5USZubQZE7iRmn5j5xhlUxEm/bfW0x3GCAYGL99RFpj+RxzIJmIne1pNxPp3xFFlfENBmpt5YGdeoWBJGWJi5DWIkDYYC+FK+RXcgU2Q/d1mAYpIGcZbMSVkGBacb2rRGWCAPw3ETPsLrIxUqcEjXempgTJUHLaIBImIB0w5HaaR3CEq+zgyaSq85FUEyMqyTmXpOY99YkiPphp4kK2YG2mWVgevbb88a3nPD06XSiqahGkLKLlBAYBbgz3nTGe+y/7W/kMPxvvCtE82KRww665Kl9ot03BBkT8M26fzww8WIADSnfN1WhhP6Yk48EdKzJ1N7f74HiiQOoXJ/3k/phkNNFzbTaDG+4Md/0V3z1gZiCLBTeVJJ173jFtuFqEg+W/wDC2QgjfTtIIBNpwY8LeEPhr1QQRJQEEZYiGYHVWm2NJ/ZjZicxExc6z8juJ9eo3wnJaWtNBijROkc2rsFnHqP9jCUaZ81VKM6qvWHnMlTNBCqCYIk37YH8i5JVpVlZ0ZAsQabIHUwQGXNIEKNdrG2Nr/Z5uNbFR7gQDb3+WmmHf2UQQCZiw940J0Kx+mFhaqAgLD7MHuvFZTm9HiKzGoaAlbMQyjONAzgmS+nVeewmwXy6s2SwESWUKSB+p9cbPmNAP0KRl1eYIYwZCnXYH5HTA6ryhW3K3FxsSI227CTEeuGIpcEhaLaYzciOSz4pt/7R/wDy4WNJ9jb/ANwD/MR+WFgmlQPzCZaek7FZqhQ1rKZjfU6n9MSA223Pyn/QYgDm/ePT2Gp7TiQPe2/898cU4mq9EBTBSFtO8kz/AL7AThF7zv7mJ73tviE1YAO4mLfWPy+mOyTaO5nbU7+9yO2MqKwTHYidIGvv88JXOlgRudBa0Rv64iVttzrOsQPpf1w3PM30j5kT2OmbQYtRSeZYEQe0jvHbuNPfDwPlFttP6P1wwuPc+8fUfl8sOB10JudPXpMYii7km+u2uhuAT7ScdZQdBqDI1+enoPrjkzPbWfT2H9Wxw1NJ+YtpPqJ1/TEVJzkzOw1vEbab6HCzjXtMXNySZ98NBF7m+sfL/f64QbSZgWJOpJMkCflilF3NAgdvrEn5C2+Ez3iNfnaT9MdmTE/Ia7d7aTihxHMALAhha/f4oVcvy6saDS7JClmZEKvKIIPUX3+pt2mb47Mxc7eokwIHvrijQ5jmaApJmBBzXgazFon6YttUGkGInTsLgfMa4hBCkUrJReYU5e95n0j5W0n3w5YAG8wYAtvP54aWg2APp3jf5SThoERa8C99dDt8/nikUp4c99JG3bT2w6tUFhEyYsQD209b4iDxpl2I1sAP98cMTYb2nWfnqbXIxFAnHQzoLn5W/TtjpOnfSI+V9sMmbSP6N/l/vh5aNCIFxM3I/qYxFa4QIjYRtMbb7YGc650KFlHWRKgiAo6obXX0OJOcczFBDBlyekWiZBzGNo7xjG1q5ZizHMSZJ7+vt6Yas9nLjedkmoIL2s7Jcq1CTJYsTcyZJPcnvitxPExZbk+1t8P4riMvuTYfrgWpkyZO1/nJ/KMdmNlfJA/EbfoRoo8/guh7GdTf39caLwv4ZNdhUqA+SPaXIaCtrgRN9pHfFDw5yU8VUuCaSxnIIUybKqzqxNvrj0taARQqoqgCAAIAA7Rf8sLWy1XBo2Zri2aC+b7khTEAKAFFjrmNgB84MemHLTUDTS0C8+nrt9cdLREfXSx39LXj0GOM0fI6gDUSRl9+/accVdVNSkJ94ifTQfW+KPNKsJlUjM0hrkQJi0aWvb93FzjOICpnKkbhYPaADvE7+uM9Uql2kmS159NCBI20+mCxNqarm260CNtwZlNKCSNpEWuIMyCNLz+mpwyoi9KkgZjb7wINSTDMCoY3CzqY20nrFVBLMMoEyzQJkLreO+hjXFvha7LTbymZ0aQ7UXocVTJyqJ8pgjgBRBAm+2CyyFowC5VniMhqcgo6VJsog1iIEHyeBeRsc5PV/i31wsQFaS9I5dRIFpPCVwTFpIy29sdwLSHx5N+q6VxvCFdHxdtNo7T8iN8OGgmI9O317GPnhYWBrspytAEH0tNwIk3xItSDc3j2n5fPCwsQqikdTBjawB1Gk98IE9zfQTFrxaJnHMLECpOi/wBTf56/OJ9t8IPYmbidz8jhYWIom1awAliAF6iTawBsB3/1xQ4fxFRM5iyd8yiDNjcf1rjuFjoWOzMmBvJO0SujcLqLcAgr/AwI0YqZC7SQfXbGioUVVMtgoF+nXuW9bHvjuFgeiDDQIT5C7NZjnHN0JyUlTLCg1FkG8SBaMto+ZwHp7AEAmwgdtTa/qbb47hYi41TNKA8onRo5QQb/AF0i8z6n9MTGN+mdvy/n/wCMLCwm7NenjAa0AJF9TYb7iCp/TDSwi5svUI/hsDadvrjuFiltNc6d7gXOhBBB+Q1GpiMOWl6e3f0sb3P6YWFiKLnmd9T7ep+gNvnivxvHrRXO14mFBEtciBN7yDI7YWFjbAC4BaYKuxWM4jiGqMXe7H5bemK9SqFE+/ztphYWO0zILoyvMcRc3YEMqVC3UT6RrA/XfEvLuAavVFKn8TEiTYKO5n20+WFhYac66wkLxQJkl1sV6jwPBJSpJTQdCiRpcmTn9yd/bFiINhcwJ/Lvr/pjuFjzBJJqV3gABQJIbzpBF973Ye3rt2w1nABMyAJuDAjUkX2vjuFi1ZNAgXHVyzEmN8siJsMpMaEsdD6YhLROsRczOuu43i4wsLDzcgvKTEukJJUvK0zxURmsDH2erTL3OUs1NxOpNjsJxd46kVUq/l1Wi54nhmpKRMhBUpWUSM3YmJN7dwscmV5datEea7VmYBEKIcedcMDHlTFuni6+W37tx09rDCwsLHR7G3iPMp/s7V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14" name="AutoShape 14" descr="data:image/jpeg;base64,/9j/4AAQSkZJRgABAQAAAQABAAD/2wCEAAkGBxQTEhUUExQWFhUXGR4bGBgYGCAeGhwYHBwcGB8cGh4cHCggGiAlHhwfITEiJikrLi4uHB8zODMsNygtLisBCgoKDg0OGxAQGzQlICYvLCw0LDQsNCw0LCwvLCwsLCwsNCwsLCwsLCwsLCwsLCwsLCwsLCwsLCwsLCwsLCwsLP/AABEIALoBDwMBIgACEQEDEQH/xAAbAAACAwEBAQAAAAAAAAAAAAADBAIFBgcBAP/EAEEQAAECBAQDBQUHAQcEAwAAAAECEQADITEEEkFRBSJhBhMycYFCkaGx8BQjUmLB0eFyBxUzQ4Ki8SRTssIWNNL/xAAaAQACAwEBAAAAAAAAAAAAAAACAwABBAUG/8QAMhEAAgIBAgMFBwQCAwAAAAAAAAECEQMhMQQSQRNRYXHwBRQiMoGRwUKhsdFi4SNS8f/aAAwDAQACEQMRAD8A58kw1hzCYg8s6xzz10WdB7NY49y2YpKTTwnq7GGJcjMpSiAp3qVlJL/lFHf0jMcGxrIWGBJINUuzP1pF1gpmdIUoserC2wIPzhE18RxeKjWWQr2mxC0JRkCkVLjOSf4EUB7RTbGYWB8/nf0EaHj5CZQIykOAWA1dtBGMxgTcUhsNjo8I/wDhTRe8O7UKBPKKOXSSn4CkX/D+2TioLi/X3xz3CJASokOSWHTePZUwguIulY+ozXxI6gvtQSABKCnuczH43j2Txp6qlqHkoH+Yx2ElpWgZqmrfCHJWFSWcs4t9eUBI4nFY4xytLY2qcelaSQhaWIqVb+vkY9lzSzE++KbhGElhJYkltjuHi3wqQ/SLizHJanOuMzVIxE1IUQAst5XhNXEZn4v3gnbOcU46cNHB96ExUd68dbHNuKPO5eHSm7XUtpHEpijl7wCmu3RqwfD42YkMnEKD6OoCM9gJn3xI2P6RcZ6W+vrWE5M0lKj0Ps/2Pw2XBzSWr7joODny8ShCVqStYRlJcE1YK0cE9IOrg8mTkSKKegAsAL6+Uc3weN7iehaTVz00jS/3+RpTVz/MYpqzq+7zg+XHVLyNdP4suVLJ7/lSHYM/uAik/wDn4BIKlt/pr8IoMbxvvUKASAwofXUN5NGamwKxJ7jcOBSjeSOvruOqcN7WS8RmlpVOWrKSZYASSAQHBHm8L4njvd0VLxaP9wHm7xz7szigjEVKwFoKfu3zhiFUp+WNb9rTdOPmJ6TUP73EU4KOgmWNRbSWn1LLC9q5ZmAHEZRb7yUxrdmFf4gM/tSrvFZZoCXZNAHbWM7j+LzErT/1MmYACzJq7Zada3iixC/rzg4xQ7hsUHba9fZHR8N2rnobKtPkU/qP2i1k9u5tlKljqAP3/SOOnEqGsK4risygc1ItBxT6B5sHD1com343j8KuatcxJVMUfFVifQgCEeFzcNJmBYMxVSVIK1BBLUcJrTzvs0U/EZjqN4XH18oZ7zmcORzdd1ifcsF/KjbI41hXfuUEgkssrI2YbfGLrhHbqb3iZCBKQgUSEuwGjOX9I5rLAePODYlsRmcUmip2DCB7XJJcrk6XSxOfhsOOLcYqzuSuOzBdSiSbae9/WATOJTSkkzFfD9T+sI4DEJKUkFvc1tYa70Bqi9NoXbOUfKxyywK1Ofy6bO+8HC1aTFH60aILmMziv76gxHCzswfXz3+jEKOHpgiDAUkRMKHWKPXpmi7LYnKpbj2X00PWHpnGCEjKsJuLht7CkUHAkBU0JIcEFn9/6ReT5EtBqlqOcm+2ohU1qcnjIrtgfEMcZslioKBNKWZ4ymLo4OkXPFJ6f8sk3d2v6ARQzluQOohkFobsaUcKQVyEpT6n1MfIEeTFuSY9RBD0aXgtJYOVy5q+wBi1lTGZwv0P8xTYQNLT92Vau7Co8odlS6hgxpc9IU9zhcU7yy8zScMXQ8q7PU0Ho8P4fe+kVHBgkUOxuQ/zi3w7C0SJkkct7fH/AK6Z/Sn/AMRFOhdIuf7QP/urozpT8mihBpHTxP4UcrOrkyXCj94ry/WLhVrxR8K8aj0i1eM+X5j1Xs3Th0hdQ+9B6ftF33rpvptFCpbTB5RcomOg9ICRqxVcvP8ACKvCzznmARNZMKYFXPMP5m+cNrD0Ar0i5bkwO4X4v+QvZiYkYuWVTDKACzmCXY2ttG7PESaJx0hY2WjK/mQesY7sUod+s97LlKCGHeJzJIJLjpaNnNkLmO8vBTuqVMfc3SFz3MU65m36+6/Ji+0s1RxEsHuPC7yduvvhGea/XkI94ogpxcwd2mWUgApQXDmrvA1qgq0Rs4WuzfmDnqisWXWn+ofOHJqoUQHmJ84ZETxMrpF+UuT7/wCIg0elxb6/aPHhBqrUMhTB+kL8CSFZSXGZT+9WsSxMzLLWfyn32/WGezUh1yUitU0b1/mDjsYONdaevWh1fhckJS2a3y84e+yINz8YVwqGqwf9P0h6UC5o2oFIE45MyJbJvWniLeUL/Z0M5FLMf5MOVB0Y+ULmXd2rr9CLKODtE48eHJGAXM8KSaPrs9IBuj1raQrJxGQhVaV9IZHaeXo/qn5tFhhexmKms8soSdVED3B3MElf2VTiGM1AU+gJYU/mkFGeNfMzBxHESjL4Ctn4lM1IUm1fntCSE8wPn8AY3HDv7OFoQlK5woTUJ0d6gm/SLbAdhJKQ5WVK66DoLQDywvcY+LhyJvVnMpcpSrJJ8t4KnCr/AAmOsI7LSQKFRbp02aPU9jMMasX2dvlaC7XF3v7Gd8dkvSKOeyp84JYIJAGre+3SJnHzaOhPvGsdFR2akJ0UKMOakMjs/h1AIIJTpUfB4W8mPoZG7duP7mS4JjVhOYyizs4ClB2rVKSOkWsnicoXU3mC3xEXkjg8qWGl5paXzMmznW3SISez+EFkAn8yXNXrUdYHtYhqOJ7r9znParg6MTPM5GIlJGUBlHUP+8UczsnPIOQoWNwqnvaO0o4DJAORCNxyhru7tCfEODLHMlylgGSpqD8redhDY8S0qQHuvDTeqr6nH8D2PxKSolKQdBmFbfv8IvJfZhdAos+pAI+b+VI1xmAuCVPbmLVuWcbGIpCtCzXpT5wXNOep1cGHs41HYy6exAJzd8Xa3d0+JjxXZlSRl72WTZqivWlI1YwyzQqUpzozMdPKBf3Siv3YJ+PpE5Z3uPUEjFcM7HTQSVrQAVPQuSOlIvJPZeWCCMxP9Q/YeUXauEhN5BrYkwRHDE6hm3Jg2myo41GNLYpeH8P7jOlEoqC/FmCFWGjl4hiBIUz4YbOkZTrXlJi/RggKG3mT848XgxRidmp8aQLxspYYXr+xkRwmQlRX3aa3qsnzIY1hiZ3RACpaSBQO5/8ASNMMIRo9PrWALlHRI+vMRXKx0eRKkZdXD8Oby0tsFD9hAV8IlVCE5SbqBBto9gOgYxocTPQkZlJYWdnr6PAV4zDN4kVqPqkRabkliUlpoZidwtSRV6DQU6wAcPX0PqI0MzF4fdifwuPeRApuMllJCSpVG2AY7/HaD5oPoI91zLaafmigx3DJqkFKZZU5Ap511iz4BgpqMRLKkEJSbl2tSulor+J8XUhKSFVKgB5OIuML2iCXQrNckFgzaD63iT0Whklh7WXLN6+B0TBTHu38w+khvLaOeDj1KD1/cQ0O1Ck2cnr8oTzd4qfsqX6ZG8Cne9P+aRDMAxD++nxMB4Rje9QJjAZhUbH9Yy/brjJlzAgVTlchyKv5wyMbOTKLUnF9DHdkcLJmYgDEPkAKiK10ALVuY6nhMZIAKZeRIAcM1t6Vf0jnHZ3ATpC1TVSlABBuLWOsPJ4sZhAGRQdiAAlTJc69QKAwierOrxcnKej0OigoKa+967GvwjwrRmYFgNHqw31jAnjR/GpJY+L0NCoU9DEJXHJoFZj7MHemrL6iF8hltnTDMlsGFtWf4x8kpNTUjfrHNl8UnKSklRBBBJAIcNVJAUwETl8WnMcqmIBplP4VKBszuLxTgyI6WJqKkC1yxj5U5BqFEftHPJfHcUCE5ndTVSdSzeD8wiYx89SXM068wQdEJX6axXKX9TfoxIZw/S3vgIWFaFxW/wDEc9n8SnoYCdm52qDbOd9x8I+lcWxRQCFKYjR7tmv5CBaDUToK1OKKA9f1j4kDmJ8tidowIn4g5hmVQlqtrN//ACB6Q3JmLSlWbuzUl18xorZ9Mm0VRbibJfEJaQxWk5qMN+gDmPpuNOiWJLJdx8LnXSM9g5WbK8wUdhLQXoWskA1i2w2BShKVqDDNVU06AFuVJr6wSQDaRV8c7TYeSv7PiEcq0ggkAsSmpcFwXS1OkVkqRIWxkYpaArRSkqrdmLHpGY/tPxyDipKsn3eUByGJDrqBoGsOke4DhWEnDlxGU0o4oHrdo1wVRTG4Z8qfxNfuak4LFJKSiaiYD+IFIFLuKGPCMakf4ctR2Suuh1ioPZOfLIMrEcorR9h+F48OH4mEghQUL3ST65hpBcz7zSs8uk0/PQuZuKxhvhwWH406Pq/04gOKxGMTmfDHluywaVO+gB9xioGJ4ilJBlPQ1ypLBiP0+EBx2O4g5zIUAXB5BusEBg41HoNou2Mjkyd8fuXKeKYmwwkx3bernYEmxiasXjU0OEVzMaVu2w/MIqcP2gx10yi+YGko70sOp98HXx3iAoqRVg2aWr2Qk6no/wBGJbL583+P3LGSrGrYDCqBIDZiAA9dWhhXA8cSAZKRVg8wMPR4rpfEuKKUcsoigH+HYcyda3EWGH/vaYTzFGZjUpS1nZqiJzMnbZF1ivqMcS4MvCSlz5k5KpwT91JTYmgIOpHkPWMF2lxSlzwVyhKUEISUMQzJNS4ja8W7PmRh5s6fPCsQpCjKTXmUN81VX2F7xg+0k2YrFTVTUhMwqS6RYMAABU+y0UHglzZLu9N9vsu4XkqBIptDCQwPkfqkJoJcXhhKqG1oh0k9Cg44v7yUkabfCNJh8HKN5jMH0/ejHS50jLY85sSgdQ8bjC9llk0WlnaoqB1Acu9Mt9bQeXZHFxzXPNuVa/gNhsDK1mH3p0Dn9+gpeKPiU9IxUqWgk1vTQP8Ap7o0MnsrNIfMgNd33rUBi1PN6PGMw+BX9pWq+ShIs50feFwW7YeXNVKM7OpcJxJRLQk1Ye8x7xfDomhOZKVeYfrFdIxoKXLBk/GJnEhYSS9qvEk9NDhu3JtmqVhixeoao+i0YLF4GWFnKQC9PZOtdvhHQlTwUsrq9B8zaMPxedLQopKSzsHDpAr0LXhCQ2LplViBMSQTau4tTSkeCSFl3SQ2pS9k9OkGm4UEfdEi/hXQ++Epkqa7FSxQ3Q+wuH1gqDTsfkYYEKGRIa3hNgdhqRBF8MuAUWYPSn3oq5pQaRVTMPMsVpYvUpbRf5aQtPlKBUMx1ZiWp3m8UEo3szQnhiQarQCFq1cUVL/NTWCHhssEjvkMHAZtpoa/5RGfUC5BJqVNTdKfr0hnIoKD6qDeWdYpXrFBqD7y+m4CSGeeGcWD1CpZ0f8AEfdE/wC75ZSUy5pZjTIVF/vhoPyj6EUeDqKlQo9nNpW584sZMwMWVN8Stg9VtqdCYBkprqW0rhKSSylNqchbxKGpGh+PnDsuTKlS3BUolNHyJPgWdSTc6RSJnyj7K1VDkrAfmD2TR3BiacYnIkIlJdmcuo+FO567RVonLJl59uFa7hgFLNVqdszJ00EETNmKABAoWBnFyLuQgU129YrDMnTGHgTtRI8R8tzvDeB4e1VVALsD83qPhEKpLc57/aG4nIWXUlyHuC1KdOkA4XgsNND5yg7ZgPgr94tf7UMXzSVBIypsnRqj3ekUmCThJuWvdrcdBu9aaRsj8iKxSdt7F/I7PzX+6xN6CpFxulwIPk4igFImZgzPmSdDUZq2HwhOT2ZVQycTq6f3dJ9IMMNjxaaFCvtflb2h1irNSne7T80PjE8TCSkywqh9lJ/HsfP3QeVjeIBT/Z0tX2DqVdXfmPuEV6ZvEkg/dpUSDUBJI8bszNV/d0guF4rj5QCfs7jNV5Zqcz3fozCIEla2iNS+0GPSQfswqwTyHxchDV6dL9RDCONcSIJEihBFUF7KapI2/wBp2LKI43j10GFoQD4FMzI/Nax9Y9+28RIA+zkO7NLa6VEi7gft0iyLH/jH7/7LNJ4rMUSEBFTcJF1dSdVfEQzhuF8UITmxAluGcKctT8CevSAyv72X4QlAeh5B7QPU9fKHB2dx0wNiMZlQwfKVFhtonS8UTmS3cF9LFOK8GkyULE2eqZiVoKUV8K1DKFF3LAnU6Wjn/HkLGJmhagtQUxWDRRAFY3PaBPD5MlcqUpU2YoAGa4VlBUKCwBJAB1YxjhwMuTmBLk2rX5RG0tzXw7bfM2/qq+3cvArUkPB1kAPFjJ4GFFgsUvy/OsDxnCiElIWl+r+gilNWbnNcrox+FAmYhSiQG1NA8afCYadlCklTGoIXRzQl3vVjsLwpw7spiUZlJylyzhQtV4el4fESaFKkpuzDK+oNGrrvrDMjUnozk4Y5Yq6Wr6n3ETOQgupYt7e3KNdB8DtFNgJqpaRkJyLWlRe5YUc7QTiPEJsxQluogM9Ltoev6BoHxDEqJSAkhAZg1gN4qKdUDmk3baWncWX25kl7mnvLRosDOzJDRz84h1NoD+sbDg8wFIHSKyKjkiGI44stU3sNP2+cX2L4nJxLHU0IsRuH98Y2ViPL3bVieNDuQbe57Rslw0GtNDOs0r1NFOwEtjzAKahdidfX4QGVgVsMsxT603q9CdorpONUMqZhC0kWIzN+sWUnCpAzJcHmIyra1qKjHkxuD1NUMloHOnT0uDNHrd2O4/MYckTsRnUkLlq5nYqSS5zWf+p4+l4RRUeeaxLVZVMzaHYR7hcKUEEzCAFJ/wAtzXu67dISxqaoMZ+JIIzSyanxJ1lh4NiEYkKdVSNiDadv5mF8PhlkHKHORv8AD1KVDbpeDrGIUFAIuFD/AAwKFKF6D8sCy1v0BrlzyhjYpbQCiFjf8kGk4JYLEobPbMNVkF665hEJXC5pUAQAyqOoP4lp1V+cQSTglZM2aWKpJ5hY90rSBaGKS2PZGGo+dAYg3J/7Reg6/OG0S0JZ1KVWyQ1hLFz+0V6psoZnmpLCgS59lIuA10t6waXxHCpPMJkytAEsPEHrdqdNIHlfcN5JvoyzlYyWCMsuvLVRK9zTQVMXMrEkAKVLdzy9580yk0sOvnGfw/aSQgDLKUlhokE0duZRJq4NBHiu0wCCEylOq6m8hUkkmu5bpBKLAeGb2iY/+0nGEzk62d6lw+ot5CkV/DxhZoAWcigaucvxqD7hDPaCUqcxSwY2VelT84GJUst38rLpnS7WOoqKteNcPkSA7KcJbMfkdmnYyp7DQ/yDvDKODYxI5JzgBqqIoyqMRWxgPDeByiMyFLU9mUwFaVDPF3h5a0k5So3FyXvVzWrn4xHZthgyOKla+qAyzxMAgZVirtkJuv5ufhDA4hxNDEyCQVAt3dy4On9USXipqa5zt511pHqOJzmZ8w0JqRTR/wB9or6Bvhp/9Ysiji/EqEYdmoGlnRIG/wCT5w7M4lxMlxICa/8Ab/qBub83yiA49NbLlRtUFvatYe1vtCuJ43i7IRKLV8LEnM71Lem0T6AdhNfoiWUlHFpuoQC9HQl+XpXSh6QwezK15Ti8cFBw6QSWDaFRG+2sVvDeJzpoCJiylaSQoBk1NQzEP8Ycl4MuTcHbXpC5ZKehn7ecX8NLyQt20w8o4U4fAywXWlS5pVUhJoxNVc2oAHSM1gsNjEfhNrqv+8a+ThgkVSwGw+TXEHVI3yDZ3NCw26wLm3uVHiJR1Rne8mB88gtuCCb9KgQSaqUW7xBB/MlVtjXmjSJkpAZnb8INTfaBiVc+EdQl/WAGx46XVCGH4nLyty0+AszQSZjkGyheoG2zNSsM/YJayAQkFTkZQyg3kLHrd4qeLcKVKlqKFDMSwLMR+QPQHr0i0rNmHi8c3yvRnmKnSzNQgpUQt8ywSmiWNW91f4i5weERLJZSQk1U8xyaU8RimkYwUSZagTRlJubfVrwLiCwukubkIuwDv1SVAgiDcGFl4eGWW/2NJ9kwy6ESzuGSR8QY9PBJBbIEBtAlIB+HyjNKkKJJE21ALeoO7DV4bw6Siy1E71B9dPhA8oh+zV0l+xzfLqD66esQu43bMdB0G94gqeQWpluAanY0gyJhSXAAB/eh6Fo7TkedWK3qMJnMyco5Bfrv7ocwBJcVZ7JU3wtFRJUpw4AcEm7mre6LfBy0LzB6gF9C7G3zjLn1RoUHGPM/IucFIN8zHK4zBJ3LjKRv8ouJBIHMt2dqbcw9o/gijwmEDs6hy6Ho1j5Q9Nwr0y2FWym4UP8A3EY2irs0OHUnK9fZFAagTFJY7eKPUKGVIUA5TWgr90tHp4YyneLFUpbfl0ZKxYDYx6hMxQLhIqR4PzLGp/NptFUTk8TT43iEuUvOEJy3dhqZJvmjOz56ZpyOySEkB2SQBlLaWAik4pNmAAJQHPtZANJdb9IuMNiZM6VLRM5VoAqaVA0LbtQ9IvkaVmrhpKE+bcivg6nLMaOH3fTSAI4YpTu7gilr7WceUOZcQgpCVhb1rs7a9B8YkniU4BlyMxceF2Znf3CKOossJ7MDL4MA9vUGzOaGsTTwpISK0FbN9W2g8rjSbTJSklqmu5pUQVHFpSWoQDW3VvMRWoxagpXDHBGYkEOCRRqXB36EeUTw2HAS2QCrEMaln1vb4+sMy8fLehBNmqauR74griqEm4q1alnpTq9D5iKthcrQpNwQCR3ZyEAMQGSQTQKGg0fR4h9oVKbv0EVLKA5SHoenwhkTSp2SyfxLYA5XIdx7nNyI9xeL7qaJaiJktaAVLQXSFFwUk2NgdIZGT2YM5uFJa+BBM8FiC+wevuLPrH32oOeRYPQC/Ri+0DxiMMqpKUvXxFJcg0Y0FTYQDBYeUuegIUo3L5gQ4zEO1bJhmgEuLjFNtOy0RJVdSCHJqWFU3cu2ouYkcFTNy5WoczavdrPqCdIZxZJLlxlIAFwLgWet3NavSEsxoFOSeUABy4e4ALdesPjBM4mT2nnb0dAZiQpwqoAukkqBtQAWdtffEiZqAhKQolnZVgG0JufdD6EIUBlNE1Ynlt7ThzqKCKnFgoUwEyjaKzKJBLVVzMC7CzxHjhexkefJLVsbRxyaEuoLZ2AvvegA8niUvtAqgZZe4Bt0JYsYRRMUaaUBCQQkBiDYqZQ21cw1JwtFU0dz0q9LCzVudIHscb6E7aaCK4+oeKRMI6KtR9Kn1gUztEUopKUWYgF6FiSDtSCTUqBFaKIPM3s1LKUFNpTzhyVVJDrs5GZQZ3TQ8oNKUBPU0EIngrYfDiL3R7huJmYlSlIKWSFB2KXL0NRT3wDFcYlreVmKxcqCDnBBskMQkXOapt6jxGNyk508pvdTm45jeDSuJSl0GUAvpc2L7wpXFncxcBjlFOXXxKLiDqYIISQ7AoVbqSnmB2L9DBcLghkLFGZIBJoaBmCRv5MTD04TwXQZSgXscim2sR1d/lBcOM6HxEtIUL2UB1cDbrDVmluyS9mYv0NoqeJoWRn5xm8J5hUUbxZ286QhKSvMylKB1BelLjMSKteNNPwzlJCnYhgTmAfYE8ptbpDUqeFJJKJZJ5VJUkFJUk1K2GZbMwAsz+TVni+hz8/s/NhjzRla/c5bLwwsRar2p5efWCowgAyhTECpN7aD1vEVKLgOPUuWG7RNC20dhZv4eNvKYFlp1/BIJAsf9Rdz7g2sTk5VEkByKPqfjWIrnJZg1bA6HX6ERk56kknYhtfjFpLYCUpS1G5M1YBICvf1/wCYYRMWwOa1xmq+rt9UhSWmrN5O3yiSUHMXZIN2D/rEVbUU09xpE9ZU/eOGs/SPpQWXGhuSa305recL4kFJYrSH9oiwYaBxrBRmSlNUly/T1r5RaRTfRBxPUQwy0Fa/z5x6Z6wM2V2fwvpu9IGpbHKoHrXle+8QkzFBiSvKSwFFAaXOjRC7vzLDCY+YLvW3hLAWFGYbQ1h+ITKEEEDcsbNoLNrFUVqIeou5Sxdq0GjwVCg1au17awDxxfQOOStC4lcVyKBUH8OmibVOkMp4jJLAsUshNQ45S6iz3LtR4ziV937fK7Wd3OtPrSCZDdDGppTKafD/AJhU+Gg+hccrL7A8Qw6lhMtCDMIfwsACskvpRIFq/GFsdNUtZKO7QlLl0s7PUvQiEpCwn7zKDZKhV92pVofllKhyl0HLa4y6Nt8YzSwcmqOzwWXG99/H8FcqTRncq/FUqHRwS3oI+Sr2cgI2y7H/AJ0h2fg0qBBXzEmtnBe71ApApXDVgh10ayQS4NGtQbws6tqiMtKdZZANbcuxzJ2cXaJ8MwUqXN7xKcigliAaOqxO4vUesNCWEAk5QQSWOpIa36ftCmKxCEoWaPlYMTQF79X0ixU8SyJpjk3EkE0ZOoTzUapNNmUP6VQE4t65RnoVMrKlj7TJHhVTyMUvEsUtEqQty6khJDkPqN67QHD8QSTm8JL+FNQXugnXdBoYico7HBz8I4ypal6icVnIkakNVnLEZiQ5F+YUprB8WVILL5Sa5GrSzFdx1EUcmahSsoKXNiKJOpyk1Qp9DS+8PdzmHicAZSbgUstIPL/UlrwxZ5LRoxywJFik5QAqqlVBQ1LUXuOg6w6mU5OZgodAlKwkMEskEtbxBhGdlyRVVCB4kgl6apUEh/JUFwSA45yUAuHRRxclJDK2cNeG3N/pFVFdS3mzph5EpQSxygqa+x8SuXlqGEE4fgQFo70pTdWVSikmjAOzG9tNhSF5OITmYryuK1eWoDdKvD/pIiMrtHIQ6RMXLSPYUAqWpz+FYC07XYNAt5HokElHvM52nxq5WPnBKiOYFmDMUiwFDA08RVqEl3JJAq43hPi+DVOxC5gXKZRcPMokaBzsKQORImILFIVuAQQev8wuWKXcd/g+LhyJORbSuNLCSAEs/wCEU8xDaePzQB4a2pSvyMUyM1ikn0qPNrj1gktejVa6RT/UDaEuNbo6sZqWzLocUWogEsepYHyINbx5O4nMly1LClBQblpnDnR2za20eFMJLWqiJZ6gAlBp5OIuZhGGw6zNkiclZSO6WOS5PMRUAEUA3ESFcyRn43MseCUutHPRsf2AP6wYJ6hut/SPlLICnfy1A6wTCrzh0tm29quraR1tDyTTs9TiGaiej2PSkTki6vCRvYPsHrC61qzgFIDHUafW8OYfEBVFUbrfW37xXTQYq5viBmXmSWJBBuCA/mXePpUpCaElJ/EzuPICsHUtLZRMZrOHLH3OfgIHO4emxmEJazEKJ+NPdC25XojSoYWtZar16YykJVQ8w/EHNOoakHnYcIAUQGHrQ2Z7eTQrhAEISEpBSNz11tB50wFz4QLAatu9D5NDVZllSjbDYKblUCkddwzWa3rB3IJCUjKSzhNPdYCunSBYacMoJzpOZ9nBFm9fhBMQa5UkM4FzUV0sf1idSRVRtsETkWwKielSH200b3wwoKyqCUnKSHctuNL0gqZKkp+CTq41qbQssApZRJqXJNXvpS8RalSuOveTKAEuzsBm0S7s4+t4jIkvQUYgagMb1rme8QQykMHBceRDlzXUGGJqmrzMrrtq30Ij00Ljr8VdP9HxCgtOS1lE6gNbbzMLSarNUgkV0qRQ+nTeChJyrWCohi3K9QQWr4X/AHhfCI+/Qp1MQAQQxfZ7CpgXVNDIKakpPvI4Xi6WIzKNHq1xRjqYnK4o4rNoEpJ5K+529Iz/ABNHdzlpGmf41gEmYz19lI+MYnE9DHP3mnGOB/zFuSQwAuHNtmYNEZeOSKhLvlHNXR7Wo0UqZ1S26/8AxiaZpITegF7eElvlA0PWQsOJYnOlL5iVK9kgFwDYnyoIDwvABUsjOnxcwHiTXxBRLDYhoDisP3oSkPlzOot4UjM5i3lYLIgBOYBJJSBlIW7hz8/WHY8fMjhe08vLm07kfLwiBzZXcVJUCFbco958xE8LOXzhLrAAeoFHtUABtqx4J6kqLBSkhjlzDMzsbWodIJkZLhSnf2iCz2BNrfONMYqOkTlzyOWs2wZwhUkgqKFZ9apCBQa3cx9icI6gSGKG1OUtWoBIU77gQxisMUhJmZhVilmNgQTXbR9t48nYuoy8hAYp2A6jfpS0FQu0A5sxUlqtXKH9QRQbfCIqwGVgkBQWOZ2FdXDaU+hEZqF1KTp7BqA4FafKF5pZiTlIcF3cGty9SIlWS6GsLw1SwZQQFWJS4ABdwaNWF+M4cyWROBlkhwUkVb8wzZqaGIy5i0DxABWu9d9YYwqFAhUublIJzJqpLX2LjeKp2EIFlAFC2Zgak5jq1mPpD+Cxa5SswlomAWKgB0cgnSI4zGArLyZIBv3VEnqX/iEu7BBKSCC4CVOa+piuRSWocckofKzRS+1wIyzM2cfmoSd0iLaVxJKZCSAFFSi4Sogvq5d3qIxKWCQFoSS7VIYPXlURs94hMwwYiXmZ6ZlBwNRdz56xmycHjbtaDIcTJKmVcpZAsXdzHijl5mYHehvBVrDU5n3FREkKSwFz5a2jURkxPRq9fh66xNMpBBygitXbWkQmBhzpc/IdOv7R4JAUXcppTr0ggHp4BThUsxmHajH9esMYdJWSCVK8zQABrwPDL0UBlcEVf4QbvphJqMrl2p1tApMY3Fu7bXrxZ7LmscoqxooAU6l6GCd8FKDDd8yXJgYBbdL1LPTrtE0zEku+VrJVqfKCBp1ovXh/6Ny5ykkJKqndNfSlK7RKSs5iohJ66W3NmsIVTOmKLMHZ8xLt5t8InIlKzDNUaB3eh00iadSm5OkvX4CqnFRKfgGJZmvE5aKBiSLKc+fwqzxBJSmmVyo3CQ99tIPMnAEnxB9TY7UqWimwoR0d794OSXLJemvzf1/WGJQUvlSGIDk6Cmp0gZahzpYuSnMXYdNPreFJvE8ruEgEsyQ56B/S5gHK9h8MKhrkdeW7/rzJYvFEEIAOWhJflJbUCl7QXBhZUpSiE5XfOc2YWBb6tH2FkJcHMQlnAqa6NW7w3KxBKQAoGliG8x8YCclGNLc18Pw8smTml8q/BmO0QIn6B0khjR2AiqQ7ED8KYsu0C/vRyhPKQQPn6xTKmN7hCaNM5KLd+I8iaQol/wAX/i0Q+2VP17IEV3ekv/qgiBd9z+kXy94HvDfymmlgowqpt84NLOkCja+I/wC0QXhuIaTLJSwUnME1q5ZwToK08oskYJf2KQrIW7tVSzKCi4Fai8fcEmLVhEy+5UpUtZBLDlClGg3FQ/lDYvlSZx+Im8k5Niuf7zlKSUZiNHCixJe7aDrEpKsxdYYBTsFVJ/XX39ILWYvMUpyuM2alU+y1wKVieLlSHCsySS5UBRIrQGzHyh11oZXrqE4oqYpQKgSSEqYkklJsX6D5QI4V0zCcxYUVopVgB8H9YFLmK3KilwhjUdD0g+FnoJSlUvIA2bKsgqd6qB1rfrE1rQulYpKkTFqlunKAkrOY5XTys2/lDs9KgOZKFKUl0lwWB3ayqN6wrkUtR5FHLyupQIN2oakNtE5M1QdSah3oHZ6UTfe0TXqQSxBWZSZolqEsjKauWFXCdn98JypyiwCSpmA7tBsSwJFr0LtFmvFLKstQXYMHFfZpUesFwZGHWQAUqaoUctDdnvd4B8y2CVMFLmBZGWWyg/OlwSfCXD30bpEcdOKVMwy/lHhOpG0EeUoKK5ikLDZCEuFEWqWb/mPEJKjzEqUoZSUkNuHG0FoitWLy1JmIbmWCB4kVcfXxgclAS6lAq/CnI7AirE20oYYlysiqvzPzM1OsSxOMWCkIYoLlNBUWd71IrWIW3oUYllnBtqBEZMsBRLgNXd/IGC4OetVgw1oxiEouopF28TXgdNTc1JcrV/bqeTEqJ8RobWHzhgS1UcuTZj8oBnD3BptWn7x8jGJSplIL3HSD0szvmq66jisL4agqaunX1hruD3b8uY1TT9NYWmcQdqZyRRvEOhgQxxQCCrSx0/SBuNbj1HIpN1uvXgWEjRKkmmxDnegp749yB+bLzaEcwGz6ekJYTGsz/wC1niWLxxzKPOk2BofN4JyVgRxtQTdff1RbYhEuWwlipZ2YB6vS9IVmTSkApQt3YnNrZgTCkvFqJZKQQPayuT6wROVdS0sdai7MBAXNDljwt6u366vQZVjVpRTOHqaO2hJIPwiEmeop+7JKjqQxHkInh0JCCVqQEi1TU7N1eJ4OaE5l92CSA2RWr/P+YBzSTtmiHDyco8ka8X09eRMSiDzfhDKaoejNpWIS0oEsupVTqk+T+6AyMQEq5hMTmDO9NdfN4nKLAlM9J0ZenTzgHk7jZDhldz/n+bpji8UhWUCZlYXZn849mrdJCihYDMQPP+PjC/2lQUlJyLceyHY/X6wOaGDBtSB+vx+JhPizbHao9PXkZ7tFNHedcsUcxf6RZdoFfe2I5bGKgw+C0OJxU32jXiEln9oPLU7+Z+YgMs/XrE0jT6esWxUXR0/hk1Bw8lCk4lYEsBQSk5AaKDHYNpFciWqUVrmiahLlGVKmOYDNma5o0XInmW8oYtElICcgy35WLVvm/WFMV3akKCscFEKCkhSa2Aobszj3QpPp0M2SPxWQOHSqsvDLmCakl5oNFAtmKrgnaPRwgplyphQJKFFlknMzmudLaaNA5HFFCeJQnqKScyTLDhQ1Aeoo7jpFrLxWGSJnPNmhQBKSqwL0balhWLuUH3i6spMeVd4krUlmSxSAyk2qzVbeJYnCKUB3eTNQAiygGop6ghrxY8LCFd5LRg1KlMeaaSlSSXoHq3WE8PwNUxZCQnDlHsrmeIfiSaiGrNHyB5GgWKkqQSrlKgGUlmWM2jEV9IZ4bjZiQpSVIlkEOkpqR+Umg8oUxiV5znmd8wbMitL18jBJmIBS6coLMqtC1XI3/aG3aA2YWXxdYmZ0qSUL8SVJHK50GvnAzNS55wtAJysLPsH/AF1hEc5JSUAM9SRUaJYaxY8NOfMwkyy6aKLOwYtSLcUtSk2yE7CMCsoKkKI8RD+aRdoCvh8kJOWYnMoeDKp83QhoAFHvcxzFi2VyRtyudnh7G4IGold1axfMo+Zo14HbqEV0vEFTIXLCQ/iOa9Nz8ofkoSpkZxQchOxLs9+npA8VhSEAKlkqfxBYJI8haPeIy1EJWmY6vwqSWSnYEUi9NCmjJ9xR8znbXzj6TLKq5h729INhqVFDCeLHOYTGSbqjrTwyjBSUutDcmWokJzAOXOZm9I8CVodvSog09A7p2D0r6QPhdTXb9YO48rdC1DJ2sYc2/XuDyUSyHUUpVuL+rQaZJYAqHK1SATTaPZCQUret4FnORQcttpeE9tWyNvuXN80vXjqG+wpUWTMyhvaFx06QdcpIonuy1ySyj06FvnAJCibl7QDj6QAlg1IpZZSlSDnwmLHic2rf2LDFqSABkUkAf5dXua6xGVj3CQlbNosANtC/DFHMa7RZTZYZZYO12hUpO+Vm2ONL44pL6f0LTCsllIQsH8O/V4Gsy0gAomSydv09IrZiiFkAkB9PSL2eXFa0N4NqqAhJ5FJrp36/0wUkKEslE1w/KFpf/kx9MDoCV3LOybqu1HPmYXwaiyK/5ZPrv5xYyw4D/g+ZrAt0MhBSivIGpQoTtqbgkbjXwjo8LzsW5IOYf0g+WnWHFHxf1K+DtCOJWXubiKsNxaVozHHj94GJPKL3iuh7jZ+9MIGNMNjz3EP/AJZeYRB/T5wWWqo8x84Cj698ST+3zixaZ1fjsuYFy1ysMjMR3gUohikJSCG+rmG8FPxE0ZjKwoBFK1zA0BpSKFeJW6BnUwlLappRMZIz1AgBSmJL1NbXhMoWDHXG0+j08joU5GLzBXd4cZLLoWNH+JIhTH4Zlgyp8lBNVSxQA1Yg6OYzPC5hKVuSfvNTGv4Lg5apJKpaCcxqUgmyukVrEVuUWJ4liDNQmbMMtjzM1t0mx/mHkfZgoLAmzlJ3ckPqk29OsazF4SWUAlCCQQQSkUNLUpFN20SJcyUUAIJ/DTQ7RcZKelUU9CMyfiEqzYaUiUFMVKIAJFudI1EQxczDCamdNWRPSHZAzJWdXSA7uYqsXPVmRzKrLrU7mGOGpAlqYNR/V4Lsq1spy1oniJJxCUzAEYZSjY+BYu/QwOZLw0xJElSziEaOFJUR1oBCvaRRPdglxWnujVdmpCUyk5UpD3YAPQX3ipSlFXZEk3sU+GwZnAfamwyktl5bjdwaxVzZa8/clCyAT96nNlAPNm2iyl82PQFVAzAA1DbQ72smqRJWEkpGXQtp0idrK6L5UivxyU4chcjECcV8rBDka3q1BFngpSkIM5K0Tl0aWzsKA+sG4agJw8opASTKSSRQu16awn2V/wAOYrXvV11vvFObaZaR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616" name="Picture 16" descr="https://encrypted-tbn3.gstatic.com/images?q=tbn:ANd9GcRvtpMfegyy4smlrcA2lsvJa7v4WvjCSCA2N-B7nBOLUorVIsa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676400"/>
            <a:ext cx="3609972" cy="2402274"/>
          </a:xfrm>
          <a:prstGeom prst="rect">
            <a:avLst/>
          </a:prstGeom>
          <a:noFill/>
        </p:spPr>
      </p:pic>
      <p:pic>
        <p:nvPicPr>
          <p:cNvPr id="25618" name="Picture 18" descr="https://encrypted-tbn2.gstatic.com/images?q=tbn:ANd9GcQqV7grp_DwpJu79lYC-bwKPi9LdBaOQiELIfUT8SGHLrStldQmYw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71604" y="4286256"/>
            <a:ext cx="2857500" cy="1600200"/>
          </a:xfrm>
          <a:prstGeom prst="rect">
            <a:avLst/>
          </a:prstGeom>
          <a:noFill/>
        </p:spPr>
      </p:pic>
      <p:sp>
        <p:nvSpPr>
          <p:cNvPr id="25620" name="AutoShape 20" descr="data:image/jpeg;base64,/9j/4AAQSkZJRgABAQAAAQABAAD/2wCEAAkGBhQSEBUUExIWFRUUGBwXGRgXGBoaHhocGhgaGBcZHBsbHiYeHxojGRoaHy8gIycpLCwtGB4xNTAqNSYtLCoBCQoKDgwOGg8PGjAkHyQtLCwsLTQtLCwvLCwqLCwsLCwpLCwsKSwsLCwsLCwsKSwsLCwsLCwsLCwsKSwsLCwsLP/AABEIALgBEgMBIgACEQEDEQH/xAAbAAABBQEBAAAAAAAAAAAAAAAFAAIDBAYBB//EAEQQAAIBAgQEBAMFBQYFAwUAAAECEQMhABIxQQQFIlEGE2FxMoGRFCNCobEHUmLB8BUzcoLR4RZDotLxJFOSRGOTssL/xAAaAQACAwEBAAAAAAAAAAAAAAADBAABAgUG/8QANxEAAQMBBAcGBAYDAQAAAAAAAQACAxEEEiExEyJBUVKR8BQyYXGBobHB0eEFFSNCYvEkgrIz/9oADAMBAAIRAxEAPwDR8ZxahpHEVW+8rqQrAkhqcmABqDAnSNL4zNTisyRT4VmYrTDPXJMkhkEAkDSwJOwvjT1Sxqg+cwPnMRlQAp5tGzBoMixvECROmA/Dcrp2zo7BVQ9WYqB5xEESqBWUkjbsccMu3ruxlrVl/BvFVf7W4MF1IkkqmUgA04MxAFgLnfHtHEC7ArJuYm0WggDUzY7jHkNFhS5lwwCZCOJRYtIUsVZbDIBlsbk2icew1TOhJEes23B2MAi9jbDDzWhSsgo5Dq4nKrfeEgjqhUy5hIEGCYt8ttMBuMcTJaWYZgXEATM5EB+Kdzrtg5UYypGoJm1uq5L09jI1Ewb4C1qkAgEjKOqOtTB13ZRBmLWv2wsVpiG1KcekECSLFrySwtAiwG+Mt+0imPKoWjrcATCXXqJbcGFt641WW5IAUd0gjbVWIMX/AJ74yf7RxFChEf3jTAsbWscFs/fC2/KqyXCNbKACPxeWCoEakufTtifzgAIAIGuWygC0s/4vb3xQosSCs21iJIHeNHT/AGxZLWGmRdGQSt9Qyag/zx0ymo5DdwUVVmzg9WWAB0wJt8A//qLYs8teWciOlJg3BGcBtdYkX3JPpitVckzv+/TOa2l1Mke2JeR0M/n5csimJJGWZcazYHS0XxtuYSFpdSoG1etHhn8g1MpNRuX0RmyiLK5YETEno+Y9MZ3w5WRfsgILA8YynufuUZTfWHK3tHzONTx3RwhJeav2RFIEMGIpMDH3VrMbzcDvfGM4RZTgRlYxxTAXeRaiSyShUxqcoMxGFmmpKsGlnIG8LSc/rSGIcLlTiaZsYzClRDLP7o6rnQjFfxHxwHK0MnPUemsjUQEd2iB+FRYm84krVmq8FWbK8l6xFmYxkQVA0UiBEGDa86YF+K2deC4AMWkZogPfpSCHyBbAgGD+UnEYASAtvF1lP5IJwJEcUIn7tLxMDzkAJnuCdN8af9oQ6aIUCfNcSrgZQUpmMpgzewJA174zXLKJA4z42U8PcS34atMltNBMmbXHfGi8c8PV+x8NVdGBY5MrTCA06ZQyQI+Egi8ycEI/UCud3/R+KFPWPkwIj7OhcyCSRxJCAzuV0E2Gu2L3i3gjS4ThabAMEVkJkAmIIESYEHvsbYBcL51Tz1QFpRViHGUGupBF4u5AAPfGn8eFjQoyjqSXBJNSVOYWhiQbT8MaWtbFOweAtB9SfN3wWS5zWqMaZLSTRotLHX7pFVt9t8WeE4IGnSqFgVNdKeQgEnMARJ0EiRfscQc+fp4eCcv2dFElgRDFGBltnVgNNZjfF7l5ycIlR1Yo3E0GEHLOXzQ4/vMw6RqPQWF8GeKNCxE+hdjmGov4Gem/mcM4Ug11sWBDA5qbJEX+EP8A5Z2wL8QKVrUySSz8OFykbqXp3ERICRAn1g45yvjvK4/Loq1zTXKVQgeY4UEiplOsySZ7wcVPEBBrqoIj75buPhHEVrAl2JBsTO/fXAwzXJ8FmI3SwjePiQingmg39o0lYGqGgqWViF+6cq4XWAwIzaH1xb8AV4rVaTyTmUgQ8TmqKzQBHxZBBt2vgdw/Ek8zoNYgjhrk0ip6VV4iyiCREWJPvjvhqmtPmFbJVCKjlQw8qCBxdIgDNqADtpfGX4gk7lh5zp1rIpzupkbjsoJIPDcSA6uIYyGgHS5QGw3wSp8vlXC3zLxdLLFoheJoxYDpLlZt6RjPc34gGvxAWoIfh1cBmV7hqZKgxINhfW0nXE3gnjEd1zuqn7RBACnOW4Z1gp5ZgdC/VjY3NAatVcmq1p8fkCqfhLN5lekAD5lF8oiVzZQVa4O5N+5vi3yzm+TgOFqkl/Kq1aLSYIVwKij6Gd9PpP4cY0uZvSVsw6lsjklgDl/u1J6Qp2MfPAbltY/ZuLow0+atUQKnTlfy2bT+ILcakbnGqXq+iJKf8hu4/NX+Smmn22k9RfLCVCoJVA7U3zJEOBm0spNjGKPEUQx45KcZRSTiQqyMv92yiJaCPNcGTNsGuWcUTzIMQw8+iC1mkF+HUMWEyZyzNrGYtcbVpkOgBJWpy8AxBkJSIzdVSAIRdpGkY03Mocxc17DXYPos7VqAqrDefS5EgTvcDBPjULcNQYmQadSlb+B2KqZAg5WWe4acDQv3Sxe40yzFrQSDtP8A4wbrcFTHLeGeUh6tQkKUJJZFVp1K5WWI3sd8EcaN9U1X/IB4m48lPwXi6qtNAHQAKojy9IAtphYyY4wAQWSR3y/9uO4ZwXGN8Gi9Yqc34kOCqJBfhmBLMD108qho2PVMC0b4B8f9oyHPVRJpXyKZha+kkhgQ5LZpvaRGL1LiyXH/AKs//TkBVJ+GsyZBESImw1BAwI5pzZQHipUYj7QDkQi7PmBzQLQBuGUWvjzoJK7TW0yAQPmHC+VzGk0livEp1VOot97c+t72n3x7lX1LRJPTnqWURJkKLxPzx4BzOsRXSoxhjWBLFs7N1gzm9Ra2Peq9TqZhqIgtJgxaJtB0kbyN8GlwASkveVTiLqGEteQ7nIsFpkKOokEwBgdx0BS2ZgpOYMYWxAC5UHcECW/kMWuMrEnOCSyyCWEspMAGNBBnYg2uMBeJqHKsmC2UMwM5i1ygYCEABy5cpiD2wsVpoUL1AGMwDMaglTsWP78mw+uMh+0euDQpAG4qbGYhTtuZxPzDiHDCCcpuQkdJLMAwHfKFue9htjMeIGmkssTlcayGWxEEdvbTDMDNYFXKaNKH8LAYSAoOkmDOxWLgz8sTuOqSGECz6VGi1gPiETc4p8M5F4j2u1/4mtHrpi48KZICZtwZYyP3zYAj+eOgc0eEgsp11yVWuLmVXMBM2VgO7kWHtri14fc+Y4zHqpETcMRnWRY3mbT2GO0uEapWpU1HVUdVVRYAkgA5o6j+VsaZv2dNS4hlXiEZCpWXDAjNF+m3xL37Yw6eOIgPNEvNE95N3FbJmZuAbrlTw1HqduJNxSYDYLJi4iCWvjCZHPCK6QRQrhgQr2LogHW0KFzKJAki5Ii+NlwfBsKApZ6jkU1SRWrrI68s0w2UKBYzrignh6OEPDeaxllqBiz5VbIAITN7mZ0MYVbbIWnvIgieYCymNQn8K4p8vdZpqTmBhaks1SgrQCnQImAdPlgb4p4ieD4dVakwZ5Y01qEytJdSbMRLHp0PzwY4PlL06FWl9orTUABOY5FgAN0kXkQLGYtinzbkdWpR4dPtB+5mZNRuyjIogDcH5Xtim2uEO7y3LC5zctqznJ6YJ4lQqmeHqEHI/encXAByxE21nbGg8cNPCUXNNAwqWUU6wMGmoJlzBBI7evfEb+FHzM5rJNSmyOoNXeBsQGAKiRF/XFzmvh9+IpJTaoENNwwYms1hTWmQA1SBMTOsGBi+2Q3gaockD8aDaSgHh6i/nVgtPMxFMkeQXuK9PKAJteBN/rjQftC4VhTVShgM7hhw4p7iCrZr6xFrgXwPoeCsr1CtZZZSgmjGW63nPO0ZgcFOecoWugUGnTym7CiM9ycyjq795+eKdbIS8Gq0IXXyTvPusdzNfueFbulwUQf8ypmIgkMwPSZgkGNATi8wJ5ajDzMvmoWBWgqk53AC38wmTN+n4thi63gQZaamuctObeTTzR5mYiQbmTrsLYvHwovlCl5hmQ8mnRmzMRLMpOWW0vYxfTBHW+CgFdu5CFnfu3eyDV+DKcxXNCh6gcEvw5n74jMYGUHMrdOg/wAIEt8U8KEroc1nqVVvxCsQVqsT0qsAXAsYkHTTB2vyIHiFrmu+bMGgU6QJGcsICrAOZplhcDEHGeF2qVVZuKqHKWMZKf4nZjOUATJ7fTGBb4r1SUZsDgG4bfmg/K+ag8fw7eYwKGlTlqwBbKVU3jKFgyN7XJ2tcHxZTjq+VoIaoBkruDerTkKwpkk5ddJNwRi3y7wktKslX7RWJWCvwi4JNzBtaMve87Yn4nw35nEPVPEVVaoXYi0feAkiYm4EYp1uhOAOzcqNncXE03/FUueoPtlTNWdZ4ZiJr1WLRYKWNMMbD4SIbIL4n8CccKbCajZhxIGUecxy+RWBsq9zr/CYnF7mfK2r1fNavWzCn5YhrFSpEkyLmdJ9L4byvkVLh2lZJYq0uTIOVwIIIi7ESJPtvXbobufsqdZ3ltANtfaiF8pQf2wCVHVUdcrU6jxOcXSZmSNe+BtGghbjAyvIUsgFJxda65lKkmLEa+0jGko8hUcR9oUtmk1AugE9RmDmIntGmuIE8F0w1Rg7zUDBpgj4lq2kTOlpOI23wjbs3LcsDnSNcFD4d4SeYcMxptmNNDHlU7laZWVzsZJyi5iSTppilTGXilOgXh6034a6BqyZR+EkyDNzYwNMFKHhlKdQP5jAqFAULTAhACDZbz8RnUnEqeHQjZ/MBYZjPk0SJYsTlGSLl9v3R2xf5hDU4rEtne4tps+qxFNj5akyR0wQUizQDJuBeb4Mss8DQcOxXMF+OiBnC1A1lGfTKJbWJvrgj/wLRgqalW1z/dib3B6LAEzfWcXv+HQaFOia9Xy6ZkR5YMmzGQkkXH1xbvxGGmG9MCN+la6mQovPma92/Mf9uFjaN4PpAkeZxH/zH/bhYL+aQ9BLmzP3LQcVwlenRZmpoCKEmajt/d8RGaw+IKYABuCbyMAucUaoeoGelTAbigQtj+FyskkybMs9zFji5zBmZGBVgDw0hmqIZNPiAGJLLqBA6RfXSMBubsEq187LAqV0CioqsMyCJygDIYEAWM2y3wq0eCI0EHFZzn6L+8XOYHOxMR0RAyg6ESSBoMe706+ailQjKzU1IkSboPwiSRAiNdMeFc7en5JRAC2UElAYuqm7te17Rr3x7RyDiSeAoMAylqCwqCWPSYljpPbG5RqgpeTvqbmFLKQOrNAPT8YE/g7qYPQbiBgHXWA5BJzMXzqBIACdLUyRmY5oJXWTYxgvxVgwUAE9MJLVL6ZnJygyT2i18Z3jqflq1NczGQWSk0swBt51Qm8gSQD+H3lZaYFmOMpA1CekZTlJIZSDIsuQX9ogDtjO8+X7qSZhgJnaWEAxP17Y0HNKbZ4OWbgZLAAj4aWkzu22AHPwPJNxZlv6TsO2n/xGHYcwql7pQrhqd1ubaRrH8INiO6nFiTlkW/wCV9c9M6H29MVaIMye+r2WfRRcna2Lpsc5JJ0zuMoHoqat88OORYBqIt4Ipk8x4eAB1O3QxiVpuwlToJAkY9IqD/1TD4rnU9IgPAIiZIH5Y8y8JE/2jw1up3iWiWBVttFX88eoVHjiWGx6rAbq2+sWjHD/ABLvt8keHM0VegDlBLRJ1JECzwJHpiQvsBoInSxSTpsJxWpoSoXMCtwR8jYHsJxxqs1LmDlE+wQwo9N59McwBMUU6OACdANPaE2jWffDM9tzIO+weLTbXv2wxeIgaxIIHpZLxMTvh1dgbSLBhYzIzyRHtOuLV0TqjGCAP34ubQRcx3JjDGPUF1uQAJImBEenvjhcbWktYe15M/PCerqZiRvF+mDadD6Yv0VUT69W2svJzCxFjaG/dk9sNqVJDRJgMZ9Adre+mFVr/F2JInVoMQQOwIBn1w0tIfeM+0TedDtilAE+obtAgZTlvB+FWJP++FJj1M7i1xttvhrgS3sRf1X+tccNrTcBtdDZe2tsRXROYxsYCnUzo4F49MO8zLG4/wBGBiNAIOuGA5SRI/F9AQbH2wjV+knYiSBI10HrilKJwBMBTME//vMfnrjqtox7CRpfMRb64jaqBmvuxgf4l9dvTCzXBE6A/hM9dj3Ov5YuhVUU1MxAkg9O/Zj/ACxGapMX0H1ynX2wxjCnWQD1AjTPaPWO18Pca/5hrr7+04ulFdAn5p+ZgaXFxGOU2DHeJXXWSCItppjjfFaSJ3j96Ld/lhUje+2Ua/xEQIv9cZoroE6jUkSDBOTaLQV+u/yx3J3mDAJOt1ife35nCoi0Qfwk+nUfXbCT8Jv+G8i9yszpvilKJJvfUEz/AJFn9Jw3LpYDsddhF/lhUQJX5CfdY+lsJSN98puNr6fPbEVqxnJv3wscp0xA64t2wsRVggXH8l4cgDzM0Ua6HNWEDyiGQ6GzToNdoxQ437LSctTyvNUMGOeoYfh+qFELIqaiM1xtjQ8RxpNQf+mc5/tKiaZIVqlFHEDIYJIJ0vExF8Zzi+JrZAfKKlW4U9RYGPKNNSc5GpDCSvs0Y7rcVz6urj8UB5uynh+hcq5VzM3SWOVcwWmBlnQzvrvj1LwW08s4f1pAQv4gJA+etu/vjybmId6ck2AAktMwWQbCNN5OPUPAVUnllDWApUzlRImMskGZB11nG5RSMeaFJW+i3ENCjqyq1wFEBiomCw6g3SRBMXGM/wAehCLTyFEETQzZQQRMkrOcZjrP4dNcHq1RbFWY2eXKggQJKuzQGgi2/tgBzKscspHlhYOYkUxmAAGeRB2gAm04VCtqzHMli4yqMoH3kpYgHKpB+EEmBv3wD51/cPMjTS4sREHY/qMGeKkWXpm+VRY2gEZwYWNyRvgPzhR5L2GnYbEXth6LYqk7pQbhW6p3G+pAOpE/h10uMW53OYEn4jDzfQN+HbUYp8GZIsSdbSovvmOhHffFwG8oSe7KQumuc/Ae/e+HCiQdyoRLwYY5hw3SV+9k6NnOVo6tTfY2xa4nxrxDVWGdQczMQEUCyHLBNzHYyJAwP8MAnjaBXKPvJzCUBsZF9bTf0wL4irlqsRIBLa9iSPb+hgehY91XiuA+aVnkczulGKXi7iM050iJgoIBgme5vJ7GfTEaeJuKKlDXe98xCyCBsYBGsRpgF5tom/5b3+m2HNWkwdLx85ta0Y3oIuEckr2iTiKP/wDFvE5ifOYjsRTkC0iy2Yga30thDxZxMCa7kqTrlIMmQD+988AS4ubfT0Gk46zCDMTH8wTpfvIxOzxcI5KaaTiPNH28ZcSWLebrmWMq5dPiAjX54avi/iRA8wNBtKJsCCDb4Yj1trgA1Wd/XUnfafbCNQ3JvrNz22+uK7NDwjkp2iXiK1B8aVwznMpDAwMqjLoCNJ/TTFceLOJBIaqLKQRkQXuLQBfS4jTGf835z39h+uE1S5+dpxfZoeEKzaJOIo+/jHiWYsKo0jKFEfDE9/mTh9TxhxDBQKhEEycqnNI0NtI+uM6D7b/kNRjpq2ibX/QCcTs0PCOSrTy8RWlTxhxOZjnTqBOUoMoEDSQI7iTGK48V8TABq5jNyUp5iI0mNIERgHmt9fpYfyxwtbtcn9BH54nZoR+0cgpp5eI80d/4p4khia2pMdCGJvAOXHT4m4kj+/Yb6KJ6tLASs7EYDZ7kG5kjbeBrvjivb8rb3tPzA0xrQRcI5KaaTiPNF6viHiGLA8RU6psG2nYAdI/wxjh8ScToOIcwWOoMyBMyO0azgOz/AJQdPX+r475lt9/XUgEflOL0EfCOSzpZOI80abxLxOYkcQ8P6gDURAAtB7Y6PEfESo86oCpA+LWGOpIvf3nAbP1es6dhcm/0wvN0MbA/DHdtrdsVoY+Eclemk4jzRSn4i4grAr1OqJIIH4pABiQJ2EYeviTiAUYcRUlRabgEmDbTbfAjMfnABHsc3/n5Y4tTTsoAPfQm+L0MfCOSrTScR5ovS59xAKjz6oHxfGx/Ce5nL7/TC/4g4mVJr1WICmc0CTPV2sp/PAjMAO8ayIiFE39zrhM+kGbD6hYP64mhj4RyV6V/EeaJLzquRP2ipf8AjOFgVnP9TjuJoY+EclNM/iPNez5xnWwziogBJqBcx4ORoJzarb02AAzVKiFVXDK2ahRbN5RkFa5UlfMMEkEjQj21xY/tKui0y1Go2SrQMHy2WAalEKSoABgwM0mRJm2A1bjuIemVVMo8lw2VkXKqcRLR+LpLQRv7Y5TW1XWukKPm5K8ORJVZeASLxUqRAGmm2kagY1v7OquflqSFBRmWWvbpghRadPcnHn3MqBh/MqKxDvZfhB1JLnUSdMbX9lHEBuBdRMiodLkyNgdLT73wR7KReqG86/otRxe05QJjPX+FZJHRSWNb62O84D8wqZ6iOWYfhpvVAmQY+6oi0kGMzaDTBXiacgiSCR0lTmI7Mh0ZJPwkyIHfAbiuIAYSWzMjgFY6on4gZIYWGUkCxwszHBGiZecAsxx9dM7XY3gljckEyXY7T+AD/XFJOBXiC1Lzcki7FcxJC5ssC2cxC/LEFVQDZswzfiiVAnMxI0P4JtEDF/kdQ/efeCkFosXm5yNkUosn42DkkgTC/LHTdG1kd4JcvDiWlJvAtNSues5Y/CjUxfqIvTVi8gggkiJF4F8EOP8A2fqoP31RipAAFKbFlAHlq4Ni2W2pBiYxbWpko1HVl4ei3/NN6teRViJn41m8yCBi7xxpswmtVQF1YVQCWMlcrkRBVFMsbQ1Y+2OcZZL2aJW6QGrOr4YC1VZarOyPDBaY8xMpEg0ywKzKjpBmTjO8f4dcVGJchSxgEHNEnvEEDWYxtONIKIeIQPTb4eJoxnABpyWJmCqHQbnTGa4kks34hmOZjYtBkBvQgSZ3nD1le52ZWJWNf3sULTkABE1wB3CMZsZgj1MEGN8NTkYyyaw2uEYgj+EAXvvpgqVLMQZJMTA+MxGVZvaR+eEBpImddjFukeskWHz0w54IJhjGNMEuW+ClqURVfihTXMAS1PKgEsvxMbsSsSAQIINyMW+X/s/FY1HXiGFFRmUmnBZS2UsC5AIBzSY2vcxgnyAMxTyaQqVpVS9W1KkzvUYIANVdNh+IGBfBHg+KSoapBqcSyKENV4yLNRYpooFzUWEncg7HCsj3CtCs6JhGAWbp/s6mAatU5hqKOYAMGZLK2cSFuCsix3xR5j4Oyo9SnVLoCBKrMHNlIYyCsgSAwF5G041FeqgdH+8o1cnTXUqVqMvmK8zp1RTUyRANrYrc/GTzPtFOazFQKtI5UqRBgr2CtAIGom83qN7zSpRHQsyAWOHJwRaoQY0KrdtwL6YX9jgxFU3F5W5IknLfTaTAwRyQRBvE20jT2veR6Y6rCCI1EHQemXp2+mmHCqETDUEZKlwHIBUrpTNRlztkUqknM1gIYi0xJ0AnBKl4TpkELXZyIYimi1CinIDmhsii+7arcDESMA2ZhbpmJuogsCfUW21xoeIQimWrMKHDxK0kMGrDVcgYgSDCZGJtEHfCloe5p1SqbC3aEKoeBBkztxE9LsVKhQMsZuvPlkZhYEgmIxzifBtGnAqVawMlZZBkkTcOkj4sov8AvgY1XC3ACcOEUsfLpOMvxlvIDDQgNmJBH/J3tNDleUuq8O5o1ZRhRqkmm96JUSdJbM0zJCiNcJCeTaVtsLATULJ828PJSqZBUJ6QymVOZWAYElSV3/6cVn5SBFzewjKdBGb0jB3m3DEVAGpCjCICqzDESC42ym++vecUE6oOxBNt9QTAvFtr3x1IXXowSqdEwVwQ5eXpf4iba6DsbfPX6YKcs8PUKoVM7rVLTIl2IzKAAoWFXq+Jjqr+mI0XTqXq6tCRb/T1jBnw6rvTdFmlTJz1KoF4NOoFpmYlWCscog6XxqQ0asNjZUKXhfCPDKUDVHFUErkaopZ9QAURWhcyuhk9OW8SDitT8KUMwzOF1gP5iLtEkgqCVZSFN4gk4O8LxILhODGVQyNW4mqIIDsgCkki4zlG7hjGJ385AWpFWhmPlkSGNWlUBQkRPl0qY7XHa2OeZHtNKo1xoNKLMc18N8OEZxnpE5qoWoZpuqwkUmSxJ6rE3CTAwEbg0LGE1MkSe3vrY29Mbnl1cNRduEdkcZ83CuQU6y6UzTzdIZVaYE3Fx3yEQY7CAQSc31ixkkHsPXDcLswVkx+GCq/YEBNojWTpOv54kp8IhKqyyBrJNr3JIuYF4GJgdNTPT3k667xiNV2jMDYAXkmf5WnB6XgrutZkOuvgUQbhuBBIyVWi0rIB9QC8gHYHCwX4bxjVCKAogKB/dk7d818LHPuTb/db/Q4euSF0ue1DSyNSAhVCkufwVjVWV0AgxOsqDiPiuMerKgBM7VICl2tVM5YJizSRizyzkNSsJjKkTmYWN4hQNcavl3KKdC6CWg9Rue/sp9sAmmjiyzXVMUTBTMrNcB4Gz9XEMwJkhLDYXMCAbCw7Y03IeBXhabU6QZqbEMUL5b7mRsRBjFuqwkevvt6fW+GsZ9Y1+V5+mEH2mR+1LmNu5SVeLzM3QxUgEKsAZiTmkkyIJBldQL6YGc2GYI5BlJAAERZwTmMFiR+U4um/rtf5mcUeeK3lSolrmBlH4GG9rEg43DIS8BbjYA6oWErsWjMeodTBRaXaVRRoYJJtpJHfBLlFVEeqagDCndYYxUrZkCqY1jqgEROAzNoNIOjGczuJY3gNlv299sE+ScwWkxKjzaiBRQBBINRnSSQGJkIIE2vjvTf+ZC5NauqjtSkzFq/EuzFgfLpi/wDeCs1AtBFlcAAQLNF8E+YcecoepRkZgWQgmE8xTWUi2U+awSdCEXsZztZ8pDOfP4twgUWIQVE6JDDVahQTtfS+D3GV6wLHy/MY1EqMk3yrUGRcpHwmoKjQBcfLHIkzBP05eHijYXhTr771RoV24ZRUoRVpPl8ynckFTTZ77SzgAyTEC+XGar1FZywCgZjkvpJY32tECCJscFeGqdVKtwnUaXl5qPUZyGkQIP4TVJNhNrRgK1YagZSZI2yqxLSdIFwBItceuHrOBU7/AH9fqqcT6J8qJjcwPhuYgkn2JNxMKb3GHVCc0gXBJW0yT8Xz19L4p1OM7WDDpzdhqxn3I1OuGrxm4iLKpIUwFHUwiLyQNAeodsOeKyXjIdddZLW8HRZ+Gp+bU8rhafl0mZZXzVPEH7wbZkqFgTsCMEOE4ytVJ8tRRoCmyqNJYvRE6arVYOCIFzgFyVxkSpXJFCmjCmgM5wzujSRJy+bDjMNpxcTiKp++4l/K6XyplCkqUpU67QTZiFBBvdpwlLt9VTTqqzxPEGkqGrT8zhGpJAWbZfMFGygFSzTUIkg2vbFHjOCelQPlffcO4Ch4BAg0nc2vm82FzEAQNMMPF1uHZK6DOCqCpRAPQxWoOHUgmJWkMwgaj1wlpKFZ0ZjSqIFFO8HJ5bSY0+8BNt7YjDdARo4zMaN68kIzk2K+p6dT+73gGw1j5YiDHeTETqLjaf3vQXja2PSPFXgrhKfDealNg9Py4GckQ9yImJmerEHhXw5wnEUmFXhkbyXABzPDBlsCAYJB39cH07c0O44x367euvJYEVYi5JWLRM3ECNJm14xouNYU6hq8YfNrVDVy0VJ6DnrIwn+GsFIW+pscOqcDQpcb/dBkSuVgq1lLAX02sP8ADjTeNuTUaNLzqFFabLUKMQIJDjOWuSSc1v8AN64BKRIaI+hc1zWk5oYz1Wqt5j5KxqkABpKZiEUkGRCJ5pkWlptNhdXiwR5PEgKQEyVhopIpKhBgtOQZoOk+ttn4XSnW4QiuiEu5TzCtPM2YRMjcGRP8MbYzvg7iTT4qnTPUjFkYMAR8NmiDcFewgEYWbFTb9vJRsZq+mYWZ53TYMvmVPMCqAhBBDUw75LhiZPUTmkXHpijEEyMp0NryNFn8iJIHpjf+PEKNQqKFXNTgMgyr0klgAN4ZT/lwd4kni+XywOapQJkrrVpQ05ROpzA98ONlLWgLLmCjZNh9l5OlJmBdabFRAcqrtlzTlJKgzMeugsMXOTcL5pNOqzpSzJnUAhmMuKeSnBuNzaBPfGy/Z7x7h61NWYA086CSRKt+6LzczEz8sUPHlAjiy/8A7qLUAE65SJ2B6h33xoy11QiCz1mMZOyoVXi/NNJaLUjwlHpY55DM6eUKvxA5gSwYTujGOnF3mPh2txKTSWoGLsVcKMrS7JJI+HLRETH4oi+D3iuoOJ4EvrCU64mBlmVffsf+nA79nfMzNSkZyAZxplUhu5JgmQY3IPY4WPFuQ9ETGZBmM0IdxzA5VpGlxCVDUVgo6gPKQ3DA9KqXJAEaLvjO8Xyivw7AVKJpnUK2UggNteInfXB/m1TyOZVHQglaodbiAGYVI6R8MGCfl3xpPHXLGqUPMy3puTaSMjRnOYrEBoMbXjBQ8tNBkUcRNa9lTg74/wB0WKp+E+Lej54prk+ImVLWPWwSCTAmZ7GMN5PyBuJ6FyCoJIV3jMApYMLE6wIuNYNsbP8AZ5zOaNVDs4eDoQ3QwJ7XEsbfXGb4jh24XmBVQR5VYZZWIXMrKbyICwdDpgmldiFGwBz5GbRiFNQ/Z/zAqpWpRggEffHQi2ikfQnCx6W3DyZvfs1P+YJ/M4WB6c7guV6nmssywDYCIERAtFvTDahJ00iL9yfXD4MxeO2sxr/59McCm1tvzGOAu0E1V7CZEbW/3H8sNcwTub7Tp/L9MOZtIvHe2wgA39fmcMdogk7CdbEgkSfpp2xFaZMdpj/pIkH9cDefUM9CoAATqJgQYsZ2F9R2xb4isqmMpBuIi5kEzbQRvgRxNYkEsxC5CQBpBM/5jp8474ZgZrByA+0sZIGbSsS9XMQc0G6wCSB+8xJNgTMeuL/I+IKMRQUmoQFp6DITUQtUGwvChid9MB2UToSLTFibWSBbN3xa5bVkvL5ejqIEswDo3lU/4h39xoMd6Q1YUi0ayOUXFOaVAluIkZ6pBimCrGoBcgBXaZjbeMF+MSrJ8h5daivNyGIYU0ST6q7wTFxrOMvV4oFDTCGmpjKi9VV7VhNRtpBII7xiatxmYDNnyo0LHUyDMSCYuTmIWL6ThB0ROP368kc0qFP/AGhnei9P7riSyAKSFVxlprTYW1kHU74z32n9+WbN16QALqoIOubUXGLrVs/lZgHUZTNMxUECmD9BFtJDYFF8uW0ZbiToTEs0b9hrhuJoCFI4jFW6tQhjKsNC3VYKLqtrFjftrhlbiWJLGdIYC2URCr6sfbfXFdXgawRcE3uDGYjudl1w9RFhrrLW1/E9zfWBfBkImqO8r4lFCNXUVHCzRpsZADPUV5sZYN1iTFhpi2rsWZ69Q+YaZzU0IhQrIlUNM3ZUXQ7m2BPBcQVVFTLTJUk1Hgs5Hm6A6Ag5Y9sdSoqBlVVIK/E8F3PmEhgDdbCInthZwqUYAXfRXhxLBs1F8z5VepTbqAIp1Lr3CIYBnUC2CXCcVmTNlFOFVQCxBTLKuuYjWQDpvjP1nD2aOmkApp2cQjQpEXlmvgxyviSyuSwYy4zEayTeI3Baw+lsQhP2TB1BuXoXM+Jz8rIJNqKGekFihU/CwBCyRMwTIIwM8B1Q9OurazTaFKLEGQQTaZXQSTiwOau3LT5YrDLSdScqubCJk3souTdJAE4F+CeIIeqFzMVQGSqnKVLdRB+EdR6xdZsDOADIoQb+i8Heq3jBcvH1YsDlaFZNcs2hT+JTAmcafxo5+zNLyJpOAWYSc33gJy6FSLWI+eAXj5T5lMkVgXVviWmvwvYgDUdZIJ+Ia+hHm9fNy0iHgUUIz1VVQoKZcoU5mEg5c19jjR/aVpxq2JwUXgviOpcoUIhYsCWleoGmYg6Z3GcbMbSJIug2TmQCjTiW6ocj480KCBACkgn0neCvBFYCs8SD0zkrZYExlhj1HNB1sb6Yo80quvGO7LVBFWQ9Qz1AixIABAIkwIPqIxYzKKBSZw3haLxywPC0TcxUaIFWcrKcohtJOkxtYbXfC9dTwtMFVOXzLkVGnMHUmBMC6zF5BtvjPeLeairSRQKpKObmsjAyDmJAM5yTOb4eqAJw7lPPKdPhsjlgwL5gKpUNeRMC1QqYDzYe0HN0lgQdGdDd21TPB3FMnHJaM0iIOrA3AJB00AubYv8AjujBoMUyk0yhHlqJyN8WaYsDpGM3yri0p11doySZuzaqRlBgNB0zC4F8XfE3OKVZkyU6YK5ur7zM0gBQcwEAEbazOpOCBpvDBMuZ+u1+ymK0vKeIb+zoEktSqAdVKTAaxzLtAJJ9k7YD+B+Ky8Xp8SQolewJJjpECT1W21OGcs8SrToCi6KSFZXzU81gSQoYtDKpawOhnAzw3zcUOIVyqkZcpkEDqgAtYlwLNAFyAcVccQUMAhsgO1E/HJb7WbgzTQjNVDRlJUSBsdMv8R2xpeaOrcvqSVRWQNeowbPAqfAPxE28s/CADocAvHlJpo1JQgoygGkKdQHMTmZWIaDoCR398WOTc0TiqB4bzMjZPJQHJNQkAwiE5WdSsZ5BAfU4lxxaHJN1pjLWNriFV8C8VlNc9IlFEt3zEBQTbOdFU2JAnQYo+MqinjajDLIKGUBvCKIUsZBm3a1tMKjxrcv4moCrFokAFR0lldSQCywUXvbNY4p855z9prF+uyKpDsDATQyAsiI7nuTONXDWq6DKGa+MiF69wqI6KxpKSygyEpsLibNHUPXfCx5pQ8dVVRRlSwAtbQdgYHthYxoikDZX12LV5Y/I/UQR9e+GsbWIIg6d9dDefa2FU0m+p950MfrhTc99J+gtjiJlcqU4m+0TB+ft/viKpTke3zv/ADH+xxMTuAe4EjsZ7YRWJJ2Fz8sRQGiqmlG8GQQDBH4hJ7x2/PbFV+CUg2Pw5SJYE29Dpftt6YJOtvhNtuxOnqcPsL2na2tiB+uLBIyWq7Vg+Y+AgxmnUNK2jnMDEzH4h8++Bf8AwTxaXVrmRmW9jAjtBMD5HHonFV4Op1mfQ4joLmJY6AyCN5HSYOsC22G22uQCmaC6BjjUrzZ/CnEKSCxFxmgG07kgQfi29cNHhniNyRMGSrX37Trj05BAJgagbAXJgmdAow2QSYYNJ1kQZgASP6k4ILbJTJV2ZnivM18OVbdZgCZKkEWtbtb09cNfws/dpgmSN7CYn+ox6VxvMkpAFmjNIUKMxYgkj5A2+Y1xToc8os2UHYN1WvplBPrtF5wQWqWlaK+xtIrQrz4+EnvrY9j8vriRfCb6TGs+/wDOZjvj0uiMyqbXHxQYG0/lGm2EI9j2EWNtfWAdP3sY7c9Y7LGvN6XhB9BPfSN472GOnwm3rETfe52x6SeqyxOukA97+2nvhtN4gzoYiN9QB7Afpiu3SLfZ49y87peECxHx/TuQLfLF/heG+zUyoIUmYz6gnK1raQCJF7nGv7Ai4KgzprpveF274Dc6HQNNI0m8gqAIGk6jf2wRlodI6hR4IWsdVoTG47JwXV5RJpsChqOr9S9LMkgCDNvxAqTJwN8P8xWmWBKHPlWHQMgHUc7A38wHSPngtxPMW+yggrIpZhNJCSfhBzkjqyGYiQBG84FeHgyVWfNJCWgKZzAgZplR6zfTG2kXXIVMCo/FHHZqymaLEIB0zaGac02D7mIFx3xf5vXU8KRPBqRTVohmabEibBamgOuAviA/egWnIo/u47xYa+574u8bA4ZhJsgMeVTsTlC9ZOY3kTEwMEoKNWD3R4Khy6sCGHQJEEwO0zOuNwvm1eWNU/vDUC01SkTm4dabMfNqjN94WAgvAKgiJxgOXMwZTY9Q6TAzCGX6ZoGN54MIWg54Z0bjaxFKmlZozUQA0gTcFS7E/wD2wLRdx+DAVyJJD2q9VY3ORvlAsagAgiSDa+5jHS4SSYVZOUbRBILD1Hzww0spKgdCMVZW1BBOcfkDrjrVbZ4GSICRMEELOuhNvScZ2r0gdhWv0/oc65pxqNYMVFQ6RJEa6W2t8xhgBJKKco0IMt+c9t8JH9Sc8gbZQR6abfTCUTlUzAiGnUAXNtzJ17YgqFp9CB17455k+ikMMC2ii/lGxNpBB9ybd8cqDciQuiZVkEEAETfSDiCnUky0jy/hPfLb22HzxMlQdTsjBwBAJP7nSfU3+uIhYOFBt+W3LkMitxzunUqcvDPnr1OIoLWPEZaYPDAEZqTZAGamZIgz+LAfwH4i8l3FPh/MqVlC01p2boBYFc1shJIIH7oOCXIaL0eWNxFKh5j11enW64igoKioEk3XMbC+lsZjwxzJqfEUTTDVMhy0RmC5y6GmVLHbSCBqTiN1muC8vaNWYUKv+MeFVOJAp1WqJVAZ2dgzI0tmpE7ZIAg6T6YDLBME9Hf8o7QPfGl8ccvVGFVAq1qrH7TTz5ijMiMLEwFnzROhnGYBWcoUGno2/uL7CxxkHAL0llJdGMfb28t6sDinP/Ln1iZ9ZnCx3+04srtlFl9tvywsSvgmbh4z16L0kmb+9vXefX2x2ND9Ne4+eIzUP0k22nQj0FsOpm9u5H5TO2POJVdNP01/o7bDfHXbcDpsBbQHvvB1vhu1u3f5a9t8ObUmb3vpHb3xaibnUAsbhfSYAvoBMzjJv4qfOekMhiFNjabkibn8r41sToYGgk29vr+mAPPqVaoIp00IIjMCua8WEgEA2Fu/rhiC7WjgjwFtaOVTifFINNopnO3eMoI7b9/pijwvM+JZjlZqkS56Z2vJ2HpihxPDuhiorLExmEb3j541vhzxTQoKtPyWQEhjBLsWIAzZYiPnNx6nHQ0bGN1RVNygRMqxtVmuYc3q1eljlU/gFhI1N7/ni/y7wfXq0hUUqua6qWIJAPxi0ROnfHovkJVWXpdic4AYTBMzcTaQMWRTJvta0Wt/5P8AQwLS0FGii5z7cQKNbTevJOZ8jr0sz1abATd7G40Egmcc5VzNKJDGkSwkFg23+EiMbnxP4cqcR8FXpFxTYQJIiQQO25vjz/mPAGlUNMkFlMGCCB2uJB9e2mDNcJW0Kes8wnbddmtVy3mq1bhHAWRMQoAB1M3JH5nFtI0BsDcx6gX9J7dhjPcBzXiCRkpBgBEKsAWKycunck98H+q5eLSFVTMRdRMTcAX9R2xzpYrhS8rLhXc8rcEAmdMpIggW2B7DHWhpkGCfbcCxNt4wlUk3nYH2vb9ZGHHqAJHTGmuwaNNB2OAIagqaGwB01gRG5E2H1vihzHhmdZmOsNFi0iygHSNN5wVGkkHpB1ntqLfnrhjURLAE3Mj3Jj8rH3wRrrpqFprrpqsXzjmrGiUc1PMVQpUK8FVMAToSANY2wC5bzrymbocllKgZb+hgkG3fHpzcIhBlQTrcAkD1j4dSPUYhp8sph5ygEwL9RvrFzrFxhxtqaGkEJNzJS7AgBeecyrl6krTcCABmFzANzcmZ9cScZzEvTyim8wgusWWCSbntGm2PQX4SmSehSSCQNtI2+X9DFduWU8ptJY3AtPcXJtePY40LU3AXclosdvWA5crKYywXhhM2vl3tMwR7HGw8GiUrPSObjVIHC5+mQVl8qnUWqXOne+B/O+D8uqhUAIwZShv1D4ewFpAO2b1xN4ICU0rcQi5uISBw6uYzAqGqx/FBebT9cdF770IK4gjInos9xFcMxZLrJLGdSTJYncxOFV+ItI8tu/fv7TiKooWcvwD4hJsBtHop01w5ipkyppCLXnW5+t9dcXVegaD65+FfD+O/xU05CWm1QgKI0137WjDQAB5ZNwfi3Np/T/TEfmCJ6crfCDtuPaBjjNfJJzTnzR8wPbb5nvihmtOdhTryz27FMFzMUmMk3uLyIPbcfQ47nzMSZGTT11P06RiMpIyFiI/FEZrERPa+ONULCWzApoP3jYjbeIxautOt2Q/191seRcanDcB9sNNmqVKjcKykkDy2ABaIIAUgyQAfXGW5HzcUXQvldeHhwDbMFIAt+FpNz/CLY1PImalwpqp95VycQHoeapApFQRUyMQB15STqROMh4dcefQlDUCujKgUA1TmEU5b1M974zHTWXn7WCZQa1xWu8WUValR45M2fjcqVUIJ+BSFYzfQCToSZxlF6QUUEhtSdrQfqMHfFhAFN1lPMU+ZQkBaGXJmAAsJDkxH4SdMZ5agAEEFdGJPpAFzpJH1xhgwXbs5AjAP9fY7VOOIy9Kk5VsLbCw/LHMMSYGWMsWnttv2wsEx3pi95dei9S2F7d9ZBMyPcn4jiT0Nhe1vX8v9cQgi52udZgzI+Wm+2OVOIteRfQmJHp+VsebogqbzYntYRH9E6AYiFSRJFu531Fh/rhg2M33J+RPpp+gw8VLE3kmNja3p3n64tRPY9xAG2++49xhlZm/CyggTmYEgToTHyMY4zdV7EwPW51+QwvKhpNzobbAfmdI98aCiyvNuX1RNWo6mIAgwSAYECNbTG8Yo8r5k9F/MUIxm+ZQw1kG4+InfXGq47ka1WzO9Q2+EMIssAXFh664qcs5AqVM5bMikFQO4JN9MwBt646EdoaGYp9szCyjuSnT9olRVGeirNBggldoHSZm4ubaYz9TmVevXB8x/McwsEjLqQoHYE/zxrq/C02PVTBOksoNjsAPmPniDg+VUqb51EEjLckwb3nYxvjDZ2CurigMkiZUhuKC1eJ46kMpqVspETmzH1AO3vIwL4LlzVXCqLzckGBN5NtJxvTCn4e8n2sJ7mBGGrREiwmIuNrQSdbE6emKFqIGWKttpu1o1Zh/DdUL0ODYyAShIMxY6m/e2DHLuGrAffVJkfCRJGU2Jb5iRuLYIhu+8bzPce0/rjoHtbXX0/r5YA6dzhQoT5nOFCozSBOneBOxnU++OeSCDczEzsIFo9TAw8NBvebToJE45lnW8aT7AH5XwKiFVR1KJIInp+HS8AbDTeJ9MRtQJAABnWD3Mn2uQDiyzX36b+tzEDvtju4HrEDva8Gwti1Kqqqk7CPUfOY0A7DCckRA03+RiPni0LX19TuLEH88NHwg29PQ4il5USZubQZE7iRmn5j5xhlUxEm/bfW0x3GCAYGL99RFpj+RxzIJmIne1pNxPp3xFFlfENBmpt5YGdeoWBJGWJi5DWIkDYYC+FK+RXcgU2Q/d1mAYpIGcZbMSVkGBacb2rRGWCAPw3ETPsLrIxUqcEjXempgTJUHLaIBImIB0w5HaaR3CEq+zgyaSq85FUEyMqyTmXpOY99YkiPphp4kK2YG2mWVgevbb88a3nPD06XSiqahGkLKLlBAYBbgz3nTGe+y/7W/kMPxvvCtE82KRww665Kl9ot03BBkT8M26fzww8WIADSnfN1WhhP6Yk48EdKzJ1N7f74HiiQOoXJ/3k/phkNNFzbTaDG+4Md/0V3z1gZiCLBTeVJJ173jFtuFqEg+W/wDC2QgjfTtIIBNpwY8LeEPhr1QQRJQEEZYiGYHVWm2NJ/ZjZicxExc6z8juJ9eo3wnJaWtNBijROkc2rsFnHqP9jCUaZ81VKM6qvWHnMlTNBCqCYIk37YH8i5JVpVlZ0ZAsQabIHUwQGXNIEKNdrG2Nr/Z5uNbFR7gQDb3+WmmHf2UQQCZiw940J0Kx+mFhaqAgLD7MHuvFZTm9HiKzGoaAlbMQyjONAzgmS+nVeewmwXy6s2SwESWUKSB+p9cbPmNAP0KRl1eYIYwZCnXYH5HTA6ryhW3K3FxsSI227CTEeuGIpcEhaLaYzciOSz4pt/7R/wDy4WNJ9jb/ANwD/MR+WFgmlQPzCZaek7FZqhQ1rKZjfU6n9MSA223Pyn/QYgDm/ePT2Gp7TiQPe2/898cU4mq9EBTBSFtO8kz/AL7AThF7zv7mJ73tviE1YAO4mLfWPy+mOyTaO5nbU7+9yO2MqKwTHYidIGvv88JXOlgRudBa0Rv64iVttzrOsQPpf1w3PM30j5kT2OmbQYtRSeZYEQe0jvHbuNPfDwPlFttP6P1wwuPc+8fUfl8sOB10JudPXpMYii7km+u2uhuAT7ScdZQdBqDI1+enoPrjkzPbWfT2H9Wxw1NJ+YtpPqJ1/TEVJzkzOw1vEbab6HCzjXtMXNySZ98NBF7m+sfL/f64QbSZgWJOpJMkCflilF3NAgdvrEn5C2+Ez3iNfnaT9MdmTE/Ia7d7aTihxHMALAhha/f4oVcvy6saDS7JClmZEKvKIIPUX3+pt2mb47Mxc7eokwIHvrijQ5jmaApJmBBzXgazFon6YttUGkGInTsLgfMa4hBCkUrJReYU5e95n0j5W0n3w5YAG8wYAtvP54aWg2APp3jf5SThoERa8C99dDt8/nikUp4c99JG3bT2w6tUFhEyYsQD209b4iDxpl2I1sAP98cMTYb2nWfnqbXIxFAnHQzoLn5W/TtjpOnfSI+V9sMmbSP6N/l/vh5aNCIFxM3I/qYxFa4QIjYRtMbb7YGc650KFlHWRKgiAo6obXX0OJOcczFBDBlyekWiZBzGNo7xjG1q5ZizHMSZJ7+vt6Yas9nLjedkmoIL2s7Jcq1CTJYsTcyZJPcnvitxPExZbk+1t8P4riMvuTYfrgWpkyZO1/nJ/KMdmNlfJA/EbfoRoo8/guh7GdTf39caLwv4ZNdhUqA+SPaXIaCtrgRN9pHfFDw5yU8VUuCaSxnIIUybKqzqxNvrj0taARQqoqgCAAIAA7Rf8sLWy1XBo2Zri2aC+b7khTEAKAFFjrmNgB84MemHLTUDTS0C8+nrt9cdLREfXSx39LXj0GOM0fI6gDUSRl9+/accVdVNSkJ94ifTQfW+KPNKsJlUjM0hrkQJi0aWvb93FzjOICpnKkbhYPaADvE7+uM9Uql2kmS159NCBI20+mCxNqarm260CNtwZlNKCSNpEWuIMyCNLz+mpwyoi9KkgZjb7wINSTDMCoY3CzqY20nrFVBLMMoEyzQJkLreO+hjXFvha7LTbymZ0aQ7UXocVTJyqJ8pgjgBRBAm+2CyyFowC5VniMhqcgo6VJsog1iIEHyeBeRsc5PV/i31wsQFaS9I5dRIFpPCVwTFpIy29sdwLSHx5N+q6VxvCFdHxdtNo7T8iN8OGgmI9O317GPnhYWBrspytAEH0tNwIk3xItSDc3j2n5fPCwsQqikdTBjawB1Gk98IE9zfQTFrxaJnHMLECpOi/wBTf56/OJ9t8IPYmbidz8jhYWIom1awAliAF6iTawBsB3/1xQ4fxFRM5iyd8yiDNjcf1rjuFjoWOzMmBvJO0SujcLqLcAgr/AwI0YqZC7SQfXbGioUVVMtgoF+nXuW9bHvjuFgeiDDQIT5C7NZjnHN0JyUlTLCg1FkG8SBaMto+ZwHp7AEAmwgdtTa/qbb47hYi41TNKA8onRo5QQb/AF0i8z6n9MTGN+mdvy/n/wCMLCwm7NenjAa0AJF9TYb7iCp/TDSwi5svUI/hsDadvrjuFiltNc6d7gXOhBBB+Q1GpiMOWl6e3f0sb3P6YWFiKLnmd9T7ep+gNvnivxvHrRXO14mFBEtciBN7yDI7YWFjbAC4BaYKuxWM4jiGqMXe7H5bemK9SqFE+/ztphYWO0zILoyvMcRc3YEMqVC3UT6RrA/XfEvLuAavVFKn8TEiTYKO5n20+WFhYac66wkLxQJkl1sV6jwPBJSpJTQdCiRpcmTn9yd/bFiINhcwJ/Lvr/pjuFjzBJJqV3gABQJIbzpBF973Ye3rt2w1nABMyAJuDAjUkX2vjuFi1ZNAgXHVyzEmN8siJsMpMaEsdD6YhLROsRczOuu43i4wsLDzcgvKTEukJJUvK0zxURmsDH2erTL3OUs1NxOpNjsJxd46kVUq/l1Wi54nhmpKRMhBUpWUSM3YmJN7dwscmV5datEea7VmYBEKIcedcMDHlTFuni6+W37tx09rDCwsLHR7G3iPMp/s7V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622" name="Picture 22" descr="https://encrypted-tbn2.gstatic.com/images?q=tbn:ANd9GcRu49etIWxQ3jQrIidhrriwKQLV8O1gV1HzKRuQxKCjhJ_w04Ni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29256" y="4286256"/>
            <a:ext cx="2676525" cy="1704976"/>
          </a:xfrm>
          <a:prstGeom prst="rect">
            <a:avLst/>
          </a:prstGeom>
          <a:noFill/>
        </p:spPr>
      </p:pic>
      <p:pic>
        <p:nvPicPr>
          <p:cNvPr id="25624" name="Picture 24" descr="https://encrypted-tbn3.gstatic.com/images?q=tbn:ANd9GcRUACOsfa0soEk59IrjbikjUsCfS-NzZvUdiz3qvZo8NDwuZgx-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15000" y="1676400"/>
            <a:ext cx="2590800" cy="17621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55697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Geotextiles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51277" cy="548641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098" name="Picture 2" descr="geotexti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050708" y="1600200"/>
            <a:ext cx="4819666" cy="36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coir geotexti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2600"/>
            <a:ext cx="2133599" cy="213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://3.imimg.com/data3/JF/UH/MY-5001552/coir-woven-geo-textile-500x50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1145" y="4071942"/>
            <a:ext cx="3474456" cy="260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8821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Bank strengthening – Geotextiles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http://www.seasoncoir.com/cat_image/1381653266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90673"/>
            <a:ext cx="6772300" cy="4514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6532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Bund strengthening – Geotextiles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600200"/>
            <a:ext cx="5286375" cy="4525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146" name="Picture 2" descr="http://www.coircraft.com/uploads/products/product_135367627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83382" y="1600200"/>
            <a:ext cx="5326994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8285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1524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Value addition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1568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array of value added products </a:t>
            </a:r>
            <a:endParaRPr lang="en-US" dirty="0"/>
          </a:p>
        </p:txBody>
      </p:sp>
      <p:pic>
        <p:nvPicPr>
          <p:cNvPr id="4" name="Picture 2" descr="C:\Documents and Settings\User\Desktop\Photos\DSC02409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4114801"/>
            <a:ext cx="2438401" cy="1828800"/>
          </a:xfrm>
          <a:prstGeom prst="rect">
            <a:avLst/>
          </a:prstGeom>
          <a:noFill/>
        </p:spPr>
      </p:pic>
      <p:pic>
        <p:nvPicPr>
          <p:cNvPr id="5" name="Picture 2" descr="C:\Documents and Settings\User\Desktop\Photos\DSC0239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1371601"/>
            <a:ext cx="2657694" cy="1905000"/>
          </a:xfrm>
          <a:prstGeom prst="rect">
            <a:avLst/>
          </a:prstGeom>
          <a:noFill/>
        </p:spPr>
      </p:pic>
      <p:pic>
        <p:nvPicPr>
          <p:cNvPr id="6" name="Picture 2" descr="C:\Documents and Settings\User\Desktop\Photos\DSC0232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399" y="1371601"/>
            <a:ext cx="2693285" cy="1684742"/>
          </a:xfrm>
          <a:prstGeom prst="rect">
            <a:avLst/>
          </a:prstGeom>
          <a:noFill/>
        </p:spPr>
      </p:pic>
      <p:pic>
        <p:nvPicPr>
          <p:cNvPr id="7" name="Picture 2" descr="C:\Documents and Settings\User\Desktop\Photos\DSC0232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8004" y="1371601"/>
            <a:ext cx="2387596" cy="1790697"/>
          </a:xfrm>
          <a:prstGeom prst="rect">
            <a:avLst/>
          </a:prstGeom>
          <a:noFill/>
        </p:spPr>
      </p:pic>
      <p:pic>
        <p:nvPicPr>
          <p:cNvPr id="8" name="Picture 2" descr="C:\Documents and Settings\User\Desktop\Photos\DSC02403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flipH="1">
            <a:off x="5715008" y="3346464"/>
            <a:ext cx="2438390" cy="32511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907386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 smtClean="0"/>
              <a:t> </a:t>
            </a:r>
            <a:r>
              <a:rPr lang="en-US" sz="6600" b="1" dirty="0"/>
              <a:t>P</a:t>
            </a:r>
            <a:r>
              <a:rPr lang="en-US" sz="6600" b="1" dirty="0" smtClean="0"/>
              <a:t>roducts …</a:t>
            </a:r>
            <a:endParaRPr lang="en-US" sz="6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Coconut vinegar</a:t>
            </a:r>
            <a:endParaRPr lang="en-US" sz="4400" b="1" dirty="0"/>
          </a:p>
        </p:txBody>
      </p:sp>
      <p:pic>
        <p:nvPicPr>
          <p:cNvPr id="9218" name="Picture 2" descr="http://3.imimg.com/data3/OH/EC/MY-468694/coconut-vinegar-500x5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00628" y="1571612"/>
            <a:ext cx="3126462" cy="442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45297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5300" b="1" dirty="0" smtClean="0"/>
              <a:t>Snow </a:t>
            </a:r>
            <a:r>
              <a:rPr lang="en-US" sz="5300" b="1" dirty="0"/>
              <a:t>ball tender coconut </a:t>
            </a:r>
            <a:br>
              <a:rPr lang="en-US" sz="5300" b="1" dirty="0"/>
            </a:br>
            <a:endParaRPr lang="en-US" sz="53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728" y="1600201"/>
            <a:ext cx="6000792" cy="397194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194" name="Picture 2" descr="http://indiatogether.org/uploads/picture/image/1111/eco-tendcoco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00166" y="1643050"/>
            <a:ext cx="6372965" cy="4214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56731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Coconut </a:t>
            </a:r>
            <a:r>
              <a:rPr lang="en-US" b="1" dirty="0" err="1" smtClean="0"/>
              <a:t>jaggery</a:t>
            </a:r>
            <a:r>
              <a:rPr lang="en-US" b="1" dirty="0" smtClean="0"/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8860" y="1600200"/>
            <a:ext cx="3357586" cy="4525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170" name="Picture 2" descr="Image result for coconut jagge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28860" y="1428736"/>
            <a:ext cx="4183485" cy="507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84139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Coconut chips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662" y="1600200"/>
            <a:ext cx="6858048" cy="45259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AutoShape 2" descr="Image result for coconut chip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Image result for coconut chip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Image result for coconut chip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10" descr="Image result for coconut chips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2" descr="Image result for coconut chips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34" name="Picture 14" descr="http://cdn.wholelifestylenutrition.com/wp-content/uploads/Sweet-N-Salty-Coconut-Chips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9975" y="1571612"/>
            <a:ext cx="6715125" cy="4657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154869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Coconut jam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857363"/>
            <a:ext cx="5143536" cy="34290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AutoShape 2" descr="Image result for Coconut j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Image result for Coconut ja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Image result for Coconut jam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Image result for Coconut jam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0" descr="Image result for Coconut jam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2" descr="data:image/jpeg;base64,/9j/4AAQSkZJRgABAQAAAQABAAD/2wCEAAkGBxQQEBQUEBQUFRQVFBUUFxUVFhUUFBQUFBQWFhUUFBQYHSghGBomHBQVITEhJSkrLi4uFx8zODMsNygtLisBCgoKDg0OFxAQGyskHCQsLCwsLCwsLCwsLCwsLC0tLCwsLCwsLCwsLCwsLCwsLCwsLCwsLCwwLCwsLCwsLCwsLP/AABEIALcBFAMBIgACEQEDEQH/xAAbAAACAgMBAAAAAAAAAAAAAAAAAQQGAgMFB//EAEoQAAEDAQUEBwIKBgcJAAAAAAEAAhEDBAUSITEGE0FRIjJhcYGRoZKxFBUjQlJygsHR4QczU2KD8BYkQ6KywtIXNDVUVZOz0+L/xAAZAQEBAQEBAQAAAAAAAAAAAAAAAQIDBAX/xAApEQEBAAIBAwMEAgIDAAAAAAAAAQIRAxMhURIxQQQUMmEi8JGxQlKh/9oADAMBAAIRAxEAPwD1poWYSCajRoCEwgaaSaATQE1QJpJoBNCaAQhNAIQmgEITQCEIQCaEIBCEIBCEIBCEIBCEIEhNCBITSRCQmhBCCySCYUU0BCaATQhUNNJMmNclA01AtF6MboQfHL0XNtG0gbq5g8CSueXNhj8tTC1YoRCptTbBvB5+zTn7lGq7ZR86qP4YC5/c4r06vkJwvPDtdOj63kB961u2pP7Sv6KfdY+F6VejwnC82/pIf2lf2vyTG0B/a1vaKn3U8L0q9IhOF5wNoBxrVfF5W2nfWLStU9pyfdTwnSr0KEKitvF50q1fN6l0qld3VfVPtfer9zPB01vQq1ToWs6OqeJb95UqlZLZxqR34T7luc1v/Gs3GeXbTXNpULSNXA+SksbV45+ytzP9VNJKFql/0fd+KybU5iFr1RGaEIWkCSaEUkJoQJJNCISEJoIQTCSYUU00BNAJpJoGFzb+dDB3rpBc2/mEsEAnM6LPJ+NXH3Vq0PyVTtTOmddVYbZaGtOFzgDy4+QXAtdpotd0qrR2YXk+Qavmckr14V0LnZDh3hdK/amKAVw7LfdmpwXVHk9lNw9XBSmbSWaoejTrVI5CY+5Yi2VCdT7Fi2ktlTaixHI0ao7sI/zKOb8sh0+EDsLabvXGFPVF9N8JAprPAtFO+LMchvyeQZT/APYt7bzs3zt63625B7o3kqy79k9vdqfRldGwUYXPffljaetWPc2mZ/vrbZ9pLMNGWo/w2f6l01WdrXY2ZhWOw5BUiybTUj1aNqP2G/6l2rJtN9Gy2s/wvzVxwy37MWrY0JuKr39Iqpyp2O0H6wa33lYVL8tAEus5aO00x6l66Xeva/4c9O7VXJtDXTkT5lch23DA7C5ufJpDvVpIUlm0dOoJDKnixwHqAuXu36amve4NGZ81ssdQzmSuTU2ho6EkKdYrYx2YmOcGFvH8k+HespyW9aLGZat6+hj7ON9yQmhaQkIQikhNJEJCaEENMJJhRTCYSTCBoQmgAsgkmEHmG2D4rPwZ5mSZHuVGt5fnBaB2CCvXNuLMwtEtBnXTNeXXpZaQnDTb6n3rycuFr1cWUjgtoS7pOAHMkSt9louJjeNAJgy4Z9+ai1XYDOBmXCBHvUYXhDphg7MMj0IXm6d8O9znlPtFmLakY2YZzLS30zRVpAHovbH1guc+8C4ySPYb95WYvL6RHsMUvHfCzKeXRoURkd62e/PzW55M/rQftFcoXm0cR7LPxW2ne7RqR7DVi4Xw1ueXZs9V40rkdziPuXRoVKhH++vaeWOoPcuBZ77YPya0KcL7oRliB7hCk9U+GbjK7Iq1v+ovB4g1a3pC2U6lef8AiLuOe8rx7lzLPf1HjPb0WhdZm0dmgAN8Sxufqtzk8xzvH+02wurGZvKsI+iyrUy4mSQp9OmKh+Vtzq0abyyl5b9UzI7YOa51iv8Ask9KmX9waPcpfx9YiT8mQPqg+sLrOWa9mLx1v3lmnC62P5YW067B5B4Wi0WCxPOVYT+/TtEHxdVK30bdYH5zHYAfuplOreFgbkASeEsJH+EJeXt7M9Ott1XZSB+T+CmOJa7/ADOVoux72uAeaRblApiD5SVX7uq0SAd20g86Q96tFxspE9Bgb2YY9F24bvzHPPGx2ghNJexxCEIQCEIQJCEIpJpJoiEEwgJopppJoBNCaAXA2m2g+DdFgl0TPJWAKg7esirPYD6LGTWM7q1fm076wIqQR5eoVMtr2OzwOI54jC6F8Ebt+uhPkqnTtOeU+ULy8ly+Hqwxx0k1KLdcH94rUbM0/N9St1nvA03hzC5pByIiROXHLQlbLVemMgVHvdhyGTQRoDJAz0C5/wA9N6xRxYAfm+qfxeOXqpdKrTPznjPl98QpApsicZjvEecKa5GtYOeLvHL1K3Mu4cvUroB1IcT5lZNr0uZ8ys2ciyYI1O7By9SpNO6m/wAkopWyj+944vuU6z16ZPRz8XLFx5f03JxtTbpb2+ZUihc+Lqg5dp/FS/hA+iFts9owmWgz4n0U6fJtf4I4uotMaH6zvfK6TNl6hYX76mBOY3jsXOQ05nwla3WguPSB8QVLp2ypHVMdx5LUwyiX0/CVd9xYRiFubh4hhqYvZfA81sqWCxO69stDXcd5TqOAPcw/euc55+gPMj71w7ZWcXu6Lx3NcRlxnirnlljPb/aY8eNvv/pam2WjSE03Uq7e+tTeO9j3T4ruXTfNNuTGlh7DiB8V522seTuGoIXYuN4Ls5GkZLOHJnvtNLnxYa716vdd4mocLvArqKs3Bm9qsy+phbZ3fMzkl7EhCFtgIQhAJIQgEIQghppJophNJNA00k1AwqXtrYjUqZcgroFW7/f8rEcJny/FY5LqLLp5neWzb3tcJOYK4FPYl86lepVjke5RGFeDPku/d1nJp583Yx+IAudBIk8s9VttOwjg6GueRzyXoLXQZWcrPUvletfDzpuxD+ZWbdhH83L0ZpW1hTqXydevO6ewbublubsE48XK617ywve0Bg3bGvJqVN2CHYur0Tl0TJUq03m2lhBBJcxzxBYBhYG4jie4D57cpnwBV9V8nXyUH/Z84nrOW+n+jw8yrzWvVjBTMOO8YXt6rOi1ocS41C0NMOGRM65ZGNtqvdlLDIJmm6rkWAYGYZzc4AnpDIK7vlOvkqNPYN0dZw8VusGweB04jy14qx3veL2hpDGtpPbk94c52OJbTFIRBcMmydREAkTLuywVA1pquG9wgkNLsEtLXBpJJLsJBGLkTw0u9fLF+oz3qRW6+wmIzJXRpbFAD+eULs2a9N7V3RD2ua90xAB3eRDgc8BnIjXLSc+4wrVnmtTnyUAfo/HMrTU/RqxzpJPmvRQU5TU8p9xm89b+jVnM+amWL9HzKbgQTkeavAKzYc1qYzyl+ozqFdl0ii4ELrJBNevD2c7dhJNC2EhCEAkmkgEIQioaYQmEQ0ITRQmkmoGqztAPlvshWYKtbQn5b7IXLm/FY4VsrtY3puAnISYlR2KvbaPJqBoknBDWgSSTOQHbkoez1tqsr0rPbKRB3VQUxUAIc7E0tIOYJDQRzHivBeK5arreP+MsvdcgtFsvClQANarTpgnLG5rZ7p1W1pzI0gjLsIkff5Kl3ZFe/bRvgHbqlhptcAQ0DdCQD9dx+0Vxxx3bv4cqvNltTKgJpva8AwS1wcAYDoJHGHA+IUlpVSvW10rpYfg9MF1oriKchtNry1oLsh0W5DLmeCzo7YbuvaqNqpgPs1M1MVMktqNAaYaHZh3TblPHsV9NvfH2FtNBrtZPi7LuzySfYA7V9TWeucvNV+69oK791Uq0GChVoOtBqMe47ljRiipLQHGCNO3LIqCNu6vwb4ULO3cb/c4d4d9GHFj0w9kc+PFakz+DS3PusHWrXP8AEP4LYLqB1q1/GqfwVZtO2VU2yjZ7PZ6dQV6Ta1J7qxYHMfTe8FwwHD+rdlJyHasbv23rOslas6hTxUK4pPAqOa2HZBwlpk4sonTOeC3Oqzpc23aP2tf/ALjlKs1iDT16h+s8nyVbpbUVd/ZKRo0wLTTp1A7G4xjZLhhw5QZGp4HsWvYe8bTabRaKlXAWYsBAc/5PBOBlNmkdJxLjmY7o1fXrvVWi0XtZ6L8FStTY+AcL6gDoOQMOM811WKhbYsm87u+uP/KxS722oq0C4h9ndhr7vdNa97hTl0F9UOwteQ3qxlPYQtTHerBdGhYk5qoXrtFamPtgYKDRZt2c2vc5zajhh+cBMOE9xHat+zl9WirbrVQtG6hlOhVp7trhhFZpJY4k9KMs8tDzgTKWTaaWk1ABLiAOZMLXaLfTpFoqPALzDe38u1YWu3NoUqtV5GCk0udP7rcRHeZb5rz11itgp0rTaWAU93SYGh0vpt+aXtjKSeBJzEwtTG6ljpx4TK/yvZ6u1ZKLZ6nRp9rR6gKUvXxZblc9BCELqEhCEAhCECQhNBDTCSaBppJopoQhAwqxtEfl/se6PxVnCqm0zv6y0c6bvQs/FcOf8Fip3jR/rbHtGbaNR3ZIaQD39L1CrV/l77BUc8u3lCrSqU354ml7g0gHhz8ByVhvPHSrNqNGNzi4btuU0w2CM9XaHwVf2jt77RQLaNCo1mNr6r6jSwdGcLWg5nPMnQR2rzY5dp3/ALt1xy1N1N2V2kdanxWZhqFjWy3quDMZLyD1etECfBTLz2bFW0C00Kr6FcCC5oa8PER0mHXLLwHILlbM2dzHsc7etxDolsGm6NWvgGPEjRXBeLmz1yW4uUu5twa+xTK1Jzalaq6q6oKxrnDixhuEQ0AANjh2DkplDZJhq16tofvalenu3Frd2xrC1oOBsnpdBuZPBdum5SGLPVy17q4dybO1aDd2+1uqWcYhujSYJa4EFjn5nDnoI8NFzv6EBlI2Y2qLM+sKgYWN3xcGhoa2qXxoB8zgu3Su6qMMuGUSd7VOYLMVSCIJcGuGHQTqZKVO53gsJeSWhok1KjjrZzUzPPc1Pa7St9Sy73/4I1TZL+uUbVSrBm5ptpUqe6xNbTax7QCcYLjFR+faOSLv2IwULRRNoLhXc2oTuwC2o1wcHdbMZRHqpNC66waxheAxu7nDUqSQ34OHNGQgEUqnH+071NsFgqtbWDqhJe2GnG4wZf0uqCwnEBkTEDPIKTly/wCyI937JFtShUfaqlR1n6LYaxoDWdVg1gDMGZJnhCn3Bs18FrVHtrvLHvc/dYWhsmes7MugE8hosbHdlRtRrsUNDi7A17iGy97iBibLpD2jVsYeOUb612PcXZtMvc6S6pLg7HhxAZDBjbGs4Bm3hvqW9tjTb7tfaryoPwubSsoxOe4QH1CQ5raf0gIaS7TUaps2Hp4HMNatu3Vd7gBaAHaZ5ZmMpUk3Q8zLm5l3SIdilznEVdYFRoIDY5a6Ad9jlrq2a1UcWtsrTe6sXVa53+HeDEzpBhBYJwTlA4zzlbLt2ep2e0PrtfVdUqMbTdjc0tLWABmQaNAPUrtBan8VnPkuh5htLfFotFspWd7MFl+F0cbYgvcHsBxuPWaIkCBwmYC9At9mc9lpxaOBy4dFwI8YCot/3DVc9jaLd0ajugwvL3tj57iSQOcydCriLRbKlMstFGmwNw7yo2pibVDXCTTYBLQYk4tNM9V6uPlmpLUxyvpqwUzJpxHDt0HDzCnKBZKOFzRJIDTE9p/CFPXf6bvLf2UIQhekCSaSAQhCBJpJoIiaSaBoQmihCEIGFTNqn/16mM/1NTPhmWRn9kq5hVnaf9YO5ef6j8FjgVGDFijMAgHkDqsC0EQRlxkSCs3rAL43Je7TTY7GKTS1hMFxIB4TwHYtL6FbeEsc0tJyB0E4ZkR+6ePzypDbW2YnPFhjtmOHaFtpWphEhwiY9QPLMZ9qx33saaNKvhdmJmWnLSSYdB7hlwUlrq86MjEOGZbxI6WXZ36LJtqZribqG68ToPFK1dLDhqhgz49YHoiDOknzhal/QyrCvPQJif3Jw4jIz4xhjuM8Fkw12g4gHdWCANS8B3RkTkScyNB2rCjZz0sVQOyZnOm7cSSc8uXhmsadhJn5bUwMLs8TRBGupPSI5jxTc/sRu3lpjqMkATnkTizDellDTx4hSA+vjOFrA0YIJPW+nxy/nVaX0XQ0b4AjCDBiRJPmQWDP71nRpPgsNcF4cCcoIDmugQD9KSBxDQDzM/wJVJ1fCMmk9MuBgHU4AIJAyjmtlE2iBOCeiScoGZxNHhAB7DqoopO/5gDOdT0RMYetnByk6znoFuZTwlhdXLmgmB0jJBxEFwdnDWuEH8luX+6EqiyvhzLZLjyyGFobqCBo4mOJHCQtjKVogS9oOUkQe+AWd2vbzEc4OnCG2gkk5TjbIdlrOcRl2h08QulYXMpAh1XG7EZJOcjLCBJ0zyW9/wB0jc2hWOLFUAmMOHhE8C3UyPJa7HZHsqPc+pixACIjMHVSBeFPpdKcBh0AkAyRBga5FRnXvS6RkmDGTTnlOXPQ+SxnlloTNw3ebyOnhwTybJMAcNfcpVMqNZ6uNocJE89deKkUjmueOXc0zu9xl0nRxA5CMoHkp6gWSkWAAmTicZ7CTHpCmSvtfS/glZoWEoleraM0LCUSpsZIWBQmxkmtaabEcFMKMKie+U2ukmE4UYWkLIWoJs03QiFgLQ08VlvAmzTINVE25thZWgcAFeg5ea/pFrFtoIjItBB8FjOzXdvCd3ArbSYAS4GBmotDbmi750d4IXItlUPBB4iMjBXHNhaNHP8AEyvJnwcd+HaYz5Xlm01Bzmxhc4kRGs4sgO0krdUvmhT6NRuGREEkZT38x6KiULK0OBJkAgkQBIB0nNbrdYxVILA1sTlrMknl2+ixfpsfja+iLzSvuywG6CZjE7XzW9t62UiJAEYetGXS19t3tFecG6ncCzy/JL4rfyb5rP20806centvSy6Yvm4etMDL/SB4LY29LNDQDAaSWwYgmPSQDGkgcgvLDdtT6I8HfmgWCp9H1/8ApZv0881elHqPxhZYDdQMgCQYBiddZ7VIZetlx456UyJMgdIuyH1nE968lN31foj2tf7yzp3dV+iB4j8VPt55q9GPXm3lZhBnqxh6RyjSPd3LfRvSzYcLSCAZ6xkdDAM5nq5eC8p+L3ZZtUq77LgcS5zYI4ZmfJWfTzzTox6b8a2Vog4YyyLjwnme0+Z5ra29rPM9EnEXSTJBeS7KeGa82tFJrjk7zaCp9OswCIPDg0aADktdDHynRi8naizAnNmpnLiTnOXP3rm2vbezUnQA2QODOBA7O7yVVbRaZ63E5YRE9sKHaLsxukPcBymfVZvDhprHgi4VP0gt+ax5y4NKxsm3D6j4wOHDMgGe5VJtzjmfFTrFd+Ay0wexSceEvs30MdPTLmt731GYiI5K0qg7IUXGq2STGavZK+jxWa7PHyY6rOULXiRiXTbm2JLXjRvE2NiS171YmqmxuQtG+Qrs0r1O0nmtorTxUWn4LewLk6Mi7tWJlZ4EjTQY4lkK8LE0ysHUjzUVu+Fwq5tlZPhDA9p6bQcvpDXLtXXfZyeKgWu7nOGR9VL3izs8dtNQgmeBUR1oV/vbYR1Vxc10E+Oarlr/AEeWwdQsd4lv3FYdNuGLQFtZao4rZV2Lt7f7Ge5zT7yotTZy3N1s1XwGL/DKvbyvqTmW5b6dtB1VeqUK7OvRqt76bx7wtfwhw1a4d4ITR6lqFcc1mKg58VVPh8arIXj2+qemr64tWL1WQeqx8YEaujx9yyF6fvDnqPNT0VqckWfGFm16rYvJ0n1/PzW+nbnmIa45QIBOXgs+heosAqBbW1AuLTNc6UK54iKVUnvENUqlZLWdLNaeX6mqBPeWqej9r1XSFQfz2LYKi0MuG3uyFlreIa3/ABELoWfZG3vAO5DZ+nVaI4QcGKU6Z1mplddGyAuIgTPKFLsGwNo/tarGcwxpf4SYE5cla7p2ap2cggOc6Os4iR4ACFqcbGXM6Gzlh3LJfGJ3AZwO/muzjUBhjh+QUgP/ACXompNPLld3aRiSlahUWQqK7ZZpFEpSgRCxLVkXLEuUGBYhZYkIOLSoBSmUQkhXStzaTYWe6akhQPdt5I3TeSEIEaLeSNy3kEIQLcN5JbhvIJoUC3TeQQKY5DyQhAbpp1aPJYmxs+g3yCaE1DbWbupHWmz2QsDdNHjSp+w38E0KemeDdHxXR/ZU8v3G/gsm3fTGlNgnk1v4IQnpng3W5tnaNAPILIUhyQhXRtlhWUIQgAE5QhENCEIA/wA/zxSgfzxQhRWJScUIQIPWe9QhNg3yRrIQmwt6hCFNj//Z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4" descr="data:image/jpeg;base64,/9j/4AAQSkZJRgABAQAAAQABAAD/2wCEAAkGBxQQEBQUEBQUFRQVFBUUFxUVFhUUFBQUFBQWFhUUFBQYHSghGBomHBQVITEhJSkrLi4uFx8zODMsNygtLisBCgoKDg0OFxAQGyskHCQsLCwsLCwsLCwsLCwsLC0tLCwsLCwsLCwsLCwsLCwsLCwsLCwsLCwwLCwsLCwsLCwsLP/AABEIALcBFAMBIgACEQEDEQH/xAAbAAACAgMBAAAAAAAAAAAAAAAAAQQGAgMFB//EAEoQAAEDAQUEBwIKBgcJAAAAAAEAAhEDBAUSITEGE0FRIjJhcYGRoZKxFBUjQlJygsHR4QczU2KD8BYkQ6KywtIXNDVUVZOz0+L/xAAZAQEBAQEBAQAAAAAAAAAAAAAAAQIDBAX/xAApEQEBAAIBAwMEAgIDAAAAAAAAAQIRAxMhURIxQQQUMmEi8JGxQlKh/9oADAMBAAIRAxEAPwD1poWYSCajRoCEwgaaSaATQE1QJpJoBNCaAQhNAIQmgEITQCEIQCaEIBCEIBCEIBCEIBCEIEhNCBITSRCQmhBCCySCYUU0BCaATQhUNNJMmNclA01AtF6MboQfHL0XNtG0gbq5g8CSueXNhj8tTC1YoRCptTbBvB5+zTn7lGq7ZR86qP4YC5/c4r06vkJwvPDtdOj63kB961u2pP7Sv6KfdY+F6VejwnC82/pIf2lf2vyTG0B/a1vaKn3U8L0q9IhOF5wNoBxrVfF5W2nfWLStU9pyfdTwnSr0KEKitvF50q1fN6l0qld3VfVPtfer9zPB01vQq1ToWs6OqeJb95UqlZLZxqR34T7luc1v/Gs3GeXbTXNpULSNXA+SksbV45+ytzP9VNJKFql/0fd+KybU5iFr1RGaEIWkCSaEUkJoQJJNCISEJoIQTCSYUU00BNAJpJoGFzb+dDB3rpBc2/mEsEAnM6LPJ+NXH3Vq0PyVTtTOmddVYbZaGtOFzgDy4+QXAtdpotd0qrR2YXk+Qavmckr14V0LnZDh3hdK/amKAVw7LfdmpwXVHk9lNw9XBSmbSWaoejTrVI5CY+5Yi2VCdT7Fi2ktlTaixHI0ao7sI/zKOb8sh0+EDsLabvXGFPVF9N8JAprPAtFO+LMchvyeQZT/APYt7bzs3zt63625B7o3kqy79k9vdqfRldGwUYXPffljaetWPc2mZ/vrbZ9pLMNGWo/w2f6l01WdrXY2ZhWOw5BUiybTUj1aNqP2G/6l2rJtN9Gy2s/wvzVxwy37MWrY0JuKr39Iqpyp2O0H6wa33lYVL8tAEus5aO00x6l66Xeva/4c9O7VXJtDXTkT5lch23DA7C5ufJpDvVpIUlm0dOoJDKnixwHqAuXu36amve4NGZ81ssdQzmSuTU2ho6EkKdYrYx2YmOcGFvH8k+HespyW9aLGZat6+hj7ON9yQmhaQkIQikhNJEJCaEENMJJhRTCYSTCBoQmgAsgkmEHmG2D4rPwZ5mSZHuVGt5fnBaB2CCvXNuLMwtEtBnXTNeXXpZaQnDTb6n3rycuFr1cWUjgtoS7pOAHMkSt9louJjeNAJgy4Z9+ai1XYDOBmXCBHvUYXhDphg7MMj0IXm6d8O9znlPtFmLakY2YZzLS30zRVpAHovbH1guc+8C4ySPYb95WYvL6RHsMUvHfCzKeXRoURkd62e/PzW55M/rQftFcoXm0cR7LPxW2ne7RqR7DVi4Xw1ueXZs9V40rkdziPuXRoVKhH++vaeWOoPcuBZ77YPya0KcL7oRliB7hCk9U+GbjK7Iq1v+ovB4g1a3pC2U6lef8AiLuOe8rx7lzLPf1HjPb0WhdZm0dmgAN8Sxufqtzk8xzvH+02wurGZvKsI+iyrUy4mSQp9OmKh+Vtzq0abyyl5b9UzI7YOa51iv8Ask9KmX9waPcpfx9YiT8mQPqg+sLrOWa9mLx1v3lmnC62P5YW067B5B4Wi0WCxPOVYT+/TtEHxdVK30bdYH5zHYAfuplOreFgbkASeEsJH+EJeXt7M9Ott1XZSB+T+CmOJa7/ADOVoux72uAeaRblApiD5SVX7uq0SAd20g86Q96tFxspE9Bgb2YY9F24bvzHPPGx2ghNJexxCEIQCEIQJCEIpJpJoiEEwgJopppJoBNCaAXA2m2g+DdFgl0TPJWAKg7esirPYD6LGTWM7q1fm076wIqQR5eoVMtr2OzwOI54jC6F8Ebt+uhPkqnTtOeU+ULy8ly+Hqwxx0k1KLdcH94rUbM0/N9St1nvA03hzC5pByIiROXHLQlbLVemMgVHvdhyGTQRoDJAz0C5/wA9N6xRxYAfm+qfxeOXqpdKrTPznjPl98QpApsicZjvEecKa5GtYOeLvHL1K3Mu4cvUroB1IcT5lZNr0uZ8ys2ciyYI1O7By9SpNO6m/wAkopWyj+944vuU6z16ZPRz8XLFx5f03JxtTbpb2+ZUihc+Lqg5dp/FS/hA+iFts9owmWgz4n0U6fJtf4I4uotMaH6zvfK6TNl6hYX76mBOY3jsXOQ05nwla3WguPSB8QVLp2ypHVMdx5LUwyiX0/CVd9xYRiFubh4hhqYvZfA81sqWCxO69stDXcd5TqOAPcw/euc55+gPMj71w7ZWcXu6Lx3NcRlxnirnlljPb/aY8eNvv/pam2WjSE03Uq7e+tTeO9j3T4ruXTfNNuTGlh7DiB8V522seTuGoIXYuN4Ls5GkZLOHJnvtNLnxYa716vdd4mocLvArqKs3Bm9qsy+phbZ3fMzkl7EhCFtgIQhAJIQgEIQghppJophNJNA00k1AwqXtrYjUqZcgroFW7/f8rEcJny/FY5LqLLp5neWzb3tcJOYK4FPYl86lepVjke5RGFeDPku/d1nJp583Yx+IAudBIk8s9VttOwjg6GueRzyXoLXQZWcrPUvletfDzpuxD+ZWbdhH83L0ZpW1hTqXydevO6ewbublubsE48XK617ywve0Bg3bGvJqVN2CHYur0Tl0TJUq03m2lhBBJcxzxBYBhYG4jie4D57cpnwBV9V8nXyUH/Z84nrOW+n+jw8yrzWvVjBTMOO8YXt6rOi1ocS41C0NMOGRM65ZGNtqvdlLDIJmm6rkWAYGYZzc4AnpDIK7vlOvkqNPYN0dZw8VusGweB04jy14qx3veL2hpDGtpPbk94c52OJbTFIRBcMmydREAkTLuywVA1pquG9wgkNLsEtLXBpJJLsJBGLkTw0u9fLF+oz3qRW6+wmIzJXRpbFAD+eULs2a9N7V3RD2ua90xAB3eRDgc8BnIjXLSc+4wrVnmtTnyUAfo/HMrTU/RqxzpJPmvRQU5TU8p9xm89b+jVnM+amWL9HzKbgQTkeavAKzYc1qYzyl+ozqFdl0ii4ELrJBNevD2c7dhJNC2EhCEAkmkgEIQioaYQmEQ0ITRQmkmoGqztAPlvshWYKtbQn5b7IXLm/FY4VsrtY3puAnISYlR2KvbaPJqBoknBDWgSSTOQHbkoez1tqsr0rPbKRB3VQUxUAIc7E0tIOYJDQRzHivBeK5arreP+MsvdcgtFsvClQANarTpgnLG5rZ7p1W1pzI0gjLsIkff5Kl3ZFe/bRvgHbqlhptcAQ0DdCQD9dx+0Vxxx3bv4cqvNltTKgJpva8AwS1wcAYDoJHGHA+IUlpVSvW10rpYfg9MF1oriKchtNry1oLsh0W5DLmeCzo7YbuvaqNqpgPs1M1MVMktqNAaYaHZh3TblPHsV9NvfH2FtNBrtZPi7LuzySfYA7V9TWeucvNV+69oK791Uq0GChVoOtBqMe47ljRiipLQHGCNO3LIqCNu6vwb4ULO3cb/c4d4d9GHFj0w9kc+PFakz+DS3PusHWrXP8AEP4LYLqB1q1/GqfwVZtO2VU2yjZ7PZ6dQV6Ta1J7qxYHMfTe8FwwHD+rdlJyHasbv23rOslas6hTxUK4pPAqOa2HZBwlpk4sonTOeC3Oqzpc23aP2tf/ALjlKs1iDT16h+s8nyVbpbUVd/ZKRo0wLTTp1A7G4xjZLhhw5QZGp4HsWvYe8bTabRaKlXAWYsBAc/5PBOBlNmkdJxLjmY7o1fXrvVWi0XtZ6L8FStTY+AcL6gDoOQMOM811WKhbYsm87u+uP/KxS722oq0C4h9ndhr7vdNa97hTl0F9UOwteQ3qxlPYQtTHerBdGhYk5qoXrtFamPtgYKDRZt2c2vc5zajhh+cBMOE9xHat+zl9WirbrVQtG6hlOhVp7trhhFZpJY4k9KMs8tDzgTKWTaaWk1ABLiAOZMLXaLfTpFoqPALzDe38u1YWu3NoUqtV5GCk0udP7rcRHeZb5rz11itgp0rTaWAU93SYGh0vpt+aXtjKSeBJzEwtTG6ljpx4TK/yvZ6u1ZKLZ6nRp9rR6gKUvXxZblc9BCELqEhCEAhCECQhNBDTCSaBppJopoQhAwqxtEfl/se6PxVnCqm0zv6y0c6bvQs/FcOf8Fip3jR/rbHtGbaNR3ZIaQD39L1CrV/l77BUc8u3lCrSqU354ml7g0gHhz8ByVhvPHSrNqNGNzi4btuU0w2CM9XaHwVf2jt77RQLaNCo1mNr6r6jSwdGcLWg5nPMnQR2rzY5dp3/ALt1xy1N1N2V2kdanxWZhqFjWy3quDMZLyD1etECfBTLz2bFW0C00Kr6FcCC5oa8PER0mHXLLwHILlbM2dzHsc7etxDolsGm6NWvgGPEjRXBeLmz1yW4uUu5twa+xTK1Jzalaq6q6oKxrnDixhuEQ0AANjh2DkplDZJhq16tofvalenu3Frd2xrC1oOBsnpdBuZPBdum5SGLPVy17q4dybO1aDd2+1uqWcYhujSYJa4EFjn5nDnoI8NFzv6EBlI2Y2qLM+sKgYWN3xcGhoa2qXxoB8zgu3Su6qMMuGUSd7VOYLMVSCIJcGuGHQTqZKVO53gsJeSWhok1KjjrZzUzPPc1Pa7St9Sy73/4I1TZL+uUbVSrBm5ptpUqe6xNbTax7QCcYLjFR+faOSLv2IwULRRNoLhXc2oTuwC2o1wcHdbMZRHqpNC66waxheAxu7nDUqSQ34OHNGQgEUqnH+071NsFgqtbWDqhJe2GnG4wZf0uqCwnEBkTEDPIKTly/wCyI937JFtShUfaqlR1n6LYaxoDWdVg1gDMGZJnhCn3Bs18FrVHtrvLHvc/dYWhsmes7MugE8hosbHdlRtRrsUNDi7A17iGy97iBibLpD2jVsYeOUb612PcXZtMvc6S6pLg7HhxAZDBjbGs4Bm3hvqW9tjTb7tfaryoPwubSsoxOe4QH1CQ5raf0gIaS7TUaps2Hp4HMNatu3Vd7gBaAHaZ5ZmMpUk3Q8zLm5l3SIdilznEVdYFRoIDY5a6Ad9jlrq2a1UcWtsrTe6sXVa53+HeDEzpBhBYJwTlA4zzlbLt2ep2e0PrtfVdUqMbTdjc0tLWABmQaNAPUrtBan8VnPkuh5htLfFotFspWd7MFl+F0cbYgvcHsBxuPWaIkCBwmYC9At9mc9lpxaOBy4dFwI8YCot/3DVc9jaLd0ajugwvL3tj57iSQOcydCriLRbKlMstFGmwNw7yo2pibVDXCTTYBLQYk4tNM9V6uPlmpLUxyvpqwUzJpxHDt0HDzCnKBZKOFzRJIDTE9p/CFPXf6bvLf2UIQhekCSaSAQhCBJpJoIiaSaBoQmihCEIGFTNqn/16mM/1NTPhmWRn9kq5hVnaf9YO5ef6j8FjgVGDFijMAgHkDqsC0EQRlxkSCs3rAL43Je7TTY7GKTS1hMFxIB4TwHYtL6FbeEsc0tJyB0E4ZkR+6ePzypDbW2YnPFhjtmOHaFtpWphEhwiY9QPLMZ9qx33saaNKvhdmJmWnLSSYdB7hlwUlrq86MjEOGZbxI6WXZ36LJtqZribqG68ToPFK1dLDhqhgz49YHoiDOknzhal/QyrCvPQJif3Jw4jIz4xhjuM8Fkw12g4gHdWCANS8B3RkTkScyNB2rCjZz0sVQOyZnOm7cSSc8uXhmsadhJn5bUwMLs8TRBGupPSI5jxTc/sRu3lpjqMkATnkTizDellDTx4hSA+vjOFrA0YIJPW+nxy/nVaX0XQ0b4AjCDBiRJPmQWDP71nRpPgsNcF4cCcoIDmugQD9KSBxDQDzM/wJVJ1fCMmk9MuBgHU4AIJAyjmtlE2iBOCeiScoGZxNHhAB7DqoopO/5gDOdT0RMYetnByk6znoFuZTwlhdXLmgmB0jJBxEFwdnDWuEH8luX+6EqiyvhzLZLjyyGFobqCBo4mOJHCQtjKVogS9oOUkQe+AWd2vbzEc4OnCG2gkk5TjbIdlrOcRl2h08QulYXMpAh1XG7EZJOcjLCBJ0zyW9/wB0jc2hWOLFUAmMOHhE8C3UyPJa7HZHsqPc+pixACIjMHVSBeFPpdKcBh0AkAyRBga5FRnXvS6RkmDGTTnlOXPQ+SxnlloTNw3ebyOnhwTybJMAcNfcpVMqNZ6uNocJE89deKkUjmueOXc0zu9xl0nRxA5CMoHkp6gWSkWAAmTicZ7CTHpCmSvtfS/glZoWEoleraM0LCUSpsZIWBQmxkmtaabEcFMKMKie+U2ukmE4UYWkLIWoJs03QiFgLQ08VlvAmzTINVE25thZWgcAFeg5ea/pFrFtoIjItBB8FjOzXdvCd3ArbSYAS4GBmotDbmi750d4IXItlUPBB4iMjBXHNhaNHP8AEyvJnwcd+HaYz5Xlm01Bzmxhc4kRGs4sgO0krdUvmhT6NRuGREEkZT38x6KiULK0OBJkAgkQBIB0nNbrdYxVILA1sTlrMknl2+ixfpsfja+iLzSvuywG6CZjE7XzW9t62UiJAEYetGXS19t3tFecG6ncCzy/JL4rfyb5rP20806centvSy6Yvm4etMDL/SB4LY29LNDQDAaSWwYgmPSQDGkgcgvLDdtT6I8HfmgWCp9H1/8ApZv0881elHqPxhZYDdQMgCQYBiddZ7VIZetlx456UyJMgdIuyH1nE968lN31foj2tf7yzp3dV+iB4j8VPt55q9GPXm3lZhBnqxh6RyjSPd3LfRvSzYcLSCAZ6xkdDAM5nq5eC8p+L3ZZtUq77LgcS5zYI4ZmfJWfTzzTox6b8a2Vog4YyyLjwnme0+Z5ra29rPM9EnEXSTJBeS7KeGa82tFJrjk7zaCp9OswCIPDg0aADktdDHynRi8naizAnNmpnLiTnOXP3rm2vbezUnQA2QODOBA7O7yVVbRaZ63E5YRE9sKHaLsxukPcBymfVZvDhprHgi4VP0gt+ax5y4NKxsm3D6j4wOHDMgGe5VJtzjmfFTrFd+Ay0wexSceEvs30MdPTLmt731GYiI5K0qg7IUXGq2STGavZK+jxWa7PHyY6rOULXiRiXTbm2JLXjRvE2NiS171YmqmxuQtG+Qrs0r1O0nmtorTxUWn4LewLk6Mi7tWJlZ4EjTQY4lkK8LE0ysHUjzUVu+Fwq5tlZPhDA9p6bQcvpDXLtXXfZyeKgWu7nOGR9VL3izs8dtNQgmeBUR1oV/vbYR1Vxc10E+Oarlr/AEeWwdQsd4lv3FYdNuGLQFtZao4rZV2Lt7f7Ge5zT7yotTZy3N1s1XwGL/DKvbyvqTmW5b6dtB1VeqUK7OvRqt76bx7wtfwhw1a4d4ITR6lqFcc1mKg58VVPh8arIXj2+qemr64tWL1WQeqx8YEaujx9yyF6fvDnqPNT0VqckWfGFm16rYvJ0n1/PzW+nbnmIa45QIBOXgs+heosAqBbW1AuLTNc6UK54iKVUnvENUqlZLWdLNaeX6mqBPeWqej9r1XSFQfz2LYKi0MuG3uyFlreIa3/ABELoWfZG3vAO5DZ+nVaI4QcGKU6Z1mplddGyAuIgTPKFLsGwNo/tarGcwxpf4SYE5cla7p2ap2cggOc6Os4iR4ACFqcbGXM6Gzlh3LJfGJ3AZwO/muzjUBhjh+QUgP/ACXompNPLld3aRiSlahUWQqK7ZZpFEpSgRCxLVkXLEuUGBYhZYkIOLSoBSmUQkhXStzaTYWe6akhQPdt5I3TeSEIEaLeSNy3kEIQLcN5JbhvIJoUC3TeQQKY5DyQhAbpp1aPJYmxs+g3yCaE1DbWbupHWmz2QsDdNHjSp+w38E0KemeDdHxXR/ZU8v3G/gsm3fTGlNgnk1v4IQnpng3W5tnaNAPILIUhyQhXRtlhWUIQgAE5QhENCEIA/wA/zxSgfzxQhRWJScUIQIPWe9QhNg3yRrIQmwt6hCFNj//Z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60" name="Picture 16" descr="http://rasamalaysia.com/uploaded_images/kaya-coconut-egg-jam/kaya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97382" y="1785926"/>
            <a:ext cx="5432072" cy="371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565833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Coconut </a:t>
            </a:r>
            <a:r>
              <a:rPr lang="en-US" dirty="0" err="1" smtClean="0"/>
              <a:t>burfi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0232" y="1600200"/>
            <a:ext cx="4643470" cy="4525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10" descr="http://cdn.awesomecuisine.com/content_images/1/coconut_burf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11651" y="1559310"/>
            <a:ext cx="5060613" cy="4584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64014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Coconut milk powder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828801"/>
            <a:ext cx="4887866" cy="3505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AutoShape 2" descr="Image result for coconut milk powd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Image result for coconut milk powd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Image result for coconut milk powd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4" name="Picture 8" descr="Image result for coconut milk powd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28800"/>
            <a:ext cx="5405454" cy="3876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77091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Neera</a:t>
            </a:r>
            <a:r>
              <a:rPr lang="en-US" b="1" dirty="0" smtClean="0"/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3108" y="1357298"/>
            <a:ext cx="5072098" cy="428628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4" name="Picture 2" descr="http://www.k.guruvayur4u.com/images/neera-bottles-kau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04438" y="1428736"/>
            <a:ext cx="5401208" cy="428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23840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Coconut 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285860"/>
            <a:ext cx="8286808" cy="5286412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2"/>
                </a:solidFill>
              </a:rPr>
              <a:t>A source of </a:t>
            </a:r>
            <a:r>
              <a:rPr lang="en-US" b="1" dirty="0">
                <a:solidFill>
                  <a:srgbClr val="FF0000"/>
                </a:solidFill>
              </a:rPr>
              <a:t>food, </a:t>
            </a:r>
            <a:r>
              <a:rPr lang="en-US" b="1" dirty="0" smtClean="0">
                <a:solidFill>
                  <a:srgbClr val="FF0000"/>
                </a:solidFill>
              </a:rPr>
              <a:t>beverage</a:t>
            </a:r>
            <a:r>
              <a:rPr lang="en-US" b="1" dirty="0">
                <a:solidFill>
                  <a:srgbClr val="FF0000"/>
                </a:solidFill>
              </a:rPr>
              <a:t>, medicine, </a:t>
            </a:r>
            <a:r>
              <a:rPr lang="en-US" b="1" dirty="0" smtClean="0">
                <a:solidFill>
                  <a:srgbClr val="FF0000"/>
                </a:solidFill>
              </a:rPr>
              <a:t> natural fibre, </a:t>
            </a:r>
            <a:r>
              <a:rPr lang="en-US" b="1" dirty="0">
                <a:solidFill>
                  <a:srgbClr val="FF0000"/>
                </a:solidFill>
              </a:rPr>
              <a:t>fuel, wood and raw materials </a:t>
            </a:r>
            <a:r>
              <a:rPr lang="en-US" b="1" dirty="0">
                <a:solidFill>
                  <a:schemeClr val="tx2"/>
                </a:solidFill>
              </a:rPr>
              <a:t>for units producing a variety of goods.</a:t>
            </a:r>
          </a:p>
          <a:p>
            <a:pPr algn="just"/>
            <a:r>
              <a:rPr lang="en-US" b="1" dirty="0">
                <a:solidFill>
                  <a:schemeClr val="tx2"/>
                </a:solidFill>
              </a:rPr>
              <a:t> Interlinked with the </a:t>
            </a:r>
            <a:r>
              <a:rPr lang="en-US" b="1" dirty="0">
                <a:solidFill>
                  <a:srgbClr val="FF0000"/>
                </a:solidFill>
              </a:rPr>
              <a:t>socio economic life </a:t>
            </a:r>
            <a:r>
              <a:rPr lang="en-US" b="1" dirty="0">
                <a:solidFill>
                  <a:schemeClr val="tx2"/>
                </a:solidFill>
              </a:rPr>
              <a:t>of large number of small and marginal farmers </a:t>
            </a:r>
            <a:endParaRPr lang="en-US" b="1" dirty="0" smtClean="0">
              <a:solidFill>
                <a:schemeClr val="tx2"/>
              </a:solidFill>
            </a:endParaRPr>
          </a:p>
          <a:p>
            <a:pPr algn="just"/>
            <a:r>
              <a:rPr lang="en-US" b="1" dirty="0">
                <a:solidFill>
                  <a:schemeClr val="tx2"/>
                </a:solidFill>
              </a:rPr>
              <a:t>A</a:t>
            </a:r>
            <a:r>
              <a:rPr lang="en-US" b="1" dirty="0" smtClean="0">
                <a:solidFill>
                  <a:schemeClr val="tx2"/>
                </a:solidFill>
              </a:rPr>
              <a:t>bout </a:t>
            </a:r>
            <a:r>
              <a:rPr lang="en-US" b="1" dirty="0">
                <a:solidFill>
                  <a:srgbClr val="FF0000"/>
                </a:solidFill>
              </a:rPr>
              <a:t>12 million people </a:t>
            </a:r>
            <a:r>
              <a:rPr lang="en-US" b="1" dirty="0">
                <a:solidFill>
                  <a:schemeClr val="tx2"/>
                </a:solidFill>
              </a:rPr>
              <a:t>in India are dependent on coconut cultivation, processing and trading activities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6443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Coconut Research Station </a:t>
            </a:r>
            <a:b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Balaramapuram 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2466" name="Picture 2" descr="C:\Documents and Settings\User\Desktop\Photos\CRS Photos\sept photos\DSC0019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600200"/>
            <a:ext cx="4220152" cy="3900502"/>
          </a:xfrm>
          <a:prstGeom prst="rect">
            <a:avLst/>
          </a:prstGeom>
          <a:noFill/>
        </p:spPr>
      </p:pic>
      <p:pic>
        <p:nvPicPr>
          <p:cNvPr id="4" name="Picture 2" descr="C:\Documents and Settings\User\Desktop\Photos\CRS Photos\jan2011photos\100_365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20" y="1600200"/>
            <a:ext cx="4399882" cy="39005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Production and supply of quality seedlings of coconut </a:t>
            </a:r>
            <a:endParaRPr lang="en-US" sz="2800" b="1" dirty="0"/>
          </a:p>
        </p:txBody>
      </p:sp>
      <p:pic>
        <p:nvPicPr>
          <p:cNvPr id="41986" name="Picture 2" descr="C:\Documents and Settings\User\Desktop\Photos\CRS Photos\jan2011photos\100_372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195899"/>
            <a:ext cx="3505200" cy="2528750"/>
          </a:xfrm>
          <a:prstGeom prst="rect">
            <a:avLst/>
          </a:prstGeom>
          <a:noFill/>
        </p:spPr>
      </p:pic>
      <p:pic>
        <p:nvPicPr>
          <p:cNvPr id="5" name="Picture 2" descr="C:\Documents and Settings\User\Desktop\Photos\CRS Photos\july09\DSCN168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6200000">
            <a:off x="4348207" y="1806848"/>
            <a:ext cx="4231005" cy="3935816"/>
          </a:xfrm>
          <a:prstGeom prst="rect">
            <a:avLst/>
          </a:prstGeom>
          <a:noFill/>
        </p:spPr>
      </p:pic>
      <p:pic>
        <p:nvPicPr>
          <p:cNvPr id="6" name="Picture 2" descr="C:\Documents and Settings\User\Desktop\Photos\CRS Photos\sept photos\DSC0018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1371600"/>
            <a:ext cx="3657600" cy="2743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Dwarf palms maintained for </a:t>
            </a:r>
            <a:r>
              <a:rPr lang="en-US" sz="2800" dirty="0" smtClean="0"/>
              <a:t>hybridization  </a:t>
            </a:r>
            <a:r>
              <a:rPr lang="en-US" sz="2800" dirty="0" smtClean="0"/>
              <a:t>- TXD </a:t>
            </a:r>
            <a:endParaRPr lang="en-US" sz="2800" dirty="0"/>
          </a:p>
        </p:txBody>
      </p:sp>
      <p:pic>
        <p:nvPicPr>
          <p:cNvPr id="2051" name="Picture 3" descr="C:\Documents and Settings\User\Desktop\Photos\CRS Photos\Aug201123\DSC0009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3886200"/>
            <a:ext cx="3622964" cy="2717223"/>
          </a:xfrm>
          <a:prstGeom prst="rect">
            <a:avLst/>
          </a:prstGeom>
          <a:noFill/>
        </p:spPr>
      </p:pic>
      <p:pic>
        <p:nvPicPr>
          <p:cNvPr id="4" name="Picture 2" descr="C:\Documents and Settings\User\Desktop\Photos\CRS Photos\Aug201123\DSC0009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1409699"/>
            <a:ext cx="4419601" cy="33147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43599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14600"/>
            <a:ext cx="8229600" cy="361156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September 2</a:t>
            </a:r>
          </a:p>
          <a:p>
            <a:r>
              <a:rPr lang="en-US" dirty="0" smtClean="0"/>
              <a:t>Celebrating since 1999.</a:t>
            </a:r>
          </a:p>
          <a:p>
            <a:r>
              <a:rPr lang="en-US" dirty="0" smtClean="0"/>
              <a:t>Creating </a:t>
            </a:r>
            <a:r>
              <a:rPr lang="en-US" dirty="0" smtClean="0"/>
              <a:t>awareness on the importance of coconut, trainings on scientific cultivation of coconut, introducing new improved coconut varieties to farmers. </a:t>
            </a:r>
          </a:p>
        </p:txBody>
      </p:sp>
      <p:pic>
        <p:nvPicPr>
          <p:cNvPr id="6146" name="Picture 2" descr="https://encrypted-tbn2.gstatic.com/images?q=tbn:ANd9GcSLriFFHsOwAXQEWa2rXF735ZGefHKYBR27g8yYvCo57YcXe_wGYQ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98777" y="304800"/>
            <a:ext cx="3608185" cy="3124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52701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</a:rPr>
              <a:t>Coconut based farming system for homestead</a:t>
            </a:r>
            <a:r>
              <a:rPr lang="en-US" sz="3200" dirty="0" smtClean="0"/>
              <a:t>s </a:t>
            </a:r>
            <a:endParaRPr lang="en-US" sz="3200" dirty="0"/>
          </a:p>
        </p:txBody>
      </p:sp>
      <p:pic>
        <p:nvPicPr>
          <p:cNvPr id="28674" name="Picture 2" descr="C:\Documents and Settings\User\Desktop\Photos\CRS Photos\coconut training\DSC0020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1200132"/>
            <a:ext cx="7286676" cy="546500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6858000" cy="1020762"/>
          </a:xfrm>
        </p:spPr>
        <p:txBody>
          <a:bodyPr>
            <a:normAutofit/>
          </a:bodyPr>
          <a:lstStyle/>
          <a:p>
            <a:r>
              <a:rPr lang="en-US" dirty="0" smtClean="0"/>
              <a:t>Vegetable production </a:t>
            </a:r>
            <a:endParaRPr lang="en-US" dirty="0"/>
          </a:p>
        </p:txBody>
      </p:sp>
      <p:pic>
        <p:nvPicPr>
          <p:cNvPr id="26626" name="Picture 2" descr="C:\Documents and Settings\User\Desktop\Photos\CRS Photos\coconut training\DSC0002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691" y="1600200"/>
            <a:ext cx="6034617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930807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Vegetable production </a:t>
            </a:r>
            <a:endParaRPr lang="en-US" dirty="0"/>
          </a:p>
        </p:txBody>
      </p:sp>
      <p:pic>
        <p:nvPicPr>
          <p:cNvPr id="25602" name="Picture 2" descr="C:\Documents and Settings\User\Desktop\Photos\CRS Photos\coconut training\DSC0002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691" y="1600200"/>
            <a:ext cx="6034617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26715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2667001"/>
            <a:ext cx="4572000" cy="19812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      </a:t>
            </a:r>
            <a:r>
              <a:rPr lang="en-US" sz="4000" dirty="0" smtClean="0">
                <a:solidFill>
                  <a:srgbClr val="FF0000"/>
                </a:solidFill>
              </a:rPr>
              <a:t>Intercrops</a:t>
            </a:r>
            <a:r>
              <a:rPr lang="en-US" sz="4000" dirty="0" smtClean="0"/>
              <a:t>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xmlns="" val="55733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Ample space for </a:t>
            </a:r>
            <a:br>
              <a:rPr lang="en-US" dirty="0" smtClean="0"/>
            </a:br>
            <a:r>
              <a:rPr lang="en-US" dirty="0" smtClean="0"/>
              <a:t>Wide variety of Intercrops </a:t>
            </a:r>
            <a:endParaRPr lang="en-US" dirty="0"/>
          </a:p>
        </p:txBody>
      </p:sp>
      <p:pic>
        <p:nvPicPr>
          <p:cNvPr id="4" name="Picture 5" descr="C:\Documents and Settings\User\Desktop\coconut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600200"/>
            <a:ext cx="2057400" cy="1641297"/>
          </a:xfrm>
          <a:prstGeom prst="rect">
            <a:avLst/>
          </a:prstGeom>
          <a:noFill/>
        </p:spPr>
      </p:pic>
      <p:pic>
        <p:nvPicPr>
          <p:cNvPr id="5" name="Picture 5" descr="C:\Documents and Settings\User\Desktop\coconu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9800" y="1600201"/>
            <a:ext cx="1781315" cy="1582532"/>
          </a:xfrm>
          <a:prstGeom prst="rect">
            <a:avLst/>
          </a:prstGeom>
          <a:noFill/>
        </p:spPr>
      </p:pic>
      <p:pic>
        <p:nvPicPr>
          <p:cNvPr id="6" name="Picture 5" descr="C:\Documents and Settings\User\Desktop\coconu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4876800"/>
            <a:ext cx="1910365" cy="1524000"/>
          </a:xfrm>
          <a:prstGeom prst="rect">
            <a:avLst/>
          </a:prstGeom>
          <a:noFill/>
        </p:spPr>
      </p:pic>
      <p:pic>
        <p:nvPicPr>
          <p:cNvPr id="7" name="Picture 5" descr="C:\Documents and Settings\User\Desktop\coconu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3600" y="4953000"/>
            <a:ext cx="1910366" cy="1524000"/>
          </a:xfrm>
          <a:prstGeom prst="rect">
            <a:avLst/>
          </a:prstGeom>
          <a:noFill/>
        </p:spPr>
      </p:pic>
      <p:cxnSp>
        <p:nvCxnSpPr>
          <p:cNvPr id="9" name="Straight Arrow Connector 8"/>
          <p:cNvCxnSpPr/>
          <p:nvPr/>
        </p:nvCxnSpPr>
        <p:spPr>
          <a:xfrm>
            <a:off x="3048000" y="2743200"/>
            <a:ext cx="28194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895600" y="5105400"/>
            <a:ext cx="31242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1409700" y="3924300"/>
            <a:ext cx="19050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5400000">
            <a:off x="5410994" y="3885406"/>
            <a:ext cx="18288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90600" y="4038600"/>
            <a:ext cx="99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7.5 m 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038600" y="21336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7.5 m 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733800" y="3810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56.25 m</a:t>
            </a:r>
            <a:r>
              <a:rPr lang="en-US" b="1" baseline="30000" dirty="0" smtClean="0"/>
              <a:t>2</a:t>
            </a:r>
            <a:endParaRPr lang="en-US" b="1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Space needed for each palm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3581400" y="1752600"/>
            <a:ext cx="2362200" cy="2286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rot="10800000">
            <a:off x="3657600" y="29718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86200" y="33528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2 m 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4800600" y="289560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95400" y="4495800"/>
            <a:ext cx="594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        II r</a:t>
            </a:r>
            <a:r>
              <a:rPr lang="en-US" sz="2400" b="1" baseline="30000" dirty="0" smtClean="0"/>
              <a:t>2</a:t>
            </a:r>
            <a:r>
              <a:rPr lang="en-US" sz="2400" b="1" dirty="0" smtClean="0"/>
              <a:t> = 3.14x 2x2 = 12.56m</a:t>
            </a:r>
            <a:r>
              <a:rPr lang="en-US" sz="2400" b="1" baseline="30000" dirty="0" smtClean="0"/>
              <a:t>2</a:t>
            </a:r>
            <a:endParaRPr lang="en-US" sz="2400" b="1" baseline="30000" dirty="0"/>
          </a:p>
        </p:txBody>
      </p:sp>
      <p:sp>
        <p:nvSpPr>
          <p:cNvPr id="14" name="TextBox 13"/>
          <p:cNvSpPr txBox="1"/>
          <p:nvPr/>
        </p:nvSpPr>
        <p:spPr>
          <a:xfrm>
            <a:off x="990600" y="5181600"/>
            <a:ext cx="617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44 m</a:t>
            </a:r>
            <a:r>
              <a:rPr lang="en-US" sz="2800" b="1" baseline="30000" dirty="0" smtClean="0"/>
              <a:t>2</a:t>
            </a:r>
            <a:r>
              <a:rPr lang="en-US" sz="2800" b="1" dirty="0" smtClean="0"/>
              <a:t> area available for intercropping </a:t>
            </a:r>
            <a:endParaRPr lang="en-US" sz="2800" b="1" dirty="0"/>
          </a:p>
        </p:txBody>
      </p:sp>
      <p:pic>
        <p:nvPicPr>
          <p:cNvPr id="18" name="Picture 5" descr="C:\Documents and Settings\User\Desktop\coconut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95400"/>
            <a:ext cx="2996484" cy="2847654"/>
          </a:xfrm>
          <a:prstGeom prst="rect">
            <a:avLst/>
          </a:prstGeom>
          <a:noFill/>
        </p:spPr>
      </p:pic>
      <p:sp>
        <p:nvSpPr>
          <p:cNvPr id="21" name="Arc 20"/>
          <p:cNvSpPr/>
          <p:nvPr/>
        </p:nvSpPr>
        <p:spPr>
          <a:xfrm rot="1021930">
            <a:off x="1371600" y="3276600"/>
            <a:ext cx="1219200" cy="1524000"/>
          </a:xfrm>
          <a:prstGeom prst="arc">
            <a:avLst>
              <a:gd name="adj1" fmla="val 16200000"/>
              <a:gd name="adj2" fmla="val 2150296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/>
          <p:cNvSpPr/>
          <p:nvPr/>
        </p:nvSpPr>
        <p:spPr>
          <a:xfrm rot="9187982">
            <a:off x="701923" y="2314613"/>
            <a:ext cx="2503223" cy="2133600"/>
          </a:xfrm>
          <a:prstGeom prst="arc">
            <a:avLst>
              <a:gd name="adj1" fmla="val 16200000"/>
              <a:gd name="adj2" fmla="val 210019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/>
          <p:cNvSpPr/>
          <p:nvPr/>
        </p:nvSpPr>
        <p:spPr>
          <a:xfrm rot="14976902">
            <a:off x="753946" y="3159549"/>
            <a:ext cx="930506" cy="996101"/>
          </a:xfrm>
          <a:prstGeom prst="arc">
            <a:avLst>
              <a:gd name="adj1" fmla="val 14558029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Sunlight </a:t>
            </a:r>
            <a:endParaRPr lang="en-US" dirty="0"/>
          </a:p>
        </p:txBody>
      </p:sp>
      <p:pic>
        <p:nvPicPr>
          <p:cNvPr id="13314" name="Picture 2" descr="https://encrypted-tbn3.gstatic.com/images?q=tbn:ANd9GcQ0bW_TjI9Uo0GbmpRpZsVMSIXVG-R3U331vzY2zyPTErIJLZt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1371600"/>
            <a:ext cx="2066925" cy="2209801"/>
          </a:xfrm>
          <a:prstGeom prst="rect">
            <a:avLst/>
          </a:prstGeom>
          <a:noFill/>
        </p:spPr>
      </p:pic>
      <p:pic>
        <p:nvPicPr>
          <p:cNvPr id="5" name="Picture 5" descr="C:\Documents and Settings\User\Desktop\coconut.jpg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752600" y="3733800"/>
            <a:ext cx="1695450" cy="1352550"/>
          </a:xfrm>
          <a:prstGeom prst="rect">
            <a:avLst/>
          </a:prstGeom>
          <a:noFill/>
        </p:spPr>
      </p:pic>
      <p:pic>
        <p:nvPicPr>
          <p:cNvPr id="6" name="Picture 5" descr="C:\Documents and Settings\User\Desktop\coconu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5200" y="3657600"/>
            <a:ext cx="1695450" cy="1352550"/>
          </a:xfrm>
          <a:prstGeom prst="rect">
            <a:avLst/>
          </a:prstGeom>
          <a:noFill/>
        </p:spPr>
      </p:pic>
      <p:pic>
        <p:nvPicPr>
          <p:cNvPr id="7" name="Picture 6" descr="C:\Documents and Settings\User\Desktop\coconu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3657600"/>
            <a:ext cx="1390650" cy="1352550"/>
          </a:xfrm>
          <a:prstGeom prst="rect">
            <a:avLst/>
          </a:prstGeom>
          <a:noFill/>
        </p:spPr>
      </p:pic>
      <p:pic>
        <p:nvPicPr>
          <p:cNvPr id="8" name="Picture 7" descr="C:\Documents and Settings\User\Desktop\coconu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29400" y="3657600"/>
            <a:ext cx="1695450" cy="1352550"/>
          </a:xfrm>
          <a:prstGeom prst="rect">
            <a:avLst/>
          </a:prstGeom>
          <a:noFill/>
        </p:spPr>
      </p:pic>
      <p:pic>
        <p:nvPicPr>
          <p:cNvPr id="9" name="Picture 8" descr="C:\Documents and Settings\User\Desktop\coconu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733800"/>
            <a:ext cx="1695450" cy="1352550"/>
          </a:xfrm>
          <a:prstGeom prst="rect">
            <a:avLst/>
          </a:prstGeom>
          <a:noFill/>
        </p:spPr>
      </p:pic>
      <p:pic>
        <p:nvPicPr>
          <p:cNvPr id="10" name="Picture 9" descr="C:\Documents and Settings\User\Desktop\coconu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505450"/>
            <a:ext cx="1695450" cy="1352550"/>
          </a:xfrm>
          <a:prstGeom prst="rect">
            <a:avLst/>
          </a:prstGeom>
          <a:noFill/>
        </p:spPr>
      </p:pic>
      <p:pic>
        <p:nvPicPr>
          <p:cNvPr id="11" name="Picture 10" descr="C:\Documents and Settings\User\Desktop\coconu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5505450"/>
            <a:ext cx="1695450" cy="1352550"/>
          </a:xfrm>
          <a:prstGeom prst="rect">
            <a:avLst/>
          </a:prstGeom>
          <a:noFill/>
        </p:spPr>
      </p:pic>
      <p:pic>
        <p:nvPicPr>
          <p:cNvPr id="12" name="Picture 11" descr="C:\Documents and Settings\User\Desktop\coconu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5505450"/>
            <a:ext cx="1695450" cy="1352550"/>
          </a:xfrm>
          <a:prstGeom prst="rect">
            <a:avLst/>
          </a:prstGeom>
          <a:noFill/>
        </p:spPr>
      </p:pic>
      <p:pic>
        <p:nvPicPr>
          <p:cNvPr id="13" name="Picture 12" descr="C:\Documents and Settings\User\Desktop\coconu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29200" y="5505450"/>
            <a:ext cx="1695450" cy="1352550"/>
          </a:xfrm>
          <a:prstGeom prst="rect">
            <a:avLst/>
          </a:prstGeom>
          <a:noFill/>
        </p:spPr>
      </p:pic>
      <p:pic>
        <p:nvPicPr>
          <p:cNvPr id="14" name="Picture 13" descr="C:\Documents and Settings\User\Desktop\coconu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05600" y="5505450"/>
            <a:ext cx="1695450" cy="13525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</a:rPr>
              <a:t>Choice of intercrops 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199"/>
            <a:ext cx="8763000" cy="3962401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en-US" b="1" dirty="0" smtClean="0"/>
              <a:t>Up to 8 years – </a:t>
            </a:r>
            <a:r>
              <a:rPr lang="en-US" b="1" dirty="0" smtClean="0">
                <a:solidFill>
                  <a:srgbClr val="C00000"/>
                </a:solidFill>
              </a:rPr>
              <a:t>Ample light </a:t>
            </a:r>
            <a:r>
              <a:rPr lang="en-US" b="1" dirty="0" smtClean="0"/>
              <a:t>–  Annuals  </a:t>
            </a:r>
          </a:p>
          <a:p>
            <a:pPr>
              <a:lnSpc>
                <a:spcPct val="200000"/>
              </a:lnSpc>
            </a:pPr>
            <a:r>
              <a:rPr lang="en-US" b="1" dirty="0" smtClean="0"/>
              <a:t>8- 25 years    –  </a:t>
            </a:r>
            <a:r>
              <a:rPr lang="en-US" b="1" dirty="0" smtClean="0">
                <a:solidFill>
                  <a:srgbClr val="C00000"/>
                </a:solidFill>
              </a:rPr>
              <a:t>Less light    </a:t>
            </a:r>
            <a:r>
              <a:rPr lang="en-US" b="1" dirty="0" smtClean="0"/>
              <a:t>–  Shade tolerant crops </a:t>
            </a:r>
          </a:p>
          <a:p>
            <a:pPr>
              <a:lnSpc>
                <a:spcPct val="200000"/>
              </a:lnSpc>
            </a:pPr>
            <a:r>
              <a:rPr lang="en-US" b="1" dirty="0" smtClean="0"/>
              <a:t>Above 25 years – </a:t>
            </a:r>
            <a:r>
              <a:rPr lang="en-US" b="1" dirty="0" smtClean="0">
                <a:solidFill>
                  <a:srgbClr val="C00000"/>
                </a:solidFill>
              </a:rPr>
              <a:t>More light </a:t>
            </a:r>
            <a:r>
              <a:rPr lang="en-US" b="1" dirty="0" smtClean="0"/>
              <a:t>–  Perennials 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Annuals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Cereals – Rice </a:t>
            </a:r>
          </a:p>
          <a:p>
            <a:r>
              <a:rPr lang="en-US" dirty="0" smtClean="0"/>
              <a:t>Tuber crops – Cassava </a:t>
            </a:r>
            <a:endParaRPr lang="en-US" dirty="0"/>
          </a:p>
        </p:txBody>
      </p:sp>
      <p:pic>
        <p:nvPicPr>
          <p:cNvPr id="5122" name="Picture 2" descr="https://encrypted-tbn0.gstatic.com/images?q=tbn:ANd9GcRd0EiUe_zBJkalpofRlb3WhMqXbW884bphqRAkuf5-PTY2XHF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4879" y="3143248"/>
            <a:ext cx="4194721" cy="2849119"/>
          </a:xfrm>
          <a:prstGeom prst="rect">
            <a:avLst/>
          </a:prstGeom>
          <a:noFill/>
        </p:spPr>
      </p:pic>
      <p:pic>
        <p:nvPicPr>
          <p:cNvPr id="5" name="Picture 2" descr="C:\Documents and Settings\User\Desktop\Photos\Coconut - Tapioc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10096" y="3000372"/>
            <a:ext cx="3924304" cy="29432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Shade tolerant </a:t>
            </a:r>
            <a:r>
              <a:rPr lang="en-US" b="1" dirty="0" smtClean="0">
                <a:solidFill>
                  <a:srgbClr val="C00000"/>
                </a:solidFill>
              </a:rPr>
              <a:t>crops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Ginger</a:t>
            </a:r>
          </a:p>
          <a:p>
            <a:r>
              <a:rPr lang="en-US" dirty="0" smtClean="0"/>
              <a:t>Turmeric </a:t>
            </a:r>
            <a:endParaRPr lang="en-US" dirty="0"/>
          </a:p>
        </p:txBody>
      </p:sp>
      <p:pic>
        <p:nvPicPr>
          <p:cNvPr id="4" name="Picture 2" descr="C:\Documents and Settings\User\Desktop\Photos\CRS Photos\sept photos\DSC0015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2590800"/>
            <a:ext cx="4775200" cy="3581400"/>
          </a:xfrm>
          <a:prstGeom prst="rect">
            <a:avLst/>
          </a:prstGeom>
          <a:noFill/>
        </p:spPr>
      </p:pic>
      <p:sp>
        <p:nvSpPr>
          <p:cNvPr id="16386" name="AutoShape 2" descr="data:image/jpeg;base64,/9j/4AAQSkZJRgABAQAAAQABAAD/2wCEAAkGBxMTEhQUExQWFhUXGBgbGRgYGBcgGhwcHBscHBwcHx0cHCggGBwlHBcaITEiJSksLi4uHB8zODMsNygtLisBCgoKDg0OGxAQGzQmICQsLy80LSwsLCwsNDQ0NDQsLCwsLCwsLCwsLCw0NCwsLCwsLCwsLCwsLCwsLCwsLCwsLP/AABEIARMAtwMBIgACEQEDEQH/xAAbAAACAwEBAQAAAAAAAAAAAAAEBQIDBgABB//EAEUQAAECAwUFBgQDBgUEAQUAAAECEQADIQQSMUFRBSJhcYEGE5GhsdEyQlLBI+HwFGJygpKyM6LC0vEHQ1PiFRZEY5Oj/8QAGQEAAwEBAQAAAAAAAAAAAAAAAQIDAAQF/8QAKxEAAgICAgEDBAICAwEAAAAAAAECEQMhEjFBBBNRImFxgTKxQqGR4fAj/9oADAMBAAIRAxEAPwBHMQV1sylJP0LF09C1YnK76600JUNQW9Wc8oMXZ1yiFF2xHdpHmomnWHIsMu0yxMlsmYDUYh/SscLHyKLjfa+TKGwS1Kco3sqkHwweKpsq6WBUQcAr4n5wbaLIoKL0OnHgwphA8kzVfCLzaivjA/kc801plUlanwIPGh94NJE2SpBLuD7e0BzbS7hYIIx1bUcolYlMCOfmHHpE8keO0Sl0C2OcqVQqo9He8NOEPLRYkW5FWE9IxHzjXn+uSFRaYkH6h4GLdn226UqFCGaDJf5RMI7Ts9clTEkKGY/XlDDZm1G3ZuBpey6iNdarPLtkt2HeAV58PsekYu1bLmIJBDgZ5+GsUhKORb7Dd6Y92fYBLXMUM0uCMDuqIIPSMubKtcwguwOGp9I02w0qNnmoKq7wSSWu7tT5v4wslTEndQWRms4q46t6w7bWkBNo8WtgKvdAD5JAwEa/sqgdzLUK3nU+rmnkBGMFoG/JUHlTU7q/lKk1oRgWcsdI+hbIlXJaAzXUJHkI871aqKXyLJfIl7QTgq1ywotLs6FTl6PgnqGURyjC31T565hDqUXbQZDoABGy7SWFSzMqEiYsX1nJCAAEjUlTmFcpcmUGQ3M59MT18I7Ma4xr7UOiMtJlhILAVq+egyhhYbQUmrvQjjT1Yxl9rbTvKo5MHbJVOAHep3Dg+I/KBOLX1DSTW2bxUy+i+gsoCrZ+5hJaFTS7qAS4upGKj9SuA0widgnlB4GD50qneJqPThCwy8nTFjSdsW2HZwTUpBOpxg+WhAyKeX3GB6iLZSlEPdeL5ahmkx0o9Kk0VIu8CPA+x8o6DUlGh8I8huIOP5E9ltRwLjizf3F1eEF7ItpCy5Z6EelCd08BACCRhTlTyS584jMBSb3jlThUkmIytiZcSinKP7Q+2nITMF7NqjXiHLAjPWMnbB3a/wB1WBEaayT76HB3hAO1bOlSWVQE413Va8jhEot3s5bv6X2IFz726d7+JgRmGIqXaLdmyxdW2ox4O9c6GKDuEomCow4H76wXY7MpCSondUUkdRdPqPCHkriK46bRFCnm/Cki7UnUJOfNopk2BDm66QMrx8gR6GG1nsqVpOSin2OHSM5bLYpKilQqktuljzBrCxJWxlLmKs6wtJcZ6NodIe26T30sTZW8Wqn6uHBY8/AxjZO376ymZjrQJOFSG8Yfdn7aJK9Ja6LTkNFJ5Z8I2WDT5R7/ALD+QaUtC7POCScFBQNFC8yWI1YmMptS0lihNABvHyYcI+hdr7GUSJs2T8ZuEkZpSoEnjTPTxjBmylbLF5IPxJNRzGnKHxZVOPIMfkusVpWialCWKV3ElJDguoAU1rjH1NAYEx8+7P2cKmoLuUrT5C9/pjeT54QmuhPgHjl9QueSMQSPme2rWmdaFmYtZSFFKUJFAAWzOJIc06xbY50sf4clwM1GnjFPdOb8xidczz15+seWi00uigjrcvCHtBU7a4BZEtNPD8/KC7JbFrZc0pSHFLuNa1YsG/WcQ2XYEhAUsVVXozgenjFNoWQwbKnXD2ibkDRqtp2EyzeAeWa0y5RbYZipRD7yFCo1HIw32RLWqy3JwZYTUZ4U5GFUuWChO+FTEpNRiQWcULGo8455Rcdir7jG024S6KXuq+EigI+xgOZtYCiZa1HgDnhWKUz0KSULITWlMFNiKMAf1hFsrZiUpO8sLCgHCVXORyJfTxjox5WlovHK0qQLP2xPBP4QT/EoR0TtmzHqV3SOBb0j2KLOn26D7sihIGDk8Ehh5RYmUwcJSnjiY8MxZwAT5mPUWa98RJ5+0E9JlEqaJa2Sp0nEaQbbKbwqkxUUJGnKISvhUzlAPhw8PSJ5FX1HnZ8PD6o9AtushmIYsVj4SMxp7eEK/wBpH7Msub6T6EH9coYW6WSm8gm9LLhs0/l7wBbJCJgMwBbLG+lORGJI0Ir04xosSM02/ug+TabqkA0JJAOrYDwBhR2tshJStONcNMvCoPSHO1ZKWSopmolkJVLmFBKDkC7AecV2tHeSas4DgpwLYt7Q9U0LOKjJMw95/iFfqH3EFy7euUUhVUtTQh8j1hlsES5c+7NQFJXR2Buk4ODiKxpJ2x7LNUZUqVdQUlQUhRUCcjdL1L/L1eH5UHimgvsztETpJQrIlIfMM5Txo/SMrtxJlKVLOIU6SKbmIbjhHbUss2wyZScFpnlYOoCadGUx6iG+2B+0y5M2WkKSsM2aScK8FOC+oiHH252un/f/AGTaplHZqSBOGrFR4kpx8FRPtLaSudcTW6AGGpqeeXhHstH7LNdZCmkrUoh6BIoNMm48IDsFpZSZ6SouXLgYk8P1WF48snPxRmqewGZY1teKVM7ChqeekDTJBvpS2OJ1zPlGmKFXWWpgpRuhRFA+LHM4DqYqmyZIxWS2gA8DWC50DlvRG2hkgYOPAH8mieyLCSQUgkpDBRx6PhiatFtvnyw15BrgCdDzGkW2e3ITVIY8Lx/1ROUqXQY67H9gkLkLeYp0rDGpLEs1TzgDZklNQReUkXS5P6wMUzbfMmJunUHBo9E3ulFQLrUK6DQc8+sDld2aT3ouFlUjeWR+i/2g+xW6Z3JSm6N9KkkuTTJI+584XWexrmG/MO6A7Pj4YRp7PKl92SlGEyUA5qQTXxgw5f467DGxMJa7xK1lyXwH3prlHQTbG752wvsGGqfQK846HbafYeBnRtKUCySVnRAKj5CDrNs22TayrJObVYCB/nIj6nZbN3YaXIloGiSB6IgkLmfQP6/yj0lhijseZs+ZSOw1uWfxDLlDhvnwDDzjPBMyVbTIkKVPrcUCGC/qDB2YuxyZ4+1Wy1LRLWu58KVK+IZAnSMX/wBN9hqQVWpaXK3CC4ep3lV1w8YScE2okpTb0ZW02VUmYqWcUEs+aTCuwzVSJ8wJ+CZLWGyZSSPJz5RvP+oVjV3yJwSzpY1DlixNNHT0fSMigJvofB2PI/mI44x4ZOBzNUxtsj/qOLPZbPITZZk27LSkk7qSRRhRV4dBCPbfaIzJ11Vll2a7iEpZV4sRfoHpwGMO9j9ql2J5SpfeyUJ3PqSyXSxzDs4yemhF7F9kzbzOn2grCSVMpNCZpqVAnJD9T1jqk3JKKHe1QstOyrllNrSqWB3ndqDG8kKoKkMl3Zwxw1hVZJypaJhqA6Eh6bxL+LA4Q27SWGdZZdosk03isS1Xh8wQsKC2ObBVHxeuqSxfjSEpV8qlMrRgnLWsSdIC1+jQzym1SZYnJdJG6o4pOoOQ1GY5QXZLMmUkSyRU7rtiA9PB+lIAs0khLGiAAK5Nh94YWe2y7pv4JIJo5AGChwGccsu+N6M5ctibYWxJlqXPClJvFkqBcAgKcpGlEJSOESsRTKlFQTdlJompKlnIOfNsoPsyZkqahUlQurK1390hlACjvkCXyeEW17YJhZJAly2CQc3IF7g/oIr/ACFewK0WwqJUaqOJP6wi+zrCpd5s2U+PTTOOVKKLijLe6gqJcEEndDEUIdsIJkBMtEsEOxClg0KiwpwGMKx1GuwhGxrSUvcvDV0XuD3i8S/ZLh/EUU8DjThAdt7SzphITuJ0GXXHKPdn2Er3lksfE/lCyairYrGv7SgJN0kavhFtklKIcJFR8zejUiUmzpQHu7oIBYOSTkNTB+zEmapK0g3FEgDPifIjpCwubugKLZZZkkAVAOTJyhmi2KTQgkApUeYwLPHtiPeTg+F9XhWnkIZWOzPLRQB5p5kAgfY0h+G2ougrG1LsS2wJmK7xK2xcNg90YHD4eOMdEtt3k2spQwRd+Fhi/KkeQHCcdN2XVLs+ghS//GeqhEk959CR/N+URFpfBKz0b1IiQmLyl+KgPQGPYAD7UkLXKWjdF8XcSfiIH3i+y2Yy0JQkpASABQ5dYkyzmgeJ+4iYQc1noB94Fbswt7RWUrkLJKTdF4bumOejx8k2pLCFvgKEeIceMfWu0pCbNNLqJu4XtSBh1j5btVN+Xyq/rHn+qfHNFksnYLNklSRqHHUe8b/sFtMKsoky0/iSiQ1brEk3iwfEkEZnQGmNlSb6CRil1en+6EU23TkhZkrKDMSZcxvpJBfg4DUijlwnYkXTHPa3aaZ9qbve97oEKWEsnH4E/U1a8To8AWSQGvXQlIwH6xJgWxWdKQNMhmeJjrbalLN1AJwAA4lvU1MQbMHTVGeoS0UGnCHirLLlygCgXgKqzZmZ4r2TYhJS+KjidS2XARRtKeSpsmiL6oS7ehRty3CUhKUJAvABWlxgLvVvDnCHaFnF1K0DdJF4VcZD19IaTbSideQpYf5UlgWwAHg46wrTajKnKvpdOC06pJZxxEWgmteSsdD7YSybMpO6lSlKCCasRUmuV448jCqzbPmE3SCVvUYqd4ZLk9z3UoB7oUSvS+rdD5OQDrQR7PlX2IvX05JJBUOlSR6Qt02vkLbLpPYyZcVMWe7QkOyiHPANnFgnpSl8EigHpAhCggFT3iwALkpB54HWJJsc2csS5aSpWgwA1JyETcOb2Ci+dtArSEXhcBJADOCQxJpUsOkGWPac5F0ILBIYMkUHhGo2BsqTKl3DKBXd3ytIvEnHH5cgxaFu1NhS070qYmWcbqlAjozkecOlL/FB29Is2abUSCBdpmkDXIgamNDLTMSlIU1Ppfq/URjbDtBclW71DuD0jSStvI7sFaVEvlh+ULBfXT7DGD5UVbQs5mqcfFq3k7VjojM2+fklj+Yk/cR0dUYSXlHTHHNI3BtYyJP8IJ9KR6FLOCD/ADED0eJrnBOJA9Y8E4n4UqPE0HnXyjvJHoQrNSRyDxPuhmVHmWHlFbKzUE8AHPifaOISKmv8R+0YwB2hlJXZZyUAOUFrofCuPSPlE2ayH0aPtHeE8BxoPePj20ZIE2ahqBagOQJaOD1kacZE8i8nbFmrWZkqV/iTU3EHJJJTvHUJCSW5RnNrSpcmapMtRmJSWSogOogMVMPlvO3Bo0e1FS5dqv2UlKDl9Km3hiWGY5xXt+22VErupMneNwmYuqyW+U/KkYUxgyprfgWkZ/vVswDrVlpX1MbRHZ6XZu6BJNouKMyu6LxSQnmkDHjGO2bZjNWE5Zka6/aNnap7OpZKlq41jmctNVtiSeqA9r28SgnjQcA7P4mF1unsiYo/JLWfCnqISdq9oXlXc1MRyGHnWDrBPlzbMe9LOEy1HCpq7/yu/GCoUrMoUkzE7MJXOKlYsS/T2pD1dnM03XdQAL53XYjo8eyNhqlzlBIJSQAkt4+Qh5smyd1MQ+KiojD4QmvqIrOSb5Io5KwDtJOUZhTeN1AYDJ2qebsOkFWK0khK2II1GefSAJCTMaZiqYpRQDqVKL8g/lDJZAoN6oD6nB+pic14Clos2tNN0rdjUDmQz9A5hbsq0TRLF1a0A1ISohzqTmYv2tPKFBFN0uSdTlhkG8YplzisB0ihI+bI+0PjTijoxxaoY2eeq8CorUMDeKlUzxg2ZZkg7t0jSjjzrCyWliDh+uMO9mSxMN0XXZ/DrAnKUfqKS9xboClk1ZxXQfd4ORaSzU6EOYmEoUSFBjheZ/HMiOMgp0PEO0FNS20Wj9Xa2SS/H+r846JpB/4f2jooUNgvtfYpfwOo8E49SzwLP7eJ+WWo8yB6RgAkCLpahq3OKe9Ih7MTT2jtvOPwoSnjUwktHae1k/4hH8NPMVgXuicFJPUQKqzqJyPIj3icsjfbCowQUnbUxwVKKiMzU+JitVrSqrV6A+WMDTLMofKfCPLLIVMVdTj4AcScAI55Y4tWiWXFBxtP/ZJNmdV5C8VAqSQxb7x20rJfQkGigafwn7iG9lky0EqcqOROB5DThjnymJiCCQlwMfYcTE/ca0edbvQNs6SJMu828fhH6HnxgRd4qBVzMTm7SIJUReUKMGZOgc+xhPty3rXKWThdqA1KjSGim39xtydiLa1lVNmTVS1omEUCEE3m4OGU2JYnOLUmYLNZ5db8xcxZBxoRLSD/AJseMKZLhVCQRVxiDl6xtdqXBOQof4ndoSE5JJcnmSVE8ARHVJ8aRV6QfK3UBCKsGprn0ApzeLkbPWJ19RSUXGABUS5xypi1NBCa07XMp2qEghmABLej/eArFaZi7IsmYQSo7zsQBiXywiL5MjFPsPTs+aFKK1CpoQlTJToA1GYCPZcr8VJJAQguASQSRq4bGEtkt85zvKZgQ5f14Vh5Its0IClBJdTAVqNXyxhakiqU/AGbEuYsqWczRwca64QfZ9nIwSCakl8K8IuRtK8zoI5EH1Ai9FtQ4BSq8QoguMmpjjXyjf8A0XgNZI7ovs2ypZDsUng3sYMs+zAC6ZhBGZb7NANmt7MVIURoG94rVtAqNQpnph9sIEZSbp6KQnO9yr8h0+xlKsUqJJwYGvDEx5IIJPD9ZwNZwhR+A01iJWEKUGeL9HoR2hnd1w6faOiNhdqvyMdDgYnD/oR4Rx9PeKgTk/RDeajFgBzvjw+0KE9lkpLg/rwixK0PVI5MfvSByxLd4p9HiMyWoVCiWyMK42LJX5GEoqJZJpiXwAHoOXCDUrlrCkSlUpeqylf+oNISC13k3RQ5wOFXLy2LgHA0eIuDOLLBpU1+y3aM2akEBF18Cd4EVrShNMKxOZPUHS53AKPQqU1fNhox1itdtuMXO87tgTxBitTLBA3Spi6dBwxGMGKS8HPtIrn2gJSK4nxP68hCzZE9QUe8LEk1PpyiNrSpBBIBqWViInbpaUpl3y14EvoXpSKJaCmglez5S7ipTVWkKAZnevJtMI9Qm/aJq/3i3Sn9oHjFfYucUqmggFIllTaKBF2LZtsRLSUJIMxq/u8TxOkandGlvSFO3FOu4nBt7ip/sPUwxmWcos8pAFZhFGyxwzckQp7olUP+0KgFS5eQl61xxByNILG6VAVjsxEx7oKQhVGwKQ4DHlDXaYKCmSmploS/M1P93lE9i7LXLmovpKQQ7KKrzMC5CsKGCl7BmT1GdelgLJNSongGDCBVy7Hi/r2+hQ5wK2OicfKsTKf8Msqiw5VxpnU4iHsrs23xTnGiUt6GIbQ2VKTLUUqVeAcURUiujnDWH5xKZM8GmgYzF1wHIE+ZYCOu5kXv4lP5JBEM0S5TAkEqVxPPKL0S5LVSkuaOC7lmG9hnAc0vAr9bFeBSLWfhvBAbK6P7lP5R7Z1JCiQSpXALV/amH1mCQN2WkaUSH5NDCTNIGLnLXlwgc78CL176oQJUs17ucr+UpHnHRpAoNkH1jyH5Ideqk/BgLHMmHeUoBPED9CCFWh/gBVxy8cPCDrULKhTALnLGQLgegTzipcpS8QiWNE7yv6lOB0B5xWOCbOiWeKFi1oBvTFpfR8PuYkbStQ/DSTxNB4Yw0s+z5SS4QCdVVPnh0g9KjlhFV6X5ZN+p+EZyybOWkKXMd+RA/MRCYQULDVbXKNT3qcLwfNyPSA9o2ZF0kJDnMCtYll9O0m09EZ5ZSElu2fMCEKY7yiQ4L4V3dGrxiKLPdUp1OEoqpIxDuW0o0MbZJVJmyrqipBUWQ+FKs9M4WW2bWYAWD3SeQHtE8sOKryTchLaFTT8OCnIFMQK48AYP7QWRNAVNcASCfhdnYtgK41gSVNeYgDAEN0qYYW+X3jAByqYaOMEt9kxKG2hUS2HZFy5U8qDKUEpRgb2JcNQgu8Ktk2ZKhP8AqBlXT/EshXiKRrrOtMmWELOD3XNASa9KwlnJky1lUtKg5S+LMKjE66Ugp1djWkrsrstjKgyUp3ZzFbm81GDMzY1xgftfMe1XMkoSPU/eGPZu0kTlJOCi9aBwaeLwt2xLEy0qGClLUL2NBdaj1jdtUNprRpNmTFzbOtalFS+6UgKJJOASKnHdTB+zppKED5boIOWH5xZYNmiShcpEwTgkghaQwVQE0cs14jHKA9jy9wAkgoUpPgT9iIyi12TSrYwlyVkgBYY4Fq8nwi9exzcO+RizHDKoOOkQkoDMN79M/DCCBb2ASQGBIJL0FPp5NFYRi9M6MUYzW/8AnwLNhiWZQKyQQySHo4JHjSGc6wABJBABcg0OT8YTWJlTJwRVN9SgQ/wqF4kDm+OkPZE1pgkqACroLkajVmMbjfj9+BPaUk7X7XX/AL9lKpRrdA9q4eFekRQSCwc1z8+nKDBKUUBQUFJc+WIBFFBx7RQULqHS4zGDfennCSxSXgjP004+CZntlnx0jogiUs0SAcS6iOEdCqE3tE1im1cUZmSwoAw0EGSjACDBMox7JcYIIDYRMkchAssnIPF064gBU2YiWDkpQvHkkVMYBCdYpagSQH4+JbjSFU+ymUx+FClNiRSla4Q1k7TH/alFf7810p5hHxq63Rxiu2qUtSL6iolQwYAMQ11IonzOpMcGX0sU3kX2/AzaFm1phCpalFRQCopCgL1G4PpjXlAaQGm1LpmEk9Bg+Bx5Uh7teVeVJS3zUDalI6wFZrNfVOQxczW41IDVzp5wPUQqTr7C2KErkJXuymZLk3lFQyo5bPSDtnywLqndKUrN7mwbniGiravZ9dnUoFyVpJSCzsHNW5eUVdmrEualSgd2UElRJxBwpq4iSuE+VdDfkltfal2YhJT8aFbz4ORgOsLVLUDMcUSElNGdwPJ3hx2p7PrlolTSpJ7xTS0h3AKBjRshhrHnaDZqpdoXKe8q9KoAckIwD4n7QZxXFNh43GimxWUGasVuoPGrExCUAZyAQCS5CsxVuojSy9kCQCJhIJRL7wUdJVUp0cJI68IF25sxMi2lKS6EgqqasQCRQY3rwhOGxuK8DJAWhISgJUpRL/SxOVacoGsad+aJjpZQNBqnT+JMavsxZpS5V5YdV45nBhpzMU7YssuVa5JCQErQXGIJlrCqvjurPhDqL4KTAqUUzNzJ5Q5IBSaVP58RXWAtpW1CkpF5aVCjDeWou45Dr4Z/WP2eUMES+iU+0WJUMBhwpFnhvz/oeW1R8pdSVkOsrMqhKSN4EkAOKllsWgO09nrVaFhRlz0FkvfFG0FaAUoeMbzt7/hyJn0TQDyUCD5gQ8sswKlpVqkRvbVtCvb+DBbK7O2tABuqAzBWMjQkPR8aGHlk2POSCWl33zVRn5U1wjTGZFZWefgIpHEou0NF8Zcl2Z2d2YmKHxoSp9VEEcQwr1jo0IWdDHQvsxJ+3Ay8rsvKDXlKPCC5OxpCPlJ5mDZlq4v5RQZ7+z+8U5/cpx+x4rZ0pYYpIGgUtP8AaREZGwLNLN5EhAJxVdBPiXJi1MwYYdf0I9VaEjEwOQaJSpMoYJSCOH5Qo2+3fWVvrH9yYPmbRRqPGEO2LWDNkqChuqS503vYRPK1x/a/sWS0VbetRNukj6FyxT+IE/3CISt0qW1Talf6DCy0WpKrR3pP/df+UF/QCCzbkFAQ+/3pWQxwKdfCIzfYjKu3Nsuzl8EKRj9UtQ/1xV2YQU2ecBmJIy+pZ+0J+1lsEyc+SlEjkTTyEONgzWlgXSXKFc7t+nM3qcoWT7f5M9jHtiSq2bPkU3SgkA6rSPRBgHb8jv8AahlhTX1HxTJBAx1pFdrtypu1ULCC6KBNHpLUeQqt4Al2hZt8uYPiK1EAnG8VJFRwi06ehmh1tqcoyXm3hMWRfvHBSEgK4AOkkcGgXtBt0TzLmIQSoI7tRNASz0q5ZyekW9qlk92VgPfF8Bzibvq2MIZUhSkqXS6hTFsqsPENHO5PY01Wj6v2ZpZ04Cpy/KA+1K6SVO92aATTBYKTgNSIB2aiddSUzwlH0d2/+a9rwjtvy1GQt5rsLzfwkK1OkdEXeKvsKo3A09jtIKEkZgPzzz1eL/2rlGPkKF0XpqkUBAB1DvhqTE0olfVNX/PN+zQ8MlxTKRjaDu28wrskxvlur/pUCfJ4t7N7TeSAVM2HI19SR0gASpSkqSUTGUCC/eGhDZmAOxwUmUUrS5lqUnqCQaGFcqkmbhvRrZluRV1Dxgb/AOWkpp3gpqon1LxUB/8AjH9KfePReylgf0j7xTYdE/8A5eTksHoTHRBYmnAIHNR/2x0HYNGVmLOdqWf4RK+wMWWRaS/4s9VM2y5JEGom3sPGJAcPLGJUPYGGyE9XO+PvEriQP8KYeBUfuuDgWGHr7RCZMprGBYvUEn/7fxKfeArfuh+7SnA3Q1cdIcKXT/j3hPtObvAY4E+ZyPCEydCZHoosMk0wY31Dow9RBBSsyhUXL/F9OUE2KzkmWwp3Zcc6xKyMZbN8/DG97RK9y/AvEwW01/icQpXkWjY7MksEDDdBfrj6wo2ls9PfqGbuepf7tGm2u0uUojG4kDmp/eEk39JVYHSM9skBdpmTQpQZExZUAl6sAMCBQHKAJaCLTLfFAQT0uk/eCtm3kJtDJoQhDucwcm4x4tQNqWkVZI61qPKLSeze39VMJ7RIvJmuapQlVMvxEeNHiNhk0mj6kpUOhD+RHhBdulOm0nE92MdQQrWK1i7PQnNUpPLMHr7RF3SGWJyNPsyUlmIBIZnAwP5gwUtEsukpFQ3w69IGlzbk0IBxQMtD+cH3jw/XSOrBvGidUkgXY5N1KTUhIHVNDDO9w9YV7PlFJmKf/uK86+GEHCcPq8jGwajXwx8kar8F/hCyyy+7XNajqcj+Krjxg79oGaj4GFduKe/lnEL3VP8AulweOJh8nV/BT01c6+RymUNPF/vFl9tOhEUzrP3QSlLrF3F44LU2AbiTDp2QkqdFr6PHRWCf3fCOhxTNGcE0CS3BvaIicnO94J9o8SgfSo8yPeLSthRKRzPsDEByfepbE8KD2ipdoA1MeGerO7/m9o97zW71eAEgLQ5oFf1Qu2oC/EpOuZAH+qDZlolDME/uxdKVKKTMOLUfGjt6mEyXQY4nk0g7Yss3jgwTkMnEK1JKFSU1DzSTy3vcQ17KTRMMy5+qRV2gsplzJE1ty8A+iiRQ+dYSaq2V4KkZ3b0pKbWoDFgSOjg/rSNZsxHeEvRxRxkEj3jJdtbURbpcofOEKoMcRXhSNBZJoRcQovevDHFvyESnpxRaTvGvyL9q2C7PSihExSS/8FelABCmwyr1uJ0LfeHNomtaQEbyUIJy3XZuYoYD2HYFib3yqBRVdTqwx4ClOcGfTl9gy/i5s9t0wgTxg6FjDHdEepsZmT5SnYJlOfsPWDtvSxJsxnH5yx5LoPtBGxpiaE/Sn7xnqKCn5XhIsUAuchQxKWB0ah/uic2bOlzO7KVk/UWu+IeLZ6BKRLP72OQCh5VSIdTwFyApg4DuOEb0s2k0zmyRXgAsRvGY4ySeo/4iiZaWLDGC+zqVTSVKTdBSQxZ8eEK56p0ta0dzgoi8FJqMji9RWOuDWwZKaQWFrOg5xOXLUVB2IFYWLnTjglv5h9oc7BmEgKOOfSFyTS18mxKny+BtPsBWgFBZk45nhCO8P/JGrkuoRkbdZrTLLLuDQi8QfSHjJi5NytloUPrV0H5R0CXpv1I/p/8AaPYeydGdTsyXkn/+i/8AdFn7BL+n/Mv3gofrH3jiB+n94kMCKskv6B4mIoskvJKNDh94J6+Z/wB0Rfif1/NGMDy9nIKgkS0OTTdHtDIbIWGQEuBiGozt4NBfZlAM11ZCnM9Y2toCQmrROTOnDn9q9dma7BykALYBNcAGhptmxJXLmSzqFjmDeHmBCrs5OQm0TEOwJJEPNqTm+Gp+0I56dkX3ox1vsMpdskzJlPwylJ/eYkeT+EeSJYCSrEJZX9z+RiztJZUqsxUz3XXxYVPVniqxrSZCgDigOf5cPOOZybaZbwLrCUlalE/GktSgA+EPyFYNVP8A8EAYIPm3tE9iWhKrIN0Fksxxwz0MZWbt2+4SboAKcn3a49YpO2qG5c9PwaztLMC7NLlOAV3WfQMSYX7CQd5LvdLJPJiOmMINm7SmTJ98h0pS37qc8eNPCNHs68ouDRTgUOGr8YMrqhYy4qgntNaz+xrCcZZQVDUBacPKKpO1LiEIcJStJIB+psBoc/GLhs0LTNlYmjak0I82MZvtTs8yLkpZBMqZKIIJOIGFM3MTxK0yknFaPoXZRX4SQXBAAc50xeG67WmSSV4EUwhBsKapUkEG6SBjB21AiYEpUohQqSKPr+uMaOSqIyjbF0tIcEEbzsLwOtPCG+y7OlKW5wKmShgKap5xZOtaLt0/EGLjnDPJb5MFapBCtoBCyHZhAu0tod6wpdBfOI7QCHCparwUHNS48BCufMVkq7zJ9Y6scaVtkm7YTdGTeCo6Eky0TH+M+Jj2KcjcSNw/oj2jxjrTmYonF/hKP6THst2/7ZhTFqknh0JiCkq0/wA35R6qSc0o84guUrJIPJ4IA7YziZo9Mc4dbcnzJSQVGjE8B7nhGRnlaW3WJUm7U6jP5Y0MqX3yQZqiSkYOCBxpSObNHyUi6Mv+1zEqvBRCgSagc66xpOzXaD9qvDBaUurRsH8Yym1RVZSq6HLHIj/mEV4ylBQvC+SklJIaj1Y/8MOiVzHekfT584KdJO4XHN6H2jPbVmIlyO5cBTABncgsAaHTPnCyRayoslKlANeJVTTMEk+EXpSJsxKq3gk40VQM450qNco0cddmdnLtE+VdRJCV3gHTvA4ci2eLZQDaLF3YdKLPfWXIBVMIJFSQVBIrRv0NFta0mWlgGJxIpwDEcM9GjMWHZ4qJYoDm5JJyGfDpFU0tGUW9laJFpd1G8gAsgAJFaYClAfKGqpy2SUD8RJDJdJJ0oC7PR4uFlIWLy0DAFIAK64Ufdr9TQvRsN7Tf7whNUhKmC3zKSFHdyelTGu/5GcdaNr2etyTMJUdc+MA9vbQhU1yiYyZaSSFAJUQTkUlyHTXlpAiFCQsuugKEgFyXPzHyHWDdvWlSl3QZaiUuBNSlSXYHPBTHF2rUQmN068AkvJHs5tKYALyR3dd9/BhirHKGdvnJUvcUpTAOBQAnicaNQQisNuvC7PkmVNSANwtTJ0tdIr8rZwdImJ+o+B9opHDFCOTYTOkFd2qhdL/EPDD0gxjXdLk5GBEkfWfD8oIlqH1K8D7RSMIrpCttliknQ/1e0VTZROKXHExLvG+rw/KImZ+8fD8oqKQTZgPkI5GOizvR9fi3tHRqRtiMlf7p8Y9yqgHqIT3bYM5J/wD2f7Y4Ltv0yj1X7RMYZrB+geIiKyn6SCIVrmW36Jf9R9ojItsxJ/GuXRiEqF48APyzygmHM2zoUhK1li5IKnwAbPJ1QqVtAImKSiaFUqgPlQsRywOEW9pbJMm90lABSUBJcjEhyFVdmIdnyxhWiW15KPxJiQHuOWGFDittThCSSfYUwRW1bk1Sp6HupJSARSlKP5x5abSESpbEhU0FSnDsHu3QAKNj1EStNg7wJUxDPeNQ5A+KmZwbgYtt9iTMkOqYlNyacQ4AWkFIpiRcwBONcoRJDNsI2NtREvdUli1dNXp6w32db7yhdo4VwrRsRSMgbJZ7tJ5oam6r5sNWwMeydpd0n41FRUz3Q1GOLuzq9YDjsp7iqjabaVdvKuBRTTeCjkSfm/d0zEJ5W10oMxIZGHwCrV+Ykls2dmMWHtHZ5ku6tSnNCDlU1BOLH7YwFY9nSzOSoqKpT7xlp3iMgdHwfQloKTF5Ib2axSrnfz1qQAxZAapqEufiURVgKBiThErBOmzZ0qYpIRKN4JRwAJT/ABOR8RxJOsItr7WvzT3kxDpLJluGQkF7oSCWqASS5MFWaf3loRPM4zFAndYhLlJYAHFnwEF10Cx7tDbEpKbygFTJksLAALJQzBR+kEpoM3EJLLa+/CzNQtCXW8wsFAsHATmAAAQOFYaSrEFWuZOCnC5SUFJ+UBggAM4DB2ObxZatnpKFbqzQgXVJZJLghylQBxFQ28YFJMHZHYNrJSlClImyQN1b76BkEuHNflNNNYvVaJwUQiWpQFL26AeIGID6xmrXYTZ5aVSlTbqWHdqQSsEh2BlgpUGeoIEQs3aNaQxkr/oV7Ra7Eo2tnmTyapKRzT7QxQhf1HwEYNPapX/hmf0q9ot/+sFs3cr/AKVe0HRqZue7V9Rjy4ofMfCMGO1h/wDEsdFe0Xy+1mG7MH9UG0Dizab2oPSOjOye1krPvOqY6MCmEFa8kjqTHgMz93ziagYqSnh4mFCC26bOAZIFRiAaQuk7LUSFzFPmU5lqkE5CkPFlsIotU1DEEKJYXG1d65ZeZhW6Ctijbe0EzUm6VIUXCt6gLDCgLMG5CEtlsPdLlqK1OVC6zgAfURphXN21h1aZUuWb6gSvIA0d2cOKY1MIrLaJk6clEtIIvAXWoVJaqid4kbpcvC22NVDnaU6ahF4yzNKjgXLAJN12ON/SjAwu2Iszu8krvB0hrzUUC4cZs9OcS23at4ywtwFG8Q/yhj0vHjCe1KuJAC1EBWDmrHgcmgpAbL7FZVJmKTMDXhdc/Co/K3BwCPCB0SkNVRJAwSHrqa1oBQPhzgo7RmqukiWklTsECuZJ4u5jyxzAVZk8SGfNtTGYUCz9nJSHUsl63WFQMx4QPKO8q5dJZBc0SA4GOUPbyEqSrEgh7zBTaEuArOh6QPK2XLMyYDNShJAQlSy5UHBJA6DFsYy+4GU2gy5zzAwnP+IrBK2AdaR8pdicixLCsDWq1TGYXX1Q76HeeGU7ZiUHcQJgFBfmISkY1KUqcihxVDDZ1iStTTFiY1e7lJCZac6AfEWep0g2AZWDaypEmUqeb61hKQMFkEDEjEBTl/V49l7TlS5pWFEzDRbukE0c3aggvrlCXaCr89b7qRRIBowwPIiH2z7BIISXC1MMWfwjJBZorwYd2EkaPUflURbLWo/KB1imRaReCAKKSpuF0Cnh6QUkQ8RGSKiBVHn+UcbQW+DziSlmPcBB0AqFp1SfL3iwTAcj4RGJoS8bRiBmIzHkY6JqQI6DSNYqSaRy46OhQgc1RrFNoSApJGN1n5lIPkY6OiWTwUgJJqb06aDUOfUD0gPsosi0TSMa1/lVhpgI9joMejSBtsWRCZ0wAUdSsSa3Xep1yhfMV+Ief2j2OhvIq6JSi6VqzAp1KQfInxizZsoFYBFI6OjBBbYgAkAZxy1HupZ/jHQEN6mOjoyAyuZDjsXW0MagoUDybDhHR0Z9GRdtAMsNqodGSQOVTEpCyMI6OgLoY0fZqaVzAVlyBMbwTGrThHR0PEnLs8AjjHR0EB0xIj1IpHR0BmR0dHR0MA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88" name="AutoShape 4" descr="data:image/jpeg;base64,/9j/4AAQSkZJRgABAQAAAQABAAD/2wCEAAkGBxMTEhQUExQWFhUXGBgbGRgYGBcgGhwcHBscHBwcHx0cHCggGBwlHBcaITEiJSksLi4uHB8zODMsNygtLisBCgoKDg0OGxAQGzQmICQsLy80LSwsLCwsNDQ0NDQsLCwsLCwsLCwsLCw0NCwsLCwsLCwsLCwsLCwsLCwsLCwsLP/AABEIARMAtwMBIgACEQEDEQH/xAAbAAACAwEBAQAAAAAAAAAAAAAEBQIDBgABB//EAEUQAAECAwUFBgQDBgUEAQUAAAECEQADIQQSMUFRBSJhcYEGE5GhsdEyQlLBI+HwFGJygpKyM6LC0vEHQ1PiFRZEY5Oj/8QAGQEAAwEBAQAAAAAAAAAAAAAAAQIDAAQF/8QAKxEAAgICAgEDBAICAwEAAAAAAAECEQMhEjFBBBNRImFxgTKxQqGR4fAj/9oADAMBAAIRAxEAPwBHMQV1sylJP0LF09C1YnK76600JUNQW9Wc8oMXZ1yiFF2xHdpHmomnWHIsMu0yxMlsmYDUYh/SscLHyKLjfa+TKGwS1Kco3sqkHwweKpsq6WBUQcAr4n5wbaLIoKL0OnHgwphA8kzVfCLzaivjA/kc801plUlanwIPGh94NJE2SpBLuD7e0BzbS7hYIIx1bUcolYlMCOfmHHpE8keO0Sl0C2OcqVQqo9He8NOEPLRYkW5FWE9IxHzjXn+uSFRaYkH6h4GLdn226UqFCGaDJf5RMI7Ts9clTEkKGY/XlDDZm1G3ZuBpey6iNdarPLtkt2HeAV58PsekYu1bLmIJBDgZ5+GsUhKORb7Dd6Y92fYBLXMUM0uCMDuqIIPSMubKtcwguwOGp9I02w0qNnmoKq7wSSWu7tT5v4wslTEndQWRms4q46t6w7bWkBNo8WtgKvdAD5JAwEa/sqgdzLUK3nU+rmnkBGMFoG/JUHlTU7q/lKk1oRgWcsdI+hbIlXJaAzXUJHkI871aqKXyLJfIl7QTgq1ywotLs6FTl6PgnqGURyjC31T565hDqUXbQZDoABGy7SWFSzMqEiYsX1nJCAAEjUlTmFcpcmUGQ3M59MT18I7Ma4xr7UOiMtJlhILAVq+egyhhYbQUmrvQjjT1Yxl9rbTvKo5MHbJVOAHep3Dg+I/KBOLX1DSTW2bxUy+i+gsoCrZ+5hJaFTS7qAS4upGKj9SuA0widgnlB4GD50qneJqPThCwy8nTFjSdsW2HZwTUpBOpxg+WhAyKeX3GB6iLZSlEPdeL5ahmkx0o9Kk0VIu8CPA+x8o6DUlGh8I8huIOP5E9ltRwLjizf3F1eEF7ItpCy5Z6EelCd08BACCRhTlTyS584jMBSb3jlThUkmIytiZcSinKP7Q+2nITMF7NqjXiHLAjPWMnbB3a/wB1WBEaayT76HB3hAO1bOlSWVQE413Va8jhEot3s5bv6X2IFz726d7+JgRmGIqXaLdmyxdW2ox4O9c6GKDuEomCow4H76wXY7MpCSondUUkdRdPqPCHkriK46bRFCnm/Cki7UnUJOfNopk2BDm66QMrx8gR6GG1nsqVpOSin2OHSM5bLYpKilQqktuljzBrCxJWxlLmKs6wtJcZ6NodIe26T30sTZW8Wqn6uHBY8/AxjZO376ymZjrQJOFSG8Yfdn7aJK9Ja6LTkNFJ5Z8I2WDT5R7/ALD+QaUtC7POCScFBQNFC8yWI1YmMptS0lihNABvHyYcI+hdr7GUSJs2T8ZuEkZpSoEnjTPTxjBmylbLF5IPxJNRzGnKHxZVOPIMfkusVpWialCWKV3ElJDguoAU1rjH1NAYEx8+7P2cKmoLuUrT5C9/pjeT54QmuhPgHjl9QueSMQSPme2rWmdaFmYtZSFFKUJFAAWzOJIc06xbY50sf4clwM1GnjFPdOb8xidczz15+seWi00uigjrcvCHtBU7a4BZEtNPD8/KC7JbFrZc0pSHFLuNa1YsG/WcQ2XYEhAUsVVXozgenjFNoWQwbKnXD2ibkDRqtp2EyzeAeWa0y5RbYZipRD7yFCo1HIw32RLWqy3JwZYTUZ4U5GFUuWChO+FTEpNRiQWcULGo8455Rcdir7jG024S6KXuq+EigI+xgOZtYCiZa1HgDnhWKUz0KSULITWlMFNiKMAf1hFsrZiUpO8sLCgHCVXORyJfTxjox5WlovHK0qQLP2xPBP4QT/EoR0TtmzHqV3SOBb0j2KLOn26D7sihIGDk8Ehh5RYmUwcJSnjiY8MxZwAT5mPUWa98RJ5+0E9JlEqaJa2Sp0nEaQbbKbwqkxUUJGnKISvhUzlAPhw8PSJ5FX1HnZ8PD6o9AtushmIYsVj4SMxp7eEK/wBpH7Msub6T6EH9coYW6WSm8gm9LLhs0/l7wBbJCJgMwBbLG+lORGJI0Ir04xosSM02/ug+TabqkA0JJAOrYDwBhR2tshJStONcNMvCoPSHO1ZKWSopmolkJVLmFBKDkC7AecV2tHeSas4DgpwLYt7Q9U0LOKjJMw95/iFfqH3EFy7euUUhVUtTQh8j1hlsES5c+7NQFJXR2Buk4ODiKxpJ2x7LNUZUqVdQUlQUhRUCcjdL1L/L1eH5UHimgvsztETpJQrIlIfMM5Txo/SMrtxJlKVLOIU6SKbmIbjhHbUss2wyZScFpnlYOoCadGUx6iG+2B+0y5M2WkKSsM2aScK8FOC+oiHH252un/f/AGTaplHZqSBOGrFR4kpx8FRPtLaSudcTW6AGGpqeeXhHstH7LNdZCmkrUoh6BIoNMm48IDsFpZSZ6SouXLgYk8P1WF48snPxRmqewGZY1teKVM7ChqeekDTJBvpS2OJ1zPlGmKFXWWpgpRuhRFA+LHM4DqYqmyZIxWS2gA8DWC50DlvRG2hkgYOPAH8mieyLCSQUgkpDBRx6PhiatFtvnyw15BrgCdDzGkW2e3ITVIY8Lx/1ROUqXQY67H9gkLkLeYp0rDGpLEs1TzgDZklNQReUkXS5P6wMUzbfMmJunUHBo9E3ulFQLrUK6DQc8+sDld2aT3ouFlUjeWR+i/2g+xW6Z3JSm6N9KkkuTTJI+584XWexrmG/MO6A7Pj4YRp7PKl92SlGEyUA5qQTXxgw5f467DGxMJa7xK1lyXwH3prlHQTbG752wvsGGqfQK846HbafYeBnRtKUCySVnRAKj5CDrNs22TayrJObVYCB/nIj6nZbN3YaXIloGiSB6IgkLmfQP6/yj0lhijseZs+ZSOw1uWfxDLlDhvnwDDzjPBMyVbTIkKVPrcUCGC/qDB2YuxyZ4+1Wy1LRLWu58KVK+IZAnSMX/wBN9hqQVWpaXK3CC4ep3lV1w8YScE2okpTb0ZW02VUmYqWcUEs+aTCuwzVSJ8wJ+CZLWGyZSSPJz5RvP+oVjV3yJwSzpY1DlixNNHT0fSMigJvofB2PI/mI44x4ZOBzNUxtsj/qOLPZbPITZZk27LSkk7qSRRhRV4dBCPbfaIzJ11Vll2a7iEpZV4sRfoHpwGMO9j9ql2J5SpfeyUJ3PqSyXSxzDs4yemhF7F9kzbzOn2grCSVMpNCZpqVAnJD9T1jqk3JKKHe1QstOyrllNrSqWB3ndqDG8kKoKkMl3Zwxw1hVZJypaJhqA6Eh6bxL+LA4Q27SWGdZZdosk03isS1Xh8wQsKC2ObBVHxeuqSxfjSEpV8qlMrRgnLWsSdIC1+jQzym1SZYnJdJG6o4pOoOQ1GY5QXZLMmUkSyRU7rtiA9PB+lIAs0khLGiAAK5Nh94YWe2y7pv4JIJo5AGChwGccsu+N6M5ctibYWxJlqXPClJvFkqBcAgKcpGlEJSOESsRTKlFQTdlJompKlnIOfNsoPsyZkqahUlQurK1390hlACjvkCXyeEW17YJhZJAly2CQc3IF7g/oIr/ACFewK0WwqJUaqOJP6wi+zrCpd5s2U+PTTOOVKKLijLe6gqJcEEndDEUIdsIJkBMtEsEOxClg0KiwpwGMKx1GuwhGxrSUvcvDV0XuD3i8S/ZLh/EUU8DjThAdt7SzphITuJ0GXXHKPdn2Er3lksfE/lCyairYrGv7SgJN0kavhFtklKIcJFR8zejUiUmzpQHu7oIBYOSTkNTB+zEmapK0g3FEgDPifIjpCwubugKLZZZkkAVAOTJyhmi2KTQgkApUeYwLPHtiPeTg+F9XhWnkIZWOzPLRQB5p5kAgfY0h+G2ougrG1LsS2wJmK7xK2xcNg90YHD4eOMdEtt3k2spQwRd+Fhi/KkeQHCcdN2XVLs+ghS//GeqhEk959CR/N+URFpfBKz0b1IiQmLyl+KgPQGPYAD7UkLXKWjdF8XcSfiIH3i+y2Yy0JQkpASABQ5dYkyzmgeJ+4iYQc1noB94Fbswt7RWUrkLJKTdF4bumOejx8k2pLCFvgKEeIceMfWu0pCbNNLqJu4XtSBh1j5btVN+Xyq/rHn+qfHNFksnYLNklSRqHHUe8b/sFtMKsoky0/iSiQ1brEk3iwfEkEZnQGmNlSb6CRil1en+6EU23TkhZkrKDMSZcxvpJBfg4DUijlwnYkXTHPa3aaZ9qbve97oEKWEsnH4E/U1a8To8AWSQGvXQlIwH6xJgWxWdKQNMhmeJjrbalLN1AJwAA4lvU1MQbMHTVGeoS0UGnCHirLLlygCgXgKqzZmZ4r2TYhJS+KjidS2XARRtKeSpsmiL6oS7ehRty3CUhKUJAvABWlxgLvVvDnCHaFnF1K0DdJF4VcZD19IaTbSideQpYf5UlgWwAHg46wrTajKnKvpdOC06pJZxxEWgmteSsdD7YSybMpO6lSlKCCasRUmuV448jCqzbPmE3SCVvUYqd4ZLk9z3UoB7oUSvS+rdD5OQDrQR7PlX2IvX05JJBUOlSR6Qt02vkLbLpPYyZcVMWe7QkOyiHPANnFgnpSl8EigHpAhCggFT3iwALkpB54HWJJsc2csS5aSpWgwA1JyETcOb2Ci+dtArSEXhcBJADOCQxJpUsOkGWPac5F0ILBIYMkUHhGo2BsqTKl3DKBXd3ytIvEnHH5cgxaFu1NhS070qYmWcbqlAjozkecOlL/FB29Is2abUSCBdpmkDXIgamNDLTMSlIU1Ppfq/URjbDtBclW71DuD0jSStvI7sFaVEvlh+ULBfXT7DGD5UVbQs5mqcfFq3k7VjojM2+fklj+Yk/cR0dUYSXlHTHHNI3BtYyJP8IJ9KR6FLOCD/ADED0eJrnBOJA9Y8E4n4UqPE0HnXyjvJHoQrNSRyDxPuhmVHmWHlFbKzUE8AHPifaOISKmv8R+0YwB2hlJXZZyUAOUFrofCuPSPlE2ayH0aPtHeE8BxoPePj20ZIE2ahqBagOQJaOD1kacZE8i8nbFmrWZkqV/iTU3EHJJJTvHUJCSW5RnNrSpcmapMtRmJSWSogOogMVMPlvO3Bo0e1FS5dqv2UlKDl9Km3hiWGY5xXt+22VErupMneNwmYuqyW+U/KkYUxgyprfgWkZ/vVswDrVlpX1MbRHZ6XZu6BJNouKMyu6LxSQnmkDHjGO2bZjNWE5Zka6/aNnap7OpZKlq41jmctNVtiSeqA9r28SgnjQcA7P4mF1unsiYo/JLWfCnqISdq9oXlXc1MRyGHnWDrBPlzbMe9LOEy1HCpq7/yu/GCoUrMoUkzE7MJXOKlYsS/T2pD1dnM03XdQAL53XYjo8eyNhqlzlBIJSQAkt4+Qh5smyd1MQ+KiojD4QmvqIrOSb5Io5KwDtJOUZhTeN1AYDJ2qebsOkFWK0khK2II1GefSAJCTMaZiqYpRQDqVKL8g/lDJZAoN6oD6nB+pic14Clos2tNN0rdjUDmQz9A5hbsq0TRLF1a0A1ISohzqTmYv2tPKFBFN0uSdTlhkG8YplzisB0ihI+bI+0PjTijoxxaoY2eeq8CorUMDeKlUzxg2ZZkg7t0jSjjzrCyWliDh+uMO9mSxMN0XXZ/DrAnKUfqKS9xboClk1ZxXQfd4ORaSzU6EOYmEoUSFBjheZ/HMiOMgp0PEO0FNS20Wj9Xa2SS/H+r846JpB/4f2jooUNgvtfYpfwOo8E49SzwLP7eJ+WWo8yB6RgAkCLpahq3OKe9Ih7MTT2jtvOPwoSnjUwktHae1k/4hH8NPMVgXuicFJPUQKqzqJyPIj3icsjfbCowQUnbUxwVKKiMzU+JitVrSqrV6A+WMDTLMofKfCPLLIVMVdTj4AcScAI55Y4tWiWXFBxtP/ZJNmdV5C8VAqSQxb7x20rJfQkGigafwn7iG9lky0EqcqOROB5DThjnymJiCCQlwMfYcTE/ca0edbvQNs6SJMu828fhH6HnxgRd4qBVzMTm7SIJUReUKMGZOgc+xhPty3rXKWThdqA1KjSGim39xtydiLa1lVNmTVS1omEUCEE3m4OGU2JYnOLUmYLNZ5db8xcxZBxoRLSD/AJseMKZLhVCQRVxiDl6xtdqXBOQof4ndoSE5JJcnmSVE8ARHVJ8aRV6QfK3UBCKsGprn0ApzeLkbPWJ19RSUXGABUS5xypi1NBCa07XMp2qEghmABLej/eArFaZi7IsmYQSo7zsQBiXywiL5MjFPsPTs+aFKK1CpoQlTJToA1GYCPZcr8VJJAQguASQSRq4bGEtkt85zvKZgQ5f14Vh5Its0IClBJdTAVqNXyxhakiqU/AGbEuYsqWczRwca64QfZ9nIwSCakl8K8IuRtK8zoI5EH1Ai9FtQ4BSq8QoguMmpjjXyjf8A0XgNZI7ovs2ypZDsUng3sYMs+zAC6ZhBGZb7NANmt7MVIURoG94rVtAqNQpnph9sIEZSbp6KQnO9yr8h0+xlKsUqJJwYGvDEx5IIJPD9ZwNZwhR+A01iJWEKUGeL9HoR2hnd1w6faOiNhdqvyMdDgYnD/oR4Rx9PeKgTk/RDeajFgBzvjw+0KE9lkpLg/rwixK0PVI5MfvSByxLd4p9HiMyWoVCiWyMK42LJX5GEoqJZJpiXwAHoOXCDUrlrCkSlUpeqylf+oNISC13k3RQ5wOFXLy2LgHA0eIuDOLLBpU1+y3aM2akEBF18Cd4EVrShNMKxOZPUHS53AKPQqU1fNhox1itdtuMXO87tgTxBitTLBA3Spi6dBwxGMGKS8HPtIrn2gJSK4nxP68hCzZE9QUe8LEk1PpyiNrSpBBIBqWViInbpaUpl3y14EvoXpSKJaCmglez5S7ipTVWkKAZnevJtMI9Qm/aJq/3i3Sn9oHjFfYucUqmggFIllTaKBF2LZtsRLSUJIMxq/u8TxOkandGlvSFO3FOu4nBt7ip/sPUwxmWcos8pAFZhFGyxwzckQp7olUP+0KgFS5eQl61xxByNILG6VAVjsxEx7oKQhVGwKQ4DHlDXaYKCmSmploS/M1P93lE9i7LXLmovpKQQ7KKrzMC5CsKGCl7BmT1GdelgLJNSongGDCBVy7Hi/r2+hQ5wK2OicfKsTKf8Msqiw5VxpnU4iHsrs23xTnGiUt6GIbQ2VKTLUUqVeAcURUiujnDWH5xKZM8GmgYzF1wHIE+ZYCOu5kXv4lP5JBEM0S5TAkEqVxPPKL0S5LVSkuaOC7lmG9hnAc0vAr9bFeBSLWfhvBAbK6P7lP5R7Z1JCiQSpXALV/amH1mCQN2WkaUSH5NDCTNIGLnLXlwgc78CL176oQJUs17ucr+UpHnHRpAoNkH1jyH5Ideqk/BgLHMmHeUoBPED9CCFWh/gBVxy8cPCDrULKhTALnLGQLgegTzipcpS8QiWNE7yv6lOB0B5xWOCbOiWeKFi1oBvTFpfR8PuYkbStQ/DSTxNB4Yw0s+z5SS4QCdVVPnh0g9KjlhFV6X5ZN+p+EZyybOWkKXMd+RA/MRCYQULDVbXKNT3qcLwfNyPSA9o2ZF0kJDnMCtYll9O0m09EZ5ZSElu2fMCEKY7yiQ4L4V3dGrxiKLPdUp1OEoqpIxDuW0o0MbZJVJmyrqipBUWQ+FKs9M4WW2bWYAWD3SeQHtE8sOKryTchLaFTT8OCnIFMQK48AYP7QWRNAVNcASCfhdnYtgK41gSVNeYgDAEN0qYYW+X3jAByqYaOMEt9kxKG2hUS2HZFy5U8qDKUEpRgb2JcNQgu8Ktk2ZKhP8AqBlXT/EshXiKRrrOtMmWELOD3XNASa9KwlnJky1lUtKg5S+LMKjE66Ugp1djWkrsrstjKgyUp3ZzFbm81GDMzY1xgftfMe1XMkoSPU/eGPZu0kTlJOCi9aBwaeLwt2xLEy0qGClLUL2NBdaj1jdtUNprRpNmTFzbOtalFS+6UgKJJOASKnHdTB+zppKED5boIOWH5xZYNmiShcpEwTgkghaQwVQE0cs14jHKA9jy9wAkgoUpPgT9iIyi12TSrYwlyVkgBYY4Fq8nwi9exzcO+RizHDKoOOkQkoDMN79M/DCCBb2ASQGBIJL0FPp5NFYRi9M6MUYzW/8AnwLNhiWZQKyQQySHo4JHjSGc6wABJBABcg0OT8YTWJlTJwRVN9SgQ/wqF4kDm+OkPZE1pgkqACroLkajVmMbjfj9+BPaUk7X7XX/AL9lKpRrdA9q4eFekRQSCwc1z8+nKDBKUUBQUFJc+WIBFFBx7RQULqHS4zGDfennCSxSXgjP004+CZntlnx0jogiUs0SAcS6iOEdCqE3tE1im1cUZmSwoAw0EGSjACDBMox7JcYIIDYRMkchAssnIPF064gBU2YiWDkpQvHkkVMYBCdYpagSQH4+JbjSFU+ymUx+FClNiRSla4Q1k7TH/alFf7810p5hHxq63Rxiu2qUtSL6iolQwYAMQ11IonzOpMcGX0sU3kX2/AzaFm1phCpalFRQCopCgL1G4PpjXlAaQGm1LpmEk9Bg+Bx5Uh7teVeVJS3zUDalI6wFZrNfVOQxczW41IDVzp5wPUQqTr7C2KErkJXuymZLk3lFQyo5bPSDtnywLqndKUrN7mwbniGiravZ9dnUoFyVpJSCzsHNW5eUVdmrEualSgd2UElRJxBwpq4iSuE+VdDfkltfal2YhJT8aFbz4ORgOsLVLUDMcUSElNGdwPJ3hx2p7PrlolTSpJ7xTS0h3AKBjRshhrHnaDZqpdoXKe8q9KoAckIwD4n7QZxXFNh43GimxWUGasVuoPGrExCUAZyAQCS5CsxVuojSy9kCQCJhIJRL7wUdJVUp0cJI68IF25sxMi2lKS6EgqqasQCRQY3rwhOGxuK8DJAWhISgJUpRL/SxOVacoGsad+aJjpZQNBqnT+JMavsxZpS5V5YdV45nBhpzMU7YssuVa5JCQErQXGIJlrCqvjurPhDqL4KTAqUUzNzJ5Q5IBSaVP58RXWAtpW1CkpF5aVCjDeWou45Dr4Z/WP2eUMES+iU+0WJUMBhwpFnhvz/oeW1R8pdSVkOsrMqhKSN4EkAOKllsWgO09nrVaFhRlz0FkvfFG0FaAUoeMbzt7/hyJn0TQDyUCD5gQ8sswKlpVqkRvbVtCvb+DBbK7O2tABuqAzBWMjQkPR8aGHlk2POSCWl33zVRn5U1wjTGZFZWefgIpHEou0NF8Zcl2Z2d2YmKHxoSp9VEEcQwr1jo0IWdDHQvsxJ+3Ay8rsvKDXlKPCC5OxpCPlJ5mDZlq4v5RQZ7+z+8U5/cpx+x4rZ0pYYpIGgUtP8AaREZGwLNLN5EhAJxVdBPiXJi1MwYYdf0I9VaEjEwOQaJSpMoYJSCOH5Qo2+3fWVvrH9yYPmbRRqPGEO2LWDNkqChuqS503vYRPK1x/a/sWS0VbetRNukj6FyxT+IE/3CISt0qW1Talf6DCy0WpKrR3pP/df+UF/QCCzbkFAQ+/3pWQxwKdfCIzfYjKu3Nsuzl8EKRj9UtQ/1xV2YQU2ecBmJIy+pZ+0J+1lsEyc+SlEjkTTyEONgzWlgXSXKFc7t+nM3qcoWT7f5M9jHtiSq2bPkU3SgkA6rSPRBgHb8jv8AahlhTX1HxTJBAx1pFdrtypu1ULCC6KBNHpLUeQqt4Al2hZt8uYPiK1EAnG8VJFRwi06ehmh1tqcoyXm3hMWRfvHBSEgK4AOkkcGgXtBt0TzLmIQSoI7tRNASz0q5ZyekW9qlk92VgPfF8Bzibvq2MIZUhSkqXS6hTFsqsPENHO5PY01Wj6v2ZpZ04Cpy/KA+1K6SVO92aATTBYKTgNSIB2aiddSUzwlH0d2/+a9rwjtvy1GQt5rsLzfwkK1OkdEXeKvsKo3A09jtIKEkZgPzzz1eL/2rlGPkKF0XpqkUBAB1DvhqTE0olfVNX/PN+zQ8MlxTKRjaDu28wrskxvlur/pUCfJ4t7N7TeSAVM2HI19SR0gASpSkqSUTGUCC/eGhDZmAOxwUmUUrS5lqUnqCQaGFcqkmbhvRrZluRV1Dxgb/AOWkpp3gpqon1LxUB/8AjH9KfePReylgf0j7xTYdE/8A5eTksHoTHRBYmnAIHNR/2x0HYNGVmLOdqWf4RK+wMWWRaS/4s9VM2y5JEGom3sPGJAcPLGJUPYGGyE9XO+PvEriQP8KYeBUfuuDgWGHr7RCZMprGBYvUEn/7fxKfeArfuh+7SnA3Q1cdIcKXT/j3hPtObvAY4E+ZyPCEydCZHoosMk0wY31Dow9RBBSsyhUXL/F9OUE2KzkmWwp3Zcc6xKyMZbN8/DG97RK9y/AvEwW01/icQpXkWjY7MksEDDdBfrj6wo2ls9PfqGbuepf7tGm2u0uUojG4kDmp/eEk39JVYHSM9skBdpmTQpQZExZUAl6sAMCBQHKAJaCLTLfFAQT0uk/eCtm3kJtDJoQhDucwcm4x4tQNqWkVZI61qPKLSeze39VMJ7RIvJmuapQlVMvxEeNHiNhk0mj6kpUOhD+RHhBdulOm0nE92MdQQrWK1i7PQnNUpPLMHr7RF3SGWJyNPsyUlmIBIZnAwP5gwUtEsukpFQ3w69IGlzbk0IBxQMtD+cH3jw/XSOrBvGidUkgXY5N1KTUhIHVNDDO9w9YV7PlFJmKf/uK86+GEHCcPq8jGwajXwx8kar8F/hCyyy+7XNajqcj+Krjxg79oGaj4GFduKe/lnEL3VP8AulweOJh8nV/BT01c6+RymUNPF/vFl9tOhEUzrP3QSlLrF3F44LU2AbiTDp2QkqdFr6PHRWCf3fCOhxTNGcE0CS3BvaIicnO94J9o8SgfSo8yPeLSthRKRzPsDEByfepbE8KD2ipdoA1MeGerO7/m9o97zW71eAEgLQ5oFf1Qu2oC/EpOuZAH+qDZlolDME/uxdKVKKTMOLUfGjt6mEyXQY4nk0g7Yss3jgwTkMnEK1JKFSU1DzSTy3vcQ17KTRMMy5+qRV2gsplzJE1ty8A+iiRQ+dYSaq2V4KkZ3b0pKbWoDFgSOjg/rSNZsxHeEvRxRxkEj3jJdtbURbpcofOEKoMcRXhSNBZJoRcQovevDHFvyESnpxRaTvGvyL9q2C7PSihExSS/8FelABCmwyr1uJ0LfeHNomtaQEbyUIJy3XZuYoYD2HYFib3yqBRVdTqwx4ClOcGfTl9gy/i5s9t0wgTxg6FjDHdEepsZmT5SnYJlOfsPWDtvSxJsxnH5yx5LoPtBGxpiaE/Sn7xnqKCn5XhIsUAuchQxKWB0ah/uic2bOlzO7KVk/UWu+IeLZ6BKRLP72OQCh5VSIdTwFyApg4DuOEb0s2k0zmyRXgAsRvGY4ySeo/4iiZaWLDGC+zqVTSVKTdBSQxZ8eEK56p0ta0dzgoi8FJqMji9RWOuDWwZKaQWFrOg5xOXLUVB2IFYWLnTjglv5h9oc7BmEgKOOfSFyTS18mxKny+BtPsBWgFBZk45nhCO8P/JGrkuoRkbdZrTLLLuDQi8QfSHjJi5NytloUPrV0H5R0CXpv1I/p/8AaPYeydGdTsyXkn/+i/8AdFn7BL+n/Mv3gofrH3jiB+n94kMCKskv6B4mIoskvJKNDh94J6+Z/wB0Rfif1/NGMDy9nIKgkS0OTTdHtDIbIWGQEuBiGozt4NBfZlAM11ZCnM9Y2toCQmrROTOnDn9q9dma7BykALYBNcAGhptmxJXLmSzqFjmDeHmBCrs5OQm0TEOwJJEPNqTm+Gp+0I56dkX3ox1vsMpdskzJlPwylJ/eYkeT+EeSJYCSrEJZX9z+RiztJZUqsxUz3XXxYVPVniqxrSZCgDigOf5cPOOZybaZbwLrCUlalE/GktSgA+EPyFYNVP8A8EAYIPm3tE9iWhKrIN0Fksxxwz0MZWbt2+4SboAKcn3a49YpO2qG5c9PwaztLMC7NLlOAV3WfQMSYX7CQd5LvdLJPJiOmMINm7SmTJ98h0pS37qc8eNPCNHs68ouDRTgUOGr8YMrqhYy4qgntNaz+xrCcZZQVDUBacPKKpO1LiEIcJStJIB+psBoc/GLhs0LTNlYmjak0I82MZvtTs8yLkpZBMqZKIIJOIGFM3MTxK0yknFaPoXZRX4SQXBAAc50xeG67WmSSV4EUwhBsKapUkEG6SBjB21AiYEpUohQqSKPr+uMaOSqIyjbF0tIcEEbzsLwOtPCG+y7OlKW5wKmShgKap5xZOtaLt0/EGLjnDPJb5MFapBCtoBCyHZhAu0tod6wpdBfOI7QCHCparwUHNS48BCufMVkq7zJ9Y6scaVtkm7YTdGTeCo6Eky0TH+M+Jj2KcjcSNw/oj2jxjrTmYonF/hKP6THst2/7ZhTFqknh0JiCkq0/wA35R6qSc0o84guUrJIPJ4IA7YziZo9Mc4dbcnzJSQVGjE8B7nhGRnlaW3WJUm7U6jP5Y0MqX3yQZqiSkYOCBxpSObNHyUi6Mv+1zEqvBRCgSagc66xpOzXaD9qvDBaUurRsH8Yym1RVZSq6HLHIj/mEV4ylBQvC+SklJIaj1Y/8MOiVzHekfT584KdJO4XHN6H2jPbVmIlyO5cBTABncgsAaHTPnCyRayoslKlANeJVTTMEk+EXpSJsxKq3gk40VQM450qNco0cddmdnLtE+VdRJCV3gHTvA4ci2eLZQDaLF3YdKLPfWXIBVMIJFSQVBIrRv0NFta0mWlgGJxIpwDEcM9GjMWHZ4qJYoDm5JJyGfDpFU0tGUW9laJFpd1G8gAsgAJFaYClAfKGqpy2SUD8RJDJdJJ0oC7PR4uFlIWLy0DAFIAK64Ufdr9TQvRsN7Tf7whNUhKmC3zKSFHdyelTGu/5GcdaNr2etyTMJUdc+MA9vbQhU1yiYyZaSSFAJUQTkUlyHTXlpAiFCQsuugKEgFyXPzHyHWDdvWlSl3QZaiUuBNSlSXYHPBTHF2rUQmN068AkvJHs5tKYALyR3dd9/BhirHKGdvnJUvcUpTAOBQAnicaNQQisNuvC7PkmVNSANwtTJ0tdIr8rZwdImJ+o+B9opHDFCOTYTOkFd2qhdL/EPDD0gxjXdLk5GBEkfWfD8oIlqH1K8D7RSMIrpCttliknQ/1e0VTZROKXHExLvG+rw/KImZ+8fD8oqKQTZgPkI5GOizvR9fi3tHRqRtiMlf7p8Y9yqgHqIT3bYM5J/wD2f7Y4Ltv0yj1X7RMYZrB+geIiKyn6SCIVrmW36Jf9R9ojItsxJ/GuXRiEqF48APyzygmHM2zoUhK1li5IKnwAbPJ1QqVtAImKSiaFUqgPlQsRywOEW9pbJMm90lABSUBJcjEhyFVdmIdnyxhWiW15KPxJiQHuOWGFDittThCSSfYUwRW1bk1Sp6HupJSARSlKP5x5abSESpbEhU0FSnDsHu3QAKNj1EStNg7wJUxDPeNQ5A+KmZwbgYtt9iTMkOqYlNyacQ4AWkFIpiRcwBONcoRJDNsI2NtREvdUli1dNXp6w32db7yhdo4VwrRsRSMgbJZ7tJ5oam6r5sNWwMeydpd0n41FRUz3Q1GOLuzq9YDjsp7iqjabaVdvKuBRTTeCjkSfm/d0zEJ5W10oMxIZGHwCrV+Ykls2dmMWHtHZ5ku6tSnNCDlU1BOLH7YwFY9nSzOSoqKpT7xlp3iMgdHwfQloKTF5Ib2axSrnfz1qQAxZAapqEufiURVgKBiThErBOmzZ0qYpIRKN4JRwAJT/ABOR8RxJOsItr7WvzT3kxDpLJluGQkF7oSCWqASS5MFWaf3loRPM4zFAndYhLlJYAHFnwEF10Cx7tDbEpKbygFTJksLAALJQzBR+kEpoM3EJLLa+/CzNQtCXW8wsFAsHATmAAAQOFYaSrEFWuZOCnC5SUFJ+UBggAM4DB2ObxZatnpKFbqzQgXVJZJLghylQBxFQ28YFJMHZHYNrJSlClImyQN1b76BkEuHNflNNNYvVaJwUQiWpQFL26AeIGID6xmrXYTZ5aVSlTbqWHdqQSsEh2BlgpUGeoIEQs3aNaQxkr/oV7Ra7Eo2tnmTyapKRzT7QxQhf1HwEYNPapX/hmf0q9ot/+sFs3cr/AKVe0HRqZue7V9Rjy4ofMfCMGO1h/wDEsdFe0Xy+1mG7MH9UG0Dizab2oPSOjOye1krPvOqY6MCmEFa8kjqTHgMz93ziagYqSnh4mFCC26bOAZIFRiAaQuk7LUSFzFPmU5lqkE5CkPFlsIotU1DEEKJYXG1d65ZeZhW6Ctijbe0EzUm6VIUXCt6gLDCgLMG5CEtlsPdLlqK1OVC6zgAfURphXN21h1aZUuWb6gSvIA0d2cOKY1MIrLaJk6clEtIIvAXWoVJaqid4kbpcvC22NVDnaU6ahF4yzNKjgXLAJN12ON/SjAwu2Iszu8krvB0hrzUUC4cZs9OcS23at4ywtwFG8Q/yhj0vHjCe1KuJAC1EBWDmrHgcmgpAbL7FZVJmKTMDXhdc/Co/K3BwCPCB0SkNVRJAwSHrqa1oBQPhzgo7RmqukiWklTsECuZJ4u5jyxzAVZk8SGfNtTGYUCz9nJSHUsl63WFQMx4QPKO8q5dJZBc0SA4GOUPbyEqSrEgh7zBTaEuArOh6QPK2XLMyYDNShJAQlSy5UHBJA6DFsYy+4GU2gy5zzAwnP+IrBK2AdaR8pdicixLCsDWq1TGYXX1Q76HeeGU7ZiUHcQJgFBfmISkY1KUqcihxVDDZ1iStTTFiY1e7lJCZac6AfEWep0g2AZWDaypEmUqeb61hKQMFkEDEjEBTl/V49l7TlS5pWFEzDRbukE0c3aggvrlCXaCr89b7qRRIBowwPIiH2z7BIISXC1MMWfwjJBZorwYd2EkaPUflURbLWo/KB1imRaReCAKKSpuF0Cnh6QUkQ8RGSKiBVHn+UcbQW+DziSlmPcBB0AqFp1SfL3iwTAcj4RGJoS8bRiBmIzHkY6JqQI6DSNYqSaRy46OhQgc1RrFNoSApJGN1n5lIPkY6OiWTwUgJJqb06aDUOfUD0gPsosi0TSMa1/lVhpgI9joMejSBtsWRCZ0wAUdSsSa3Xep1yhfMV+Ief2j2OhvIq6JSi6VqzAp1KQfInxizZsoFYBFI6OjBBbYgAkAZxy1HupZ/jHQEN6mOjoyAyuZDjsXW0MagoUDybDhHR0Z9GRdtAMsNqodGSQOVTEpCyMI6OgLoY0fZqaVzAVlyBMbwTGrThHR0PEnLs8AjjHR0EB0xIj1IpHR0BmR0dHR0MA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390" name="Picture 6" descr="https://encrypted-tbn1.gstatic.com/images?q=tbn:ANd9GcRQ5a-U6V4zFgWKVcKvOtU9q2nHndxC3t9Sqa0wPoMkCT79cTCUS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2971800"/>
            <a:ext cx="3276600" cy="3200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Perennials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Beverage Crops - Cocoa</a:t>
            </a:r>
            <a:endParaRPr lang="en-US" dirty="0"/>
          </a:p>
        </p:txBody>
      </p:sp>
      <p:sp>
        <p:nvSpPr>
          <p:cNvPr id="15362" name="AutoShape 2" descr="Image result for Cocoa pla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4" name="AutoShape 4" descr="Image result for Cocoa pla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6" name="AutoShape 6" descr="Image result for Cocoa pla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8" name="AutoShape 8" descr="data:image/jpeg;base64,/9j/4AAQSkZJRgABAQAAAQABAAD/2wCEAAkGBxQTEhUUExQWFhUXFxoYGBgYFxgYGhweGBgcGhgeGhgYHCggHBolHBQUITEhJSkrLi4uFx8zODMsNygtLiwBCgoKDg0OGxAQGywlICQsLC8sLCwsLCwsLCwsLCwsLCwsLCwsLCwsLCwsLCwsLCwsLCwsLCwsLCwsLCwsLCwsLP/AABEIALcBFAMBIgACEQEDEQH/xAAcAAACAgMBAQAAAAAAAAAAAAAFBgMEAAIHAQj/xAA8EAABAwIEBAQEBQMDAwUAAAABAgMRAAQFEiExBkFRYRMicYEHMpGhQrHB0fAUUuEjYnIzkvEVFyRjov/EABkBAAMBAQEAAAAAAAAAAAAAAAIDBAEFAP/EAC0RAAICAgEEAgAEBgMAAAAAAAECABEDIRIEIjFBE1EyYXGBFSORobHwFFLB/9oADAMBAAIRAxEAPwDlj2oSeoqVpgRJ3qyWwU6DYyP1rSdO1TOKMmuS4e4tKlBGbUGQmTtzIHIU0tOr8IeYpWBr17RQHAr8sOpWCBAI2nRWho3eXYbRJ806oI5g9fSkrnCNxbwYVAiUsRx8ut+E+gKIMJXzHr0oC8otL8pBI1BFT4ioE6c9T6mqHh1jKAxnhJm8Sc8UOkyQfY1Ld3GdROm+lQNtTU5aATQFgDqaTIRVhKfMKhaFW0t6iKBjM9xy4Y4idt0rZbPlc1HVJiDHrTAnCClguOf9RZ0B31pK4cvQ1cNLUAQlWoPfT9a6JjGLhL4C9QACmNtakOF8zAE6mlfcq31j4NuSfmI/OucYog5FehrouN3BfHPKNdKVLmxKpMEDkDv703qsiI6qv4VnuNAGc9XEz/O9WGbiFCJnSDtWly1lJB6kfStLdeo0jtXSBtblc6Kxh/8AV2reUGUqUmTG5hQJ9Zj2Fa3XC7ls2HfESTzSDqKFYNi7jTYQD5CrNzBmAN/QDSmK5YDyfESSZ3E0tlxZLAG5Fk0xkFlchQzK3FGWLdlxPngHqKWUsqQrTauicOcMNv26XAspJkddQYMiuchyY3+NVv7BmAcoY4bwlsWsKgnzebnvp9qUsRwUycs++31pzsk+H/olWqf5NGGWpbykCPzq9+kTIgAGowC9TjF2wU71TFk6r5Uk12HiTBA+0EpSkFJmYiBG2lKdnhGT1mOdT/w5VNC5jCjEt3BHt8pq7hv9RbBRShKwRqlQmuitvpQ34KkanmR1/WoLe1bClZomNKox9JwYcTuYRE2zxi0ekPWXhrGuYIIH1iqN/bMvOFTRlR79Oxpl+I14wyymFAKXpA3j9q5zbYil1QCJSRrm50XUZuDcXUMPZgkQq7h607igmMWi940pkTeuBvzEKPKaFl9by0tLIbSpXmVHlCeZJ6ASamB6Vt4rueAgjD28gKj6VSxG7JJ1nn6dJ6b7VfxW6SglpKiESQFbZhOmbmNB96AXCQN0wNwRqD71Zgw8O5vJj0WpUdV3mvG2ia9Q3JolZWZ8ZLZGo1V2A1im5MgUGH4Exq1gbTXlO7NunKISPpWVxD15vxJSxipZmUehr1615iprZAClRsdQPWrEwK7dWNwTA6W9QDU61kgAkkDYVYuWxNV8kH1qR9NUMDtuEv8A0jxGmyyFOrM50pSVFOukxQty2KVFKgQQYIIgj2rqfC3HtlZ2zLeQhfyuwjUn+4K50P41tWHGnb5pBPjKELJiNhoO9F8QK2Df3C4znLq42rQukiK1Ua2CdKTVT1CSoRVuIioWWj0Maa8te9WiikudzB5m9NGEpcdSkqk5RA9OVLWWmnh7FVJ8oAzaD/aI223NHgw/Na3VxgVj4jE42EtTIGlDXCMmgnvsKq3WIeGvM+SqR5QkaAztG0xWi1KcMxz0Gmk7DqVaSSdqr/hqM38w3+UoGLW4sYnww488S2pMLMxJ8vXbcUJd4deaUQvKCDtO/cdq6Y474YySAAI9+gqLD7SXlFUeUZYPOdfoNqtGBa4rC46iPZMwmVGAO/X9dqauG3wk5VHymhuNYSG7tASf9N2CByCpgx7kGjjnD7iUSNxrXPy4Mi5PkT1I8wFy7iGHgGU7U0cG3yGWFIUYVnJHuB+tLeE3ZcQEc9iaLItwlUTVQC5O9fMUpowu03L4KTJUdSaaUJgRQrCbUQFcxRJ93KJ39KXhHGy0evi5FiK4bVrlJEA96pYHbjJMT3oDxTixCkoWkhMzPei+DXeRAQRJ3FMR7aZytoSxJtPhqkAwJpDxriW3bbcQUkuwcsD6a8qOcbYuWGcw1nSPXauP3SyZUrUnWk9X1Xxdq+TAyN9RfxS5U4sqWST3M1vgDZLw6Co7lolRqxYvFucsa86ickoQPJgA6jTcL0ihlzfhCVAR3PXoB76+wqn4xUDOtCrx0GRMEa5ZE/wdKLoOk497ftHY19ypdOzuST35f5qnJ2nTpXrq5o7wxw8u4CnNEto/EdQV8kj8z/mug7hRZj/EvcJYNp4zg0GqQe2sn9Kk4JxZpq6ffdGYlKggESJVpr0qXG8XW00ttxGVahCSn5T6dPSr3D+A5MLFySJddMg75RIEfSagxlyHyH9q+hFMdS41ttXlAbPiABMFJMEgHtyrK5h6LMT4iOBlS2WDGv1rHnxETrVVpBQCc1WWdE+WNjNdlup1QjRhPuQB6d961U3rIqK3E61MOxrcjWIuaOM/ejN3jTxtEWpI8NGum51kT9aGJXmMDYVZQmVa0KLqvueJgrLNFMHsfEOWCZMADck1imkI1kHtRrhPHWLd7xHM0oEogT5u/tSh3NxMITqHBvDn/wAF22fZCQpStTBJkb9ikxB7Vx7EbcturbO6FlM/8TFPD/xeczy0wnLGy1HfrIpDvb1Trjji4zLUVGNpJnStzBWpU8iMosQBPQsEwdNNav2SUp850G0/LEamD170LW2SQkkJHUmN9ZPatwsrKWkqlIVvrBHp7VdgQYVr3OiuIIvEfvDa8TUR4h1/C3zidz3PerOK3aGShSdDkjcGSeZ78/eqFoStRKZARonLAG2sk7etU8SfSvSBIESNh+/rT2cql+zPcbNQ1hl6FuJCjEGeX6DpRZ27CXHNQEKIObmPL+sgA0rYI6lMqPzDKlI9ef0rfEbs5p2E6CZ+prEcrjs+ZjIGNCMN8QplRzZymVo20KdU67yY+9OK7pHgB3cKQFadxXPcNxMpTlMQo++3+aJWCXHLIBB1SpSYHQEkfYivHL2kr5qRdSnGQYJnUtRR1nKdNzTU3cEHKtMHnFJWGYmu3dC0xKSDlUNDHI01I41Q66FOthIgDy6+5rjdN1PxA8ju/ElUrVR7wckpFW7xZAECaG4VijK0EtLCvzHtUGIX641Iir2yKQSvuO0BJnXAoeE4gHNz0/k1tjFy203yBTrPT3rTDhkl1xciNJpH494kTcQhoEJTOZREZu0dKmfK2LHbkXMJ1AXEmNm5czKPkTokcvWKV7y6zbaCvbp2dOVVctRAFjzbzE+Zoe9YE1JlmtTcpRAVEK5/v0FU4U5tUNV5GpBfXeVOVPrQN4zRG6LceVRzc0kcux2qi2gqUEpBUomAAJJJ2AA3NdM0BQlIFS/w1gbt4+hhoSpWpP8AakfMo+n5xXbcWtG2Ldi3ZbyNokajVSuZPUkyZqP4UcOGyQ4VjLcLgLChsBqEj6k01PWBc8yiIBJqbMhyLxi3fepx74rWKUN2yE6uOKP6D81Cnzjm3t7PBw2QApLaUtjY5yN/ua55jmOtOYy05Gdi2UNORKDJI94+lR8a8UKxJ8KQ2ohHyoGsdzymn4lVFCgepoGtyjghbS0PERKiST77fYVlS2/Di1pCnHcqjyHL/NZXuA/6weSyui00k7T9quM2ycpQRodu1V8PeKmE9QY+lQYhfHMAnlvXGIcsVnQ+ReNmVnG8iijptUZckmeW1e372Yg9oqm4uB61YlkC5zXA5al7CdSsmrjRE1Bg9mrItXIipW00bEEDj6gOpU7lZ9s5prwpA3roPw/4QYvfELylDwymEJIEgzqT7RpTDivAtkzlaQgrccMyoyUjqeifzpZRuPM+IxQanHgTGgq2i3OXN0FNvG1hb26ktW6sxjzxGnaRz7Ut3xLaQk7kCmdOuial3S467jBVw96zznX+aVeQC23mJ8y9uw5n9KpWzWZZUToNT/PWpbhZWr7AenSq9nZlVXJHbkqSG0wInXQTz1NVrkEpyoPmVA9qxls7d9aJYRZhS1LUIy6AxM9KDbtUxhQ/WbFBZjygCAZ5k7AelQOu67akaGdPpVjEH56zzP8AiqjCMxA/mnevZW9TyLqXWVgNwNFjzA0wfDm/B8RB/F5hrrodd+xH0pRxZ/ymOkD3/wDNQYBiimnUKAIgieU9eWgr2JqYGT9ULFTonFLCAUqA8xmaB0Txl1ayFEHLGnOhY6HSuP1+8xYChOaAPE2t71bapSSJ6GKa+GcdQry3JMbBX7xSai4TmMiQKhVc66QNfpWYcjY9/wBoI1OgcT4uUpCGj5eXpSFfPnWrdnjREBYzAc+dVsRbDhKm9tyP2o8ijIeXLf1PEkwMtVeIFSlg1uWyInQUSoWPFZ6jI1rgaa9fbegd6vMZ7VdvbidBqkff/FCXVya6ePGMa0JUi0JETTr8PXG7d5Ny6kEp/wCmDyJ3V68h6ml7BcOLqwT8qYmefanC+wvM0VtwFAao7dU1mVMjr2QcjkaE6mvjBhaM+m24O1cy40+JTxBYtjkSdFL/ABH06UoXN/HkbmdlVPw++lh3xXGw5poDyPX1pbXj25s/Uz8O2kOB4IV+Z1RQjc/3GnPDLwIHh2zQSkczufUmmKxRa3lklIWjOkyToFAn70nrWphwo3SFanrFZj6ym+hBazCTtgVnMTBPQGKypm8aCh5SEgaRWVf8mI+4nc5raXqmz26VYZMkncmhc1Iy6UnSoGxg7HmP5GqhRY0ipU4dJT03qqhexphtBCJ5VHlcoNR2HHy3PAYED0qmBlURV2ZO0VDdtGZoenyUeJ9w+rx2vIeo1fDrGPAukz8rnkV2kiD9fzrrV3hCFAxopR8yuZFcJ4avgy7mIzJKSkjpOxHcECu28N40u4t/Hcb8OMwid8uhPaddKrJXav8AtJcWxOacaMtpvi2hICG20lXc77+4+tIeO3Wdwq6/lTfi1x4qnnp+YkwdtTI+wpDKZUB0/IammYAAoAnUxgAS02MrQ7n/AMVDnmO3SrGKORCBsIIqLDm5M9NTTmahGiW0tlKRoZ78/SrDlx4aQBEx1276c6uMpCvOvQCIE+/3oTfuBxRjltrQpaizA5E6keYkE7k7VeKAgZfxR9+dS4RaBILq/lT8gPM9fQVXkrWVE76/qfap2bkY38pFbvpSuTyB+1ChiqnF8tyR+1FV2xXcKQlSZLZ05DTYxz2J96rYNwwpec+KlJbOVczAPc9O9UpiYiSZTZsTo/Dr4cZQQQdMpEcx+sVW4uUhDKlQAv8ADFAsOvl2wW2oCSkKCgZG247RGtUr9LjrRcUZ6elFn6hExgP5OpzXHF5BauAjTXrU4UnprQtTak6irFu4VCeY3rjsnsQCRL4fA/DVi0ckkp0yiT6UN8Q9KsWJzKCdp0NK48dzQYZRctZNRruTSrjl2pStAcvKiHETyUDIgRBhRnfTb0pVN6sH5j966vSpS8j7j0X3NVrjT61tZ2inVhCBJO/Yd6jjNqOu3rT9w1hYabMp86gCo9O1VKvI1DduImtlaJbQEBJgc+vc1LmA3mKI+HrvWKRyUneqeP1IybiRiNult1WXY6/Wqbi5o1xBYLCwQkwrQdyOlBHEEGCII61yXHebm3fme2t0ptWZBg05WbwebC4E/rSOaaeESMjkiQIikZlBFx2M7mXLac2gryrC7eSSTE15WDo831NIiMUV4KlBmvCmrjFSS3Vr2ppsCPDApXYTTJhy5SO1Q9V4lfTHcutp1q2liRrrVVjei1qyVlKE7qIA9zXMcmwBLjXuUsfs7drIq2ezEgFSDqUkfzapz8RX0MONJbAzyArXQqEK0+9PeH/DVpHmcV4iz2gD0rnvG6Rau/06mhkLgWFdpEj7feuiUbkodT+v+ZzONE1I5/0AT/ZH0FK1myVZlaadfWuiccuteJ4jEFtbIVA5ECCI66JpDZUE25Ud1KIHt/mrE7bE6OPaCU7lRKyd6LWDZSn1EnpFC7RBUodKKXjxbTHUaUZ2QJpPoSLEL38KT5RvUFkzmPTMYA6DmT6VU3MDtNEf6kDMQNNABz0FZkPoRiADctYpiGyE7Df2qo26JQ2fmWQpX/EGdu+lVkEJSVKmSZAqpYvFb6lr5/YentWY1ExjqXbK4Um9U4kkKkkRqD2PYwfrRxVwi2vS4qfBfGsHZRg6/f60v25CbhJUSBA1Hef8UwYzdB9tKPL5QfN12CT2NXK3bZilW5eu3GAnwFKOVyfCWZgdgeXLoKCSu3BaJmTtvp19KsWWJhTJacSMyR5SIG249f2qC+UlaErBJI0kiCR3pHVBXXYk3UYO3l9QxeWYVASNSJ7RVAWCkGUQFUY4OhSCXJMGJ56fpV27Q0lZBPpXLx9LmG1Ir85B4ile4DdfMRv0ih7to63Cl5k670+XeLIKQJ23pJ4jxPxDCT5RoP3iuj8CXow0FmU8SuAo6Ek8hMx1OmhoO5XgWQZH896kLg3PLX1NNJrUqAjDwjhkqDqx5Eny/wC5X+Jp3ame3ekfhXGVoAS5qifL2mugWluVJzE76gfvTcJB0JJlJLTVxocxFbKTKFdU61I6DzOnf96G3OLNKIaBOfUEjbsJpuXKqKSYA3N2Lht3wwVpDja86f2+lSY5ZtXBOZsBY/EOdIr7Cg4eap5UwWL7iQPEUI6c/c1yk+TKSCdf4hjfiV7zhlsDRRB5VA0tFskgGdde9aYrjiQYBJ60vuqLhMGBuadixrhHcbMeFlq+xoKXKAqPUVlGcEwtstA5m0anRSZPqSayvf8AInuQii3VtDWbaqiRRNhEpHWlM3HZiytys2imTCm/JVMWySlKh834h+1T2j/hqyn5Tr6VJ1ALKajcBCtuFbdvWnTgjDip0On5UHfvSSbhKU5qLWGKvBEIJCd9K5vhgx9SvM9LQnbZrlHxztQpthQ5Lg+460Qw/jR9JQlxIKRAJAg1d+J60O4YpxOolKk/91dh+rXKAU9VI/znMcHWHWVtKEKCDB/n80oHdjLask6Erc/OjuDsLLqUgQgiVE6CNlSfegvEjBayNH8IJ67qJ+u1amTmZb07WhEzC4yFZ2H5mq949mV6belbqdHhhKZJnzDrzTFeP2LjcBaS2VRAWCFHNtodfrTBd3GWF8+ZGhEb1qpClqECNdv5+dPGH/DxWdkPuhPikCEAqUPc6fnTnjfDFrZWjgaRK8oOdRzKMHryHYUQU7MUc63U47h1qXHCFfhn7CqVq3lWr0IpxwO1BQpQnMQr6nefrS3dIhZ0g7H2ocZNkSlBYNyDEPnQew+xos3ljfNI6bHpQm7UCE9pH7VvZ3UKPTpT77Z5BJypKVBRBBGxH3mrJCZVGqVaj3GunrNUrg6n0mt0KMoOwUD9jQubEIqDYMZbZhTC0oBIzozxofcEVXxO1WslaJPUUFReqQ+lZkgGN502pousVAQcogGpm52EBnGyIF1Fa/eKEd1fYDel+4XqcqpH5+tWsUuytRM/zlQ81aicBUYi0J6BJqVDOYjoKmsrUrmOVWWmYPpScmWtCZkatS0y2MsARppRLhnHVNLyrUSgmN9qgZaJTIHlqk5ZKLhSkb7ehpWPkpsSfzHLim5hAAHzHcHlS5Z4etRCgco3k/pRjLlbSHiFFIoLiONfhR/OlUtjLtzf+kNcf3CN7iCG50BUdzS5d4gt0mPoKiWwTBWY7c/ep0NhI6UTPXiMLKviDy2Z7ir7jeRKRn1URmTFFMCt/EUDGgM/Taq/Ezcu7Daozl5NUL1cIYpiuRYSAICQK9oKy3mE8+dZW00VwMgwiwU86hpO61AfXnR2+wZVs6ttRnYg1Z4JUi3cL69wISO53o5xhiSX7ULypzpMg8451DmzOc3Afh/9mrcVUpgVibcrIEdpqdiFJCgdImmnArBpbAVm/wBSdE9hXjkcCp4Lvc3Twu2LdKSo5zqT/OVOWB8KM/06QdXDzJNAXX9hzApotsXt0sJ8yisAeUAzP0pSkMSWqo0kyg/g7aF5VcjSX8RGVoaCW1HJnTpOm45bU0v46kuedCsk69Yq5xUiyvbJaEOISpIlI+VQI5EHWKPp0UsWBAr17nrgviVg2tqhBCCtSQtWWeRGb67TQri3gl68IurcICVIBKVGI01IIG1W38DK7ZKkOlxXhwSozGggdqbvh4VCyQy6T4jUoUD0nT2giqMChsh9fU0MV8TnGE8MKs8jwUlbqddUykR0B39aprxdNzidqbgpgOhayrby7D6gV1bjHCkf0rq0whSEFU8jG4NfPNjLrxPQU0Jkxli51Mu9mfQvE7qPA8ZtIUUEFJTyjmCKXb7ETd27n9xQR7xp96S7HFnmk5Qs5eaeVHeClqcfyJ2I1FStnyK1geYHIWIHwF3LmBG5g9j1pe4jbKHFJO+aQfamvGrA2t4ps6BfmHoTP5k0H41tjlQ57fWq8Z2CZ10qtfrFVzvUIXBrZS/KfSP1FQJXNVVBBowtdAwlQEAprazVmSwk6AOwSf5tCq1Ws5ESfwlJHTLGn5fWreFMZk26Y1LqztyCQZ9opbHthsdyriQSl51O4zmOsdq9vH1ZQBsORO4oc9f53VudVkgDoTpE9oqVq4kHXkf5FNQUNzmZAC1yisSJE1G0xJrdaIJj3othTAkKI70ObLwFzLoWYXwXC4EnQEa+lCbhkBRCTImieIXZWfDb2jUj8qmbtkhKcwjKKg6fHkyHkfcW63MsGyEgDbrWXd6hvb5jz51Xv8Q0gaChAtFuyrYDc/sK6YK4xU8ECzd1TrqsoB99q3RahvfVXeilglbY+bxEHedxQnFQQuKWcgu4DPehI8wT3P5VGSSR3NaxVnCrRTjqQBsZJ6Uh3LbgqLMccFw7KEpgpG5P5UrY0sKeUU9Y+lOBvyD4STC1DU9BQm8wMJHlkq1JmkY0bbRuRq7RFoZk6JOlZU5VGlZRfI0XzadLseAgHB4znl5xpUnE/DzJCWraBOiiTP3oLbv3D7oQXSCrqYG1GsKeDJKVBKik61EqufB/rH3qc1tkKYdctXN0nT0plsLlxTqEsI80R2oJ8RFxfpdAjMkGmDhbG0MBSyNT8pqrMNBq8+Zi63H7BOFlFOd1RzkbDYTVDFuEX28ym3M3ONj+UVR/9wn/AMCUAd5P7Uas8fKmwtSgVq35fap0+Ot3ZnrMSrtt9syvMPUaUv3l+cx/uOldTtWU3byUvHyiYSNJPqNYoH8QuA0MtG5t80JPnQTMA8089J2o0wXbgaE8SYs8KcXLsg6hSfEbcEQTsTzE8u1NWDcUKZuCtYlCmgdD/b6+tcju35+tWHcYCkIRJEGCex3pxxueJHqCpM7Fx7xkw5hK1NnzPgICCQFCVeaQNdADXIeGk/Mrqao4tclZ8vyJhKaZmcILTTZAMkSRz1pnU5D8fd5MNhqSOayKLcH48izeUtaCuUwmNwfehKkKB8wKT0II/OjOCcKv3ba3GwAEbEyMxGsJqPAWuh+0VW7m3E7lw8vxn0LQd2wUwI6THSKrre8VgpIk5dAeo5U+cKcYf1Cjb3aEpcR1/Fl0PlOyhS18QWmG7gG11UUkuoR8o1EK02OuoqxQAt8rl3T5q7TOV3AgqFU1DpR3GUhRDiYIVoY/P0oKynWOlUq1iUnZ1DN4DlSdPlkxzKteXt9KuWbimmfGOgQw5HqshpP87VRxBICER+JAKfTWteLMQhtFug+WEk8jCASJ9VLWfYUC9xAgZGpTAVt+QqZvRdQ21WUN+eqCZHJm25o5ZsKWAAIT/dVbDWRmKlCQnT3/AFq5cYlGg0pXxB9tAbZlxCENJgGT13oXe4lB3mqqS46TkBI5q5D1NMPDmDtKC0rEvjVJO3sKNsgUUJoG4CauiBLjcoVsf1opZqSUmBII0oViNwQ4odDEURwt9KojQjlUb5G0TEu/LUt26coB+tUMeSk5SN+Yq/daJJ6frypfeWSSaHmfEXxldSaa+C2UgSdSo7ChvD+BquVETCU7nr2FPeFcPlgyk8o1/St4lhQj8SN5EFJQ2lwq3JOpNHf6lk6EDaoLjh/OrNOtSXXCriAFFQ16VUAKqEuE3ZitiuFpLhKdAaymcYP71lD8SQDj/KXneG/EClpBy7hR007UseKSFttIKiDOYAmPU04cSYy/euG2sUktg5VuD5Sefm2CR96ZeH8IZw9iFLSCdXHFEDMffkOQqZcC5GPHx7MYZ8/8dWjqVNFzpoaIcCYc5eBTCBOTzE6aA10L4w4Uy/YKuGQlSmlAlSCCMv4pjTmK5Fwljztm+HGlZcwyq6EHtVHxfy+JmqNbnRbvg51hSZIIO/KKktm2m1KDx8vKCf0rXiHEXFqQ2HFqWsCAAZ15R+lE3sEt0NIW6h1SolySTBjmBy7CoGxKDqCw3KVhjhadCmwCluTO8yNj9abX+KmlWi1XAEFJkRI9K51gDBecWloQ3JIneJ096Acf4pJDCTonRUUXTnJz4jwYJihfvhbq1DQFRIHYnStcNtlOuJQgSpRCR6moFJ103NMNpbvWCkvSkLIICd4neeh711W7VoefU0QsjAsl3b2iiNCFrI17/nXY8LuWU3BCm/NlCQQmfpXNfhSybm6deWczx2naOf5R7V1C5cFs9mWpOuxNQZeQo/7c1pJi2Es3CwXmTptGn5Uati222EtJhKdAkCIigV3xYwFBBWnMdtdPc0iv/EF9u4VC21JBiORjbXrXkdcZ7fJgFhDHHHDDmY3bPlUnzKGx9aVOBceQ1eKeeJPlUNuZj9qJpxu7xRamS+hhOXRCB83WVEzSsLUt50R8iikkDSR3peRlU8lnuVCxLfES2rp8lhCWlOLy5dAhUmATySTOppUxHD1suLQtJQpMgpO4I3q46gkmn9fCzuI4ay+k57pClpUVGC4gEgAk7qACQCeQim4WLaj+m6jdNOdhnzJJISkMhz6cvWaDXlwXXVOK3V9oEAfQCr13emPB3KfKrsEk+X6z9KpJTVSCtxmVgdCRAQYFXWESTVc/NNXgrc7T+3+a1zFgSZi5ypMdaauDuCFXh8V4lDX9v41fsO9G/h7wJID1ygnQFttQ3B1zKB5bQK6O5ZFBzJRHUAcvagBuLLUYHe4bbDBabQEpA0A/m9ctvszSlZTlcRIrudsMxpI+JHBq3AX2U6pErA3jrHOgyeLrXuDkblsTia3CpRJ1JMmrVqopOYb1u5Yka1uhuKSzgjUTCeIP52kKBjMoyPQVLhOBB1BWskCdh0qtbpz5RHlTJPeafOGMFFytKUHKnLLnYTEDuaVvwI9VHuMfCnDKcgWlIQgjy8yepoy/gpGwmj7bYSAAAEgQOgAqnd4yw187yAemYE/Qa11MeBVUCGMpHiCWMGKu1T3WDLUAMwMba1Xu+ObVGxWv/in9TFAMQ+JJ1DbIHdapP0A/Wj+MTfmaFjg6xpFZSg58Qn53b/7f81lDwh/MI73/ABnY2ikNLX4YUnMnK2rKBy+Uc6W+LFtYm/bN2rgdSAVLKD8okCVdNzvXMuM+I1Xy2nFpCSlsIgbSJJPvNVuGscdtHQ8yqFbGdQoHcKHPap8nJl4nx+Uj57nVviEyLHC7hho5ku+XUyoZgAr7D71znhjBjd4ZcBpgKfYczhYgKyqAJHf5VQKYmXnMWDy3tEtpUSEzuU6COgApa+F/EDlpcO5EFxtSCHESAYTsRPMfqazG3aZSuhYjP8L+J0BSvFbU4+E5WlASo6ag9DoNaNW/F3jLXbXCfDU4qCQIgTtrsY0nvXOuCbtIxNIJ8NLjpymflJJKB6cqYcV4dvFv3DhRmAJPiCEpIH9v5expWQMP0ME35jrxJZ2uGWa1okKOiDJJJOwn+aTXAbh4qUVK1JJJ96vYvjbr8JccWpKflCiSBQwqiqsWPiLgw9wFkF62pxtTgHypAnzcjHOBNbccXWe5XAgTt0rfhriMWSg6hCXFlJEHQCaauB+B3MSuFXV8Clo+fKPKVk7DTVKIjuaEBi9n9po+4p8N43cW5m1T5jpmgkfXandfDN7cN/1V6+nUaJ6dAEjSTXWk4GwhjwG2kIREBISNO/r3pTvsOcQrw1EkJgp6H/NBnUg0RowXaxcH23CdqptEoMaZt/c15jPw6sYBaWtB5+bMPuNKK2uILQMhgCYg1vxDirNqiRC1FPy/zak2gUgeYk72YtYXwmw0c6VrLg2MxHoBUmEYYsMvMq1K1qUDuRm1pKu+InyvOFFIBkJG2+1FcO4wdWqAkJURB6etIPLj3eISlfUFXtoUrI3gxp2qxi3Glxb2X9C0WwFalxBOYJX5lI7Kk79KlxDim1bZcbSkuPqPzx5R70s8H4A5iNyGhoknMtfJI7f7jyp3TYnXvMYFA3Adojn2qUiaYeMMPat7lxpj5GyEAnclI8xPvQAGJqwG9xwngRr6U9/DLCbZ68SLoApyy2k/KpfQ9dJIHM0j2ySTA3NNeBPBt1lR0CHEKPoFCftSM2XgRFu9an0EqyPjJcCoSEFBRGh1kH1GtXa1ChE8t5oFinGNmwYU6FK/tR5z9RoPc1cqqux7gQ9FZXM8W+KJ1Fu1H+5wyf8AtSY+9JmMca3LwIceUE/2p8o+if1rS4E9GL4l4NbtrDjTiAVk52woEg6+YAbA9OtIRtidJArVQfWguIacUgbrCFFI9VVewDha+vZLLcIH43DlT7GDPsKj+HFyv+03jI7chB0UKJ2GPOW0lpZRnGpESQPy1phsvhC8QPFuUJPRCCr7mKMYH8OmGir+sBdIPkUMyW8vKQkzm6zp60wIF8LNnP7viR1z53Fq9VE/bastC+7o004onUZUk/kK7rh+B2zQHhMNJG4IQk//AK3oiBG1O4sfcycRteBsRd3b8Mf/AGLA+wJNFrf4TPK/6lyhP/FBV9yRXWKyvfEPZnrnNm/hC1HmunCeyUj85rK6VWVvxrPXPkhaFFGbkND71q2dBWVlIPmIjHwlxM5ZOFSQFJUIUg7H9jrvQnw/9VTqSUlSlGAf7iSR96ysqR2IOoQJqQ31tnVmToanueJb0MhgvL8MSNFakHkVbkanTvWVlNwuTQMYrGAc1e5CfSvKyrIU6L8N/h8m8QX3XIbSvLkA1VEEyeQ1iu52DgDim0gBKUgJ9pB/SsrKSD3xh8QjFUMVtFLAyxpWVlOyC13FCKOLYI4qVEx01pK4qW4ypCM2hTJ717WVzHHGqg5fEVnGy4ryJ156iqGJOZUKI0JGUmsrKahs0YhPxCBsNs1PLDaNz1rt2AJbw2wWQPOlJUpQGqlcvYaVlZRZnIcCUOe4CcdfeKzKiSTJ+upqFyRWVlPEeZZw50IVJE6ae9XVXh7DtXlZWfEhPIiJYbl+94kuHUhK3lqAEAFRjTTbaqCLokgDc6VlZWsam1G7CeAL97XIhCTzW4PyRJqXD+DLti7ZD7DbjXioBhaSlQPZWsaHQisrKWSeNz06jfOpdC7YoCW0wFBOggQoJAGwoiu8Q2hIQmBAgAQAK9rKQMrCzAlu0fC05hU2WsrK6OI8kBM2aM26UCEpCRMwNNTvUmWvKymT09y1mWvKyvT09isrKyvT0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370" name="Picture 10" descr="https://encrypted-tbn2.gstatic.com/images?q=tbn:ANd9GcTtvAWBkUJGckOs3hwrkg3aBbnwY5CcZIRg2rGV7Xh_hhsCAo4H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1" y="2133600"/>
            <a:ext cx="6485742" cy="430033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Perennial Spice trees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Nutmeg, clove, cinnamon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4338" name="Picture 2" descr="http://kinattukaranursery.com/workfile/jpeg/imag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285991"/>
            <a:ext cx="2214578" cy="4353537"/>
          </a:xfrm>
          <a:prstGeom prst="rect">
            <a:avLst/>
          </a:prstGeom>
          <a:noFill/>
        </p:spPr>
      </p:pic>
      <p:sp>
        <p:nvSpPr>
          <p:cNvPr id="14340" name="AutoShape 4" descr="Image result for clove plantation kera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42" name="AutoShape 6" descr="Image result for clove plantation kera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44" name="Picture 8" descr="https://encrypted-tbn3.gstatic.com/images?q=tbn:ANd9GcTRaKGfS87HT73ABbRYSlphpSaXNPHf1amzMRtkWBA5eOJ6BRB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6999" y="2285992"/>
            <a:ext cx="3910307" cy="2928958"/>
          </a:xfrm>
          <a:prstGeom prst="rect">
            <a:avLst/>
          </a:prstGeom>
          <a:noFill/>
        </p:spPr>
      </p:pic>
      <p:sp>
        <p:nvSpPr>
          <p:cNvPr id="14346" name="AutoShape 10" descr="data:image/jpeg;base64,/9j/4AAQSkZJRgABAQAAAQABAAD/2wCEAAkGBxQTEhUUExQVFhUXGR0XGRcYGB0YFxocHB4aHRggHBwdHCggHBwlHxwYITEhJSkrLi4uHB8zODMsNygtLiwBCgoKDg0OGxAQGywkICQvLCwsLCwsLCwsLCwsLCwsLCwsLCwsLCwsLCwsLCwsLCwsLCwsLCwsLCwsLCwsLCwsLP/AABEIAMIBAwMBIgACEQEDEQH/xAAbAAACAwEBAQAAAAAAAAAAAAAEBQACAwYBB//EAEEQAAECBAQDBQYFAgQGAwEAAAECEQADITEEBRJBIlFhE3GBkbEGMqHB0fAjQlLh8RRyJDNiskNjgpLC0jRTohX/xAAZAQADAQEBAAAAAAAAAAAAAAABAgMABAX/xAAtEQACAgICAQMCBgEFAAAAAAAAAQIRAyESMUEiMlEEYRNxgaGx8JFCUsHR8f/aAAwDAQACEQMRAD8AUz8FMkKUQibKURpSsKGk6qEM/CNDikIJuBLOOFIahvS4H0uY6fMsxmzJaETNKzRtI43pcjpCzDpB1y1KShYBWlR5gPpDbqs/OPKtJ6I15CMNlaxKTPYqkqJDqFARzrS8XCNCiDwuepIBqH7gY6DDZVOmYUplg2E1SUkFKwWPAB+cU1b7Q59n8FJnTEzZmlazLGqWoMklgAp+bN59I53K5b+QHDY/LpiZSSsqBXxMWfSzhg9HqYAI0adILM9anq3pH0DP8MFJmBIBlSgCqcTRLCkuWBU8nLxws/FawSEhOkUF6UhsU2+0ZM8kzitOktQumlXID9WDR7LkEEklg7V58hz8Ixw5cBO6i55s9fg8bInKUQX90FuQh/I2gnJQTOlqY6O0bzuDDvFJbFT3DPpIcMG0D6QmyokzUKahUK863hxjMRqxMx76Ej/dFIvTRfD2FZLrM7gFSASNv0uelorj1K4lrYMTXu8IIyHEiVNJoQUsBYAvCrOphUwf3lg/HUYOnSHfuLYjGy2SAtIIHcrlVu4mLSMdK91a3De8AVP5ekIMejQtR0gnZ70v6w0wUgGSTRwTTel4fiuzNUNMNiUqASgBiaUI36isA+0eFIUlOl9X6ak2HnDjDYJCUhZLUBYXFNqX7oUnMT2jspSUmj37/KNFUIzP2elAEuQCOFiK/sYZJlykrBKXGyhZ+7eCMtQheo6QSVPUdBvaFc3M1GaJKpaUy0rAO6ubit+sP4tMyHJxkuoIpswobRyE6WUziHJcOK9Ye4mYAtWiiXbkOtOTwtzAFTEuwarORzhFO3RqNJQDRq1e/wANozUlgGIPXwiicVpLKSpQIoRsX7xSFSbKrqjfBpKQpz/DlvWKzZYGhVSGBDeX08o8wwJCiCrSdiwt3eG8bistPSFemDoGw50z1f65akl+8Qv/AKZS8OqSkFSlKKQBd3DCGBA/qEv+k/KKz09jKmFJUlXEpJBqCQ1/hBuqJ5O2JxlWJw+N7IpPaABQEsA2Q7ijEab+MEZpisOUoXJSRxAzJVewWUe6UpJexUCAdy0Z5bjF9gRrU5o5qQUP2elVwlnHlGeLwypSEIWlnTrHcXr3FmiKds5kJZ41LWpI0hb0TQcRJYDl06QXiMMnSCK8+7p16R7LkF2ZwmvVt40xxZCEjSEqQkgJLqABUDr5LYOQOkVsIV7LpQJ2laZS0rSU8aghIOxCmoQR8t4dTMP+EZCBOmoSVlZA4NYQkOlhYGp5AxzWGSdGlQ4V8SXFHtQ36R9F9iMdplqw86aJZQVGWCwBcF2Vzcnd7xz5lTvv7f8AIGtnEYzAYqaszRL0hbLCQRZQcXO4r4xId4rBLxCu1TqQkhKQkIUWCAECr192JCrL9gC/L8zAnkrPvhue7ivh4RTJ8sM/EmSlnUtbKNWAJPoLQ0zrJk4WYiZKBWUp1VTqYaRq1AhrqMB5cZsqUMQlJCFkgTAdNdmNyzG3jBSSm5r8v8D89UdLgp86ShOGlpMnhTM7VatIYpGsuRR1Pbl0hNLx6Za31KKATX9TsSWpdm+MbZhnuFXLmJ0zlLOhMsqOpgn3nJUb1oLUhHiiFJSTdg/fUu3d6QOLb2KWzPNpk90pl6Uh1lCUnSgE1JYVuAC0WzJSuzljSlAShKSgMdShqdSmAqX5m0e4PtApSpJAJIlkmxCqMrbTZ++LY6V2MkBQGsKUnSmoGggO+71+EPajSRn8IW4eXXTpJUoMOnP5QylYB0qklKjMUQjTY3seUSUuZoSlZU2oLYBiC1Ks4flG5nLCyeJ/zOeKtyoneM5vwEzyzAzRMCGJ7IuofpCT+0FY9k4lyQHQL9CR84Jk43UsrlImSwoNMKDqSXNNQYAA2grFSkqmAqbhBAPR4fHNt2y2F+TGStyWb5/dYGzOUdco/ldXe7B/CLZNK0I8bffnFvaXE6pssjcLLcmAv1+sUilzZZe5CTMJYVNG4A5cy3pDLKiAlQKXUTezc4Wz1gcR3SPU/WGWVYhOogpJBo/Ln8Ys+hp1RvPxDJd9Is5p3QpXjE8SQxJFN2v6wXmso9mpzQg2qQx5/dYWzsF2YerMb84EYoRK0MchzNaAUg3NRzqawSgEqmKapVflQQqydI1kDdv3/mGSEEKWC13fozfZhJt3QIBipYCdT7GlrdYVLxQURpCr/mFGr+0NGdKgSaJLJ9YVyk3I2b1EbGlVjxVpmy5YABSam4Yhr/mtGoRQA1/nnBmDmpYO3Dv5xTETATSw+v8AEZM2LbMMJL1laXYai56QWZIOoBqFxyj3IpCZgnJLVYpPnYwFLxIRMWhTvcMHuA/x+cGcfgEvczLT/iZb04Ven8RpnuHPZrTuU09YwM4DEIcigUK0qRS8G57NC0MKEhuvKnrCT1RPI9nMzpXZmWlM0kGWCWZ0u4KTS/1EaycrJUgBRUFoJDe8FJqUkM9/NxDDHS5AxDS0q0FKXJ94KAGtn2veG0hCUYZOLSrs5stSgC3vgmULHlqO1o522tJnLYJhsrk9lNmKm9kEICU6qmYo1IIvsLbxzkvLkkXLtZzv0eH2Y4QzfxmOhROgHcp99+uqF+hSVDUkAEBjvWx+EbHP077DF6Bhg3CA+sIc6CpVA7kAPTwg/G4GUhOHSCp1y1LUVOApbil7XS4jwv2iEoA7RW5sAqjmCPaLAiRiZcsqLoDlTuKsoAPa7N1g8raDZhhPaQy0hAQij3c7k3iQsnZLMKiZSFLl/lU1x5bW8I8huOJ7bF5I6TLs9mTVznQFmcdLAHXpOwaotWAMxyyZL0pVrShypMo6uAEnnTlbnzeCfZ/Fqw6lTko94qQFM7FvdQlxWorsB1gc45c5SQooAACRRkpFqkvzPm8RcGpa/UFAipSE6lEsgEgD85u3dAZnlX5dLUZ3p/EMMvwWrWoFPCQAHcs590b83i2NwYRMVLJFFOFKDHx5XtD8knQ35EwaV6kqRTsuMqANKhjTwgjP8QcRNM3TpCFBPZsRxAb20h9meC8nxYloBCXUCHV+XQ4Kh1NA23OBMdjlFTgAFTkPQkqUohSj/wBR8hGjJ8toCb+BrlmLlp1FbCYmWAkM4KqhTHnW9w14SHM1TZq0KWAFDtFTAHOoO2pqBNg3dA0mcJesKS6hwuqukcxBOGwapsuaqWWZGoktYXvYxuFdhrybZVMSgqExUwFwUhNioGygdm3h/miSQSwCQnT845FIK1SwgEruQauwc/COoTPUZbmupNe9qmKRVOy2JVYoyOSE7flB84vjlAzkJvwr+UWyIOz20/SKZmEpnIUl7Kueo+UWS9bLr3AmaSRpSBzA8LiHGSywmVrA1EOpjYX25wrxShqFDald6fUwzwxUiWkAFKVJvspr9OkPejT2XznFhaRpSBwlyfj8flAech5aGg7H5UdKihQUySVVsAKWjOYgEoS708N6jrvGV3sMF6WK8sk8RpRo3WviIJNqdw2gpWBVVTkh6qBcv1PwgPXqWugDFqb0Bc9WpCtbFgNFYZYl601cPetYV4eoV3CH2HlqEqhBS1GBfrHN4UvqYm3lf6Rsa0x8XkPkLSpQSLmg6t1jedLKTxBqQDMPCAi4r43fvtBPbkhOp3L1+sBR2DFqRXLZ6kzZmk7DruY8y+SVYha1O+kCwrz9Ixyd+0mD7qSfnF8etaaoURe3xhm/U0CfYwThUqWSpx3ANBuV4aSZgM1uyclRUWDMq1ftoQYaZOWkKVNUQbOA7V5Ac4cZHL7aS6yClKVOCPeKVUieT0pteCU+gOdk6UEzTNlsCQlOoFRBJAJryrCyaoKSxmoGhKiEkvqdSAyepDnzh/i8LKVNKJcsJOsjmLUH7wLmOX650pEqVoJ1JrdgBU91ax50Jq93+xyoHyxaEpTKmzNUtP4gAUGqeJL7Gr+Bjo8flWDXLP8AiZQW3CdaQDuAoPtaF+WFAmhHZS1sNIBSOIkipPMVguTgZSccJSwnRXSNLgm4CvBw/QQaTn5sNWcpma0yA8tSFzVrIUrUOzSA2425GEUjNF4jEap7OoVIGkOAA5a9g8fQfbH2bE5P4YQhMpOtbAAqLKNqUDAeMc/gMEhMqSvSO1TNUFAhwpOnUCe5iGMdiahHa2PTWmOsPjZeGSJKTJmhFlhRAL8XwdvCJB03Gy3P+DknqzfAR7HNzixKE0qbLTOCpTaQg6jMHDrUONgGZn8GhNMwxQhwDQt1YX8IOTl6xJMxR4SogB6k794gYqCkFZ1BRVWzcQLsObw6kzIsnDqkpSVcGpIWGOy7Hx6x6vFpGszRrMyhKxUWdQVcKcNGk8LVVSCxR/3AAJS3QAN4ReXhTPXIQVBlTEpUwdQCiyi5FWp5wzSbDQrUpCWBJZJcJ505+AETHTNchCig6yolSjbSW0ADZvnBuMysI1oUqqFKSCQxLFh0q79GMF43LjK7NawpUs6Q5NHagflTygWm0CxNnmT4hIT26NBWEpG2obGlHtGnYaUhMsKAoFORVq06WMOM/XPUhJZ5ekGWm7JBIc9SXjHC4JC8KVqSp0rSEqBHESohmNw28O5a+wRfipfaTk6UFCrEAMxB+kdEMb+AGuQ7jz9IU5tMPaKmVRMB0qSTxa2qpv0s3jBq0th0uKplgeQh4dFsXTMPZkgaNVm/eMs6GtaV1NSOVDb5ecV9nydI5tf4X8Ib42SlAIPvfDaKNtSLeRKvDEjVdmP30gxM3gbYCw6+keLWGAa0ZLxCSpmajfvD3YH2MMtWopmV4VS1AhuTM53hb/XF0KDFucOVSDJlFhqe5Bt9iEmHKEkak6gKgFRoXcb1hl9xlKjpcZjNMsMknWmlmHfs/SOX18cxW9zblHSYXHawKp0s+kgMw+xCHMMYgTlskB9JcWs3xaNyUuhIaGM/M1EnRwApAIoNvrCfCBwoUufEX+cN8ZjEzWOkC3Iv3wmDayoe6VKYcuIgfKFg9spjCUO3U+MXmrbQklgH6VLPfzjGTMI0lNwB5xXGFwk/m1VNGYNtz384yXqMqUj3IJoTPnVvVjvUgt5iC8WjVqULjlz2hJligcQAQauR8PhHRlLKUN2pWhNIGVNSBJ7KyaqD7UAhl7Bp1jRtxKs9Qvetm2gGUTc+8z/KNfYxakrTpZlKWmpIFCDEXdMnPrR007JEKExjpZalrP5qhTN5iADNX2ksPXslSwr9I4PizwzzFc2WgnRL/EULqP06PAGLWSqQvs5Tq1akgqagFw328cuOF3a8/wCSWONvaBctytQmBVuLhA5WHi3rEzzAlM5U0rZlJZzUgpLEdHBEMimZpJ0ygLvqI/8AGEvtDhp8xKOFJAqwJNBzpavximTGqtFMsFx0EYtCyoaggyUKTqUbrUoVSDuwJB7njKZk65SlLURxTFlIBDMZaiKRSSudNmITpSUy0q4QogEliSaXJLQdjZswrlakS0hSiyNRcKShQ4uF4SEuWicXyFBxE1NAQws4cxIfjAqP5JfL3jtT9ESB+DP5F/Bl8iLNcSueQoJZCeFKbsE3LeG8CIwJJmJUg6kOdIAuXI9QY+hzMtlkTGABmXPf074EzfLJS1Ba3Z0pKQSAQAfeap8bR1L6eS22FY2cbPxsop19moqSqUFSzQJCUaZiH7wbc3jbM14ZM/SlCgjQAFoUHCjUK7jZukMk5IAmaS2lRdCRQB2byLV5PHPZxLIQFAhwsBhex9OXWITUk6EcWuwTGlQSApWpLu+79X3jtMmwcjEy1IqoMAp6dxA2MJTjUGWU7ieFmlGKUpp4iO/k4M6ytKmdLe75Pz3imCHlfqFJAmXZaJSAihYNXkS8LMb7PBJR2YbQoTQk2bUSR31h+hQ/MtyOQNe/lCzHlZnzeNaUGUAhQSWBcuX2q0UzKPDQ86o5H27WiYpa0jSrSpKg1VMkkH0+EYZgh5RDXRp8x9YuvJynDErJ1ElIoW91ZNTegEa4gCgPh8vvrE43xX5j4VoWTJRRhVgBilOnxZyR5vAmElHSk6lWrW5HTlWGudyz2K3BDpJG3JxAYSUhPPSz94/aOuG0y8VaZ5Lql6A+rW+MZiUkF6ub8/to1lI0pLh6Uccmj1I4VPe1A/8ABhbEZnOxiwjQksncc4W6etd+dXg/EyxuDzrvFJUppnEKMaXbkeUMmKzPDK28w8YTJWoqO7tToARDDsrlutLD7tFuyAAIo96VeFumZAqVq91LuDz6PAi5R0kgnU5Ir977dYa4fDAOSA78n8ozWBVvRvnBU66CtEkYcJBBBCnbn/d3sY0my0aNKq6VaktVyQQS45RJIalWDc42UkN9YXk7G7AZCAK6bdIKXNKiKMPWNZUoqZhG39MWqPvxhW23YAGXMY8j59KQx9nZZM+SkH/iA91a+kLJ6g7O212Me4DMpkichZCVpStJ63qPWsZR2acuTPp2Y5VUOaE0DxRGDCFSjw3WCDvwv8oNlZjMmI1GWlP6QVEv8IzxK5q5krgltqVcl/dVFHGD6NbLJytSuWk1Y7btF/8A+exAYEOndqO5eGEtKwK9mPA/WM50yYLdm3j9Yo4R47QNvQlwuVNMUAWZRNd6kj1i2eYJKhJUUjUJjEg3dCh9IcCcvUHCGN2v48oW51im7JlaT2jgkcI4VXDh45+GOCbiKlT0FSMrCUgMKdTHsc2jM8f+qT/2n/2iQ/OHwPsZSsXN7QBYlMTRKdZVS9WYh4HzXFFU6VJXZTrLUBaw7r0eGWV4RR1TVanWWD00oHugDrc98VzHCuUKuUkVfYkP8QIrxk4E0Y4osl/KOZ9oJLSEJBSwVrWwrrIL97Ozx1OMQrSWLMHvfwhVnOLkykJ7ValJmBmZwSdn74h9QrVeSWVxZw+GSyq8x8jH1T+ooElLBbltm2D82jjc1wqUpxEtIYJmSwPIiO2/pEaUl6aRc7N+8cvGVNIXg0BYN1KGlCEy/ieRMa/1bzCKUSQD+qodhEnTNDAEmlwzVtGkjBOpOp3ZVqXaOhYeVKHQ/FPoFz9PaS08LaVAjo/D844rNXQkqSxKQGe1SB8xHdZ+BLkKWVMARffiEchnGHfCzFPZvVMGMH+JUtlsehfPBMlTsXBAYU7q+EBS2IQsvVILf9NfWGyJ74fRvqJ8CPn8oXSsoWUJCizBgGdg/wANusVikrR0RT3RqEa6u1Nt4HUdBY6gGPu0pbrDCfgBLluhfEGcKFx0hXikzCeJn7oHEnKLi9mWLnJCtKVatNSpiCe/n3tHhmlRFgw23iCUSl3Telan4174vJkkhhU9BbnBF4mypwSgOL8g9XjBOMQaOXpSvNoImhgUmwIob7WMDyRUkAX2F6wErWxoxH8nJSUglYD1oK+ZgTMcp7PiCgUnmKxtis4WmWGSnW4DkEjd3HhCjMs5VNKUtoAoQefONUa0T3ezeQTU+uw5xonHISpKlVAL8LXtveAMdNaXQaQ2mnXnGMrCgkl6wsV5ZRbR1uOxskp4SNRYhg3n4bRz2Lxs0k6NIbYh3+MZSkgIS3XrF0+69L+kaUnYiRjJwiSHIqbmxresemWCqWSHBmIcc+IOIKwy3ALP6RMLKeZJT/zUOWqwU5t3GJxlsJ9TlYCR2hBSkMAws17dLWimYYKTrlXFVCilfoV16RfA5jLmv77PR0qD/CL4vESgqUSQGWXJH+hfMR0x4uPgWqBFypQNSoANZayOfOA5ypSlJEsrWoku0xbAb1f4QTi8fJKlaVocXFhXr8oomeg0CkAswqGf6RNtdaGS1ZvPwKUkMF9/aLf/AHQrzHK+0mIKlL0BYSElaiWII50/aG0rEpUx7SWT0VZvG0BZzKUooOtI4wGSrmTX0hfPQq7FOJyuUFEOv/vVy74kOZK9ACdAU25UHO8SLcUPo6LEKABhZipga4un1EaEuDfzhfmX+Wraj06ERbJLQiRhjcCJi0rCgFBwgvdTWY0IZ4DT2ATpnTZRKRrdgwLuR0Ja0D59m6pCkkKUa0FNNeb1EEScbN0yz2KJ6FOVFNJg/wCk0J8RHFkpy2jlypctgGepdWL/ALpR/wB0Oc0w4OkhRSdCNRduGxYWJo0KvaAVxe3DKPUXg5eICVywviJlpZwCxJceFYhKHK1/e2UlG0E5PhmcTeMuQ5cBgaMLPSGYxbMSNNVFr0G8AKmGWfdvUF6de68L8djtXQCKY4ya9LpD4sTn10Z5tjVTKOQk2S9PGFk2QkoKVGhul6Hvi8yaYzSHMVT2exHGlHjRZMpIDv4bxYYoISVLIA7/AC8Yt2bVMK/ad+yTpSXdvOkMnbFkuMbRQ5mJpISDpB4tieg6RMfjJakKZGkgULlzTieFmGkCWGJ2d23iYpTBVX/j4xk6dI4ptydsrKkIIfSKPVrijP1i+DxfZ0SAx2tXaNMM+jvf1b5Q4nZUlaAptJYNW/U86PFHsGSkjnMXjiSrU1ACB99xjXBzhR6gkBh3/wAQ7zPAylBSPw0La4FR0f7pCjAyES8QHWCkFtf5bcu+kDVCxnoOx2BmJTLKgNOq4qbFoHxEtBUymqk32++cNM4xaClKUqCjrFjZnr8oDnIoS1RsIlJtdAj0IZs4pR2R2NxuAdxzHOGWAwe7l/Q3PrGGYyGVWgUnbmL+kMZKHSCeXreCmqGj2ByUE0o5JbbzjFSymnz67Roi5DbuDEKA4t9YVumJ5Mpz9mlipLKuNxWkMsnlleLw6AW1LJf+0E/tCvHuJd/zC3ePrDLI1kY7Dh2qqr83EaFP9xkfVMHiAgEK2LU38opm86kvTUlR+KFg90aypKWPPnzimNQD2dPzlq34Vx08WoULezLsEpSObBzuoilecYzJgY1G/f8AdYtiCsDhAZnZvveKJQpn0gFtzc7xD7UMi0jDMgLcandyBUcjHucTJfZoJCSdaNutYHnYSZMI1LAr1YeEC5ypwEJoy0MSae8z9YZuk1RglIwu6XNzwjfwiQbhlS0pALE7kpF7xInxXyLyLKlqFCfWFmPJ4klRZuQgztW3gPGzCQW1HhINYvLoCOf9psWpADBBAvrQlXqI19nMyKJPbr0IQp3KUAaQGIJAuCImc4qdo/DKX/1JCv8AcIRSs+xCTomJlKSU1/CAFy9qM3SIyi3VE5pvVnTZ+nWcQQX1SZan51vAk1ExUyUyUrJSgFVUlLAcvusG4k6gqw1YRBAFvy26VjTCHTLSpTatIA5sweEjG8jQ0Y26RMathpc+ZPrCuaqNcRNeBorJrpHqYcfFHio3wyBeM0ogzDohIrZaTo8UHNBGsyRqTpId40QYExMhexijtKyWnpnM46QUTCHoLHmIDnYkh7OaGlnaHGZS9KSSWKW+NDCDFqGhT3cMBe4b5QkNs48seM6DpytMsUoUk91fqYww5mzFBiSwdLqsPGz9OUUnTkqQkhQLIYh+ReoeCJOJV76QEvSlvIxV6FybMZ0yYFso8xzNP5inbA8Jpy3c7OdoupZqQkncm4Fa/GNVSBRrmtvGFtIRLRiuaWSKcKgYZTZ+oKNgwLbl3/aFk+WWf490HYdyABWn8ffWJz6o0TDEqB0uNViX6fOG0kUIDP0hGueEqU5ZwwP3vDPLMUCKEU5Qa9KGh2B4SWVLUkXuAL7+X7xTFrKQB1t19YOyf/5jixSflB2d4NDpIFSSTyPX4wXC/UI/dRzWPdUogB1agW7oNyqR2uNlS3IJFW25tA8o8TP9Pu3nDL2ZQ+YpUA7JdrPWFhrQb0fVP6RYA/EDAfpEC4pagZelaFcb1FPdU9jG+CzBM0aghfw+sAY/GJ4eFQAX+ksaKHjFsuWKSp/ySb2aImTFcSTLUkEOQ4B6CCBrUQ6Ul9wo/wDrCeVmoK9KmCQQyQDwiwLAd94Ok59LSTqOkD9VCeUJjyJ9jqzPHdpLNkudgqvxEKcRiFLUxBOhaA1NJJIsTU3g3FYxKyVII1dVD7Ma5sZRAIqpJlmhvxDeEbt2h3ouJi//AKz5o/8AaPYyl4CYQ5JL197nbaJDcpfDByGKpWkOwb76wFi5oZVNiL9O6CZeJZuFwHSLmnUPeKzsClaVKQa7penxFIbknolGa6Yjndmq+oHoxvCzFZdKK6TFgijaHfyNa+sOJmFCW16kkAGjEeFozEgF9C2LvVFXNqgwkpUrQzerRonDDVLS7pOFCXs4BTttA+PnuenKD8VK7NEty6hLCX3uSfQQimTYZelN/J1fTQvZ4VR4kxUGPCIkeiFJLQTLgGSl94IJIBEUXROSCTMDRRU8bxRCARC7Gz9EByYtIw9p1BSUgW1ByLbsDyqIS4/LFqlFZIAUWfqDygyZrmEJSl3VrPVhQfGNsTnksy+zKEguzk0BFDtQxofJxZpXLRzAwyk1BYW8N7w5w4o1GiuDmydZRMmIGoUVccm5eJhjiThkpooKe7KcjrQ2ijtoTlQoxPCQxLuO715xumY7E+cZzW18KgoXBv4d8Vmzgm7Cju8I/g2hhiPcS4bV9P3gLSU0Ssp6m/wgnD4iUtKU73J8OkRDioS4PMfHugSEYNLyl0TFEKKgSQat93gPCYcoIIJFGPhZ4cqzlXFLQkqB/MC/J6N9tAKZ1+EgAtyhm3QYkwWKUiYFkAkUIbuf6wZOxMyaoqCVGmkBnartSKDBnTqIDbVhxlk9CEMaEFywvaFTd7A/k5lAKS5Fydu740ENfZyY2YoJt2YcnaqiIyzBZmKUqyeTfPrSJkKT/XSyktQJe4pf4OIC3LRj6JiZstMtehVVUOksa91qQIpSSZUs1QFEgA0sWFKtzhpiMOpSFAEAkUI8n74UzcOUaBoQeJ350NDCzUrYqV2ELw6JZPZhqDUXKm89h84Kk4RMwBSzrcMHAZvKFmKwInlKf8sJU50cOqzgkV5wxmZf+nUjuUr6xTFddDRVLZXMpauHTpCE+9R1Dl4QDOy+WUoq7rSDarqD7Q0k4AAUUvqdRJMLswyxT8Cl1UgbEVUOkPOLq6NejUYOUKADyH0iQTIwZUkFU4g8mTtTlEhOYBNlOfdopUsSxwlyW5mnjDuTOqQoM9Ny8HYLKpMgHs5aUvdhf7eCSAH4fACG/Cd3ZKnYjTltEFbuz0NKN0pBC5iUJoGAOwf5wdLUspDJI4Ry8mMV0mxp4V+BjPByXY/C+znc3xIUB3d3wMc8uH/tGnjoNo53VC5NKj0vpkuJqiNAl4yTGyISJ1MqkFNo9mTaOY3MukLs6nBEsVuWhpKhHLRv/VsLwvx2MDHdRIAAvesKZ09ZlqWguAHpUmJgZSiUHTV3Y2HfzvE0m3s5cmZVSG8jFCWWYvV9m6c4UJWFSwWDkkv3kmOglZeCnXrrVyKpFWPfCWXg11SghQDs92JLd0VUWkciaBVAJmS1MKH0Ib4mNs/xZUUCWySSdWpI2FbHnGGIw0xK0ag+slCehBHdc+kXzTKVoVLUpQYOQBclmINLVEUinpMyqzzLcSRLCyNK+m1TBGZl1y5YDcKlEGoulu+L4KWRJ0hy4KulCaPva0Y4lAeSvW5DhQZmt8LQtbYz7CsFgRMmEamCRe77RfMsMZagnUVJNjvuT6GPMtnr7VZQARpq4Lc/OMMZjVzFAqOxZrfdYEkqvyLJXIvk2I0FTAfwb/tExtX2Br5wukBSgoJFSVAEV5j0ghMpbspJYGr1YD7aMHSOjGVooxVSo+frGWLy5MsoIJINFOa2uPjCfG4riSh1KDbKUlwSxdiHjXArLKSVFSUrOly9CAb71MaVcboCizzEpK9RQWS7BLdB1gnKZYlYiQsJ1EzBfqwb4xnhySCR+o18IrgsQFz5SmdEtQd+etPyESt06BLo+lzVrBYoUxFtQLc6wHipwGgsaLZnBNjyMM0FE2iklAFA5006AGBsRlqVFCdQ7N6pBqSAWL+EB2+tokpsxGKQlAWoKBNQnSavZzFzmxPF7qbM3rBUzLa8I2FDW3XaLTsEpeyUDz7orFZB0xUnHlc0CWpIT+YuNLee9oNx6lLSlCVBtSXIoRxC3fG5y9Ogy3Fq8+jwHOwzaUgPxJqQGoR/PfCZeUXvf5fwTyS2WmZSsGig3W8SNEZY4fs0jvCX/wBsexub/wBr/v6C2/gcLTHpJAi8Ro9HiVB8PqIcm4szfvHknBhJJ3PUn1Mby4vGjHVsxyPthRQ/t+ZjlEmOo9sD+IP7R845YXjize49P6b2GrxtKgcGNJaokuzp8DFFo5n20lFSZQBst/gRHSSDSEntHXT3j1EWk9JnLl9rBcrUhmBr+9aeEaTEhiwrzgTJJXBLU4chRPNnp99Y2mY4vNZigKKdNhRki3cYjx2zjDMUoTA5UAwZhaF8vMtCShJIc+8kAkW5i0CTMeVJbSk0Z7EbevzgjMcKESkKA4jpdjzc+cVindgXdAeMzCcUpC11KmcJDAsahmY0hhmU9XAFKcaTVubV62hfm8gqSS7VcV5QRmM5Ilo4tRSCX3Fgz9DDp20UkknoKwWL/wANKABBKKHnxElj4iMs5nyyuUECyS7UZiGfqKwvwuPHYSEChSirgFyb35QLOUe1FTRNPE/sYDbuiaH+X4hCUL9/WaOLWYQvWt1ksAAn7PfSG0jADs0qSQHS51PUm/d3xz2IBSqYegHfTc+UK029mStsPy9ZAQUjivZ6mC5mJJ1OCCamjRngClEsKBBUySBy5uOfSDcrxKFGYpSXIIZ6miXb4mBxtNmrtitaBqCmrVLxtg3ZRo+pRa27fKPMwmgzStIagTUVBD1Afu8oOy6QBLSVgaQWJJqXNT5mDL20ZvRhKkKUdKfdUXJFxWvwrDXLMsEuehH6psseAYnuqY9OMQhLStKjyd73JMYZHjScQgTASVTkkEihHCPlC9aJs+riWNt4HxclJ0DSCNW4/wBKo3VISdoyn4cEov7z0JH5VdY6px10v7+gtGa5CQQAkAc/4iGUCTp1DSbuWPdWCezP6iPL5iPDKV+v4CEeH7fwDiDIkso1Vzc/vAOMKwpAemscRCbO/J4ZrlqIqQfBh5PWMMctXA6AeMWPf0ERnClq1/egNHisaoWBPUJDH/8AUeRto/5Xp9YkNWb5/Zm2GPEKoyEnhZ9rmMzKOli3TYdKPHYmylF5U71I+MbvC3DKKSyphoWIIDHehYGDNRNQ3iYEHozRx3tTMeaWjnlCG2czHWrvMKjHHl2z1Pp1UUQRdEZxeXeIouMZFo5z2gmHUlmar86VEdFKfTCDMf8AMHcWi03SRy5faxfkSwZctJuB47GsUxSFJ1Ja6iXH9xPo0MMvw4SoFQPu0D3BZu9gLxWekFBOoe82lq/WEfuOOxVJB4laTW3xePcQaJSXCgav3fvDLBHTMSpnAuPpAntBidc2WQCGBB5moqWvFIb2aPuK4z/L5ihhTjcTLQAFFhUekMsXiAyRYam8Kj6QFjcOgg6kgnZw7QU6ZTI9m2X4P/CyJgU7gBt9/OMsVh1hYIFyEML3+pi4mJZIZIagAYV8I3lqKizuxevrGu3ZJIcKWpMoIWz0CSGZhXzFoS4uYCpRqXUBXdwkVY+kazFXB++cCysOANSnIetTya3OFTsMYh6sQCkDSAdiOTH9oxyucUKUdwoXFPdAMYyaWLhlG/K0XwlUnmVN6D5Ruojf6QufmqVLJUXV0DgN3RpKxGpPCdSeRs8ediNTCzNfy9IDVIKHXqOntKDbYO8T76JjdahpQRyFu/8AaBzNUns1pLFLq8nI9I8QvhYeHiYpOLhID6q0PcAPUwqYr2fa5bkAhV+Yf0aKTyoFDMeLu/KqLSQUgDSPCM8QeJHCq5/2mOxv0eb0KbpUrcDz/aIZp/SfBvrFe0HM+Ib4mLJmjmPMQ6b+f4MQTOh8n9IFxc8OhiBxV1Bvyq5wXqqzH5QNj1kKlMBVe/8AaqEyXxMbCcP1p84kQp7vKJC3L+/+mL4f3U9wj2cKR5EjpXtMAY258fQRhhJh7ZQcsyKPSx2iRIVdlfByOPuYAEexI5Jno4ejxUXREiRJdl2HyrGOczA/jyu8+kSJFZ9I5cvtYhyJZ7RYctqV6wVOLTJjfqiRIEvczjZtgZh7VnLauffA+YH8cdx9I9iQ2Po0Oxf/AMMf3H1ghd0+HqYkSCwz7RkscSRtqHpBqby++JEgoxtNSHVTcQOk/heJiRIQ0TB+FX9x+cEYT/LP93ziRIMugf6RkBfuPzhdjVHsxXf5iJEiWPsRjDAG/eY2me+jv/8AIRIkDyDwfZ4yme8nvPoYkSPQn/0KaxVSQbxIkNLpmBp6ALADuEJ8JOUZiXUTxHc/pVHkSOKXaCjpAIkSJHoCn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48" name="AutoShape 12" descr="data:image/jpeg;base64,/9j/4AAQSkZJRgABAQAAAQABAAD/2wCEAAkGBxQTEhUUExQVFhUXFxcYFxgYGBYYGhcZGh4YGxgbGBoYHCggGxwlHBoVITEhJSkrLjAuFx8zODMsNygtLisBCgoKDg0OGxAQGywfHyQsLCwsLSwsLCwsLCwsLCwsLCwsLCwsLCwsLCwsLCwsLCwsLCwsLCwsLCwsLCwsLCwsLP/AABEIAPQAzwMBIgACEQEDEQH/xAAcAAACAgMBAQAAAAAAAAAAAAAFBgMEAAIHAQj/xAA+EAACAQIEBAQDBgUDAwUBAAABAhEAAwQSITEFQVFhBhMicQcygRRCUpGhsSNiwdHhM4LwJHLxFUNzorKS/8QAGAEAAwEBAAAAAAAAAAAAAAAAAQIDAAT/xAAmEQACAgICAgEFAAMAAAAAAAAAAQIRAyESMRNBUQQUIjJhQnGR/9oADAMBAAIRAxEAPwDzEWIoJiVMOwjQELOxbv2o7j8fb8nOrA5l0+vKknDm/muXpHlrCkEjWZywvP6VxOMWcMIfkWOFY0T5bmNJVf3H0q+cWluSXzKeTAaDoKRrrkgFgVcEnToTOvQit0JuaZvV061WoJbKTjvR0PKl9UbO7IohBnYhRzAUn0+1UeK+HBcQhDm7GJBpf8N8SbD3AHB8tiA07DvTDxfiRS//AAodABJHM7yvWuaUWtoRcl0wNwjjlvAWzbFlnxDmXLSgSNAnVlG8jma9v+LcQ5+cIOiKAPzMk0bxeFtY23JIW4ugfYg9GqlhPA1wavdTsBOvuRVI5Vk/2O5W7A13imIMzmug8pn9Nf2qZVN1BntuotSQCAuUMQWymNpAJ+tML+FnC63wP5UQgfUkyaFXMA9s8zuCskZhsY6yKzVDKSJ8E1oGLSsA2oUtnM6cwBIMGJq9ccW0m8yjnLED2CgepqV+M4ppCTlbIIKiM4EAD/uJnQc/ep+DeHm/1Lqtm5AiT79Z7VVLWzOKu2PvDmTEYcXLP3R0ymRMyDzPKlXHYs22bymcAmSiZlM84168hRDh3G7WHS4A+UsAIMiDPMHYiI1rL+Ot5QzhgTH8QIACT0Y9a5/FBT5IW2gdY4fiGDN5+IE7K7uhH6mRUXE8BiXQLK3CukKxlhr8wJGc67noK3sm+zgWcVE7rdiNffem3HYK6qKbaJdb76n0Fu6Hae1Bv6hbjTXwNaEyxxBzhrhuMRftkAhkBDDSM3NeYnsKBX2ZzmJJnoI9qeL2MsvmtXgbFx1Kfxljf+bZhtzpK4hwe7YfJcZtNVI+VxyZTzFUwzUv2VMZ9HuHkXUDxpoQTqAf7Ux+KMeHuJYtvKll0k5FYaI3vBZfYUmYi31BzEzJ/cCigRr7IqKWdhoNATAJ0mOVVmjelRF4itvhnbDmNYJy6iD+E9DTNw7Dg2bcZTI0IEaDr3qpx/g/2hcO2e1bu5Cr+Y+XNlgLE85JFEuBcKfDrkZlJknsCfwnpoKEa46BkoocWxb2bgUQwUKIPSJ0PLflTr4N4rgMh+0Ye27sA1tiqsznbyzOgYEacqSPEVwNcOkEABoIInltzrPDeJtIZuQJYgOZhDyiOdB90LD8dnnEcNaa7cdbq2f4jMLBVoWDIG0EV5x1xdvtdbELfLBS1y1bKgEj5IO2WIii2K4lhWaXdWYfNGZg3vGxrROP4fYG2v8Atii1rTC5sBi+wBWdNeVRFDsflPPaKZMbwRdIBHSNqGi3llG3GlJBRaJKW7Qs8UsBIM6k9ZJ71GLhtw0A5hI6z17Ud4pgVddZ020pZuW8pmQR9T/4qySqiy2MeCvpiVNtvTcjToxqTh+LRMOGvN6lcoLYnOwEQegA6mlZLpBkEg9RVzhtjzbqrnVcx1Z2ygDcyfal4gDL4u4EFxSDr6GWZKjcMD0kL+dMXB/E+ew7ZQbtpczJJEqDqVI7Vc8rCZMvmWYAgDOunSg78DEl7Ny1qpUjOsQfalljTd+xQhg/G2HuaOWtz+Ncw/8A6Wrl9rd1MyFWXTVGzDX9VpEv+GSpg3F+hDH6KN68sYM2jmtXbqGDyjX+aCRH50/FMzihnw/Dlu3VIAJX1RrKsAATruD06rRa5bKRJg/hM69z2pR8NeIclzPdk6RCgCZ3MzE7mOdEeLcfN+5ksi4RuTmUE+5nQdqm46NxbZW43xDEBj5IEDdsilifqDAocviJnRreJti5MQVhDI/EBoauYXjCq+S96DMerVT/ALtxVji/DluAFImNNRr3U8/an0ka5LsoYvDi6ga3KXeUGFeOUHQH2qvwzxVjLDZC0gbpcUEf3/Wo0dwxVpkkZQF59Y2nbSiVu3bxqeSzhMTakAuMmYcgZMyDoR9aEL9lF1YTHjHD30NrFWdDocsuB3B+ZTVI2Jtm2l7zMPOa1M+ZaPMa6gciOelLVrg90XbiMuV7YYkbyVGYhSNCSNalsWXuLmBKrIVQAxLk8hHanaA40XvsxWZdT0kbHvHKoL2OJteW6KXAXJdGjKqTC6aRqTO9EMbaW0xtohnSSZI66zz7UKRlHmKwbM2zRz/ORS9gT9HudruUEtonpJ11G41q7w3jDWWCPJtjRgTJB6r09qg4Fwu/f0WAitBLEgA84gbxyoxxDhGHwyS753jnoJ7L/wCTWXwM9kONw0y9oBrRVnMECCInfnJHpHel/FFxA+6No69dedFsNhbty35iqHVsxCA6rkkAlTA7yDzq5wK3bvq63ky+mZ1BgaAgnWZrJCi9mkRB1/Widzw3cGHXEsyKjNlUZvUf5gI1E6TU1nEjDks90P0VR8w6E/d7xT/4Y8aXxhirYOyxLSpuMtu2LekKFyltI6UtSukFcfZOcEFBUGQJInkOgpV8TkLfTNpnXRu4602/bENvNI2/fakPxfa+0XRluWVVBHqcTO507Vo8aIRTbJzhTtQrHcCAaQNSJynn1ir3CMUllVS7ikM6KFBYp/u6UWxQtsAWbMBsdRE1HLn4eiii0c/xeBho0B6T+/SofspmC6fnp/mmjjfC3IPl2yQflYEEd9B/Wl4WG2CFW/m2HU6/tV8c1JXY6fyWbWGkDIQDzH4h1Fa28G124qKAWY6fTee0VFhVe2GUwQdh0bkQevbnNOnhzhbqouEephzGWByH5VugSdBHhXA0tKAVVm3nl9B/et8Xhy50AIGmgAAq2DPIn9B9K0u4lRp6eeg1j3OwoSl6JXYAxfB7Vtrbu1hQDqHLCenpG56VgsWm1ZEYgyCABl+i1txlbDyzW2zR9zNnPQkcgOtA/IvFhcw9vOXEG6NSpT0sBPyk6fnUnjk13RSO0Mi4Gw5GZFJO0gHX2NSf+nC3ICKq84BX/FCrV1rduL1u7nX1FtGUidAmUTPWar4LxhdLZXtI/SJtsR3I0OnUVsXPafoDj8MN38IpAzLO0HnpsQRrPehfilFdc9y0WvSAL66Z1j/3ANMwA3rTEcUtlC9hbtm6pllaHtkcyen6Va4Z4h83WAVCRdQAGTJgqDsDpp3qtewxjJATw7jlVP4190CXC1pQJhiIzs25EaRzmpLHHUtFnSD62HlyQoU657at8smZrTjvCLebNhjowzZNih5r/il1j1GtPVux3KxlxPiW1Gtpsw2jLljuQZqHDcQssZDFD0I/WaXxbBE696nw2FnbU8tOfSOZrOjUhsucXuWbJ8lbUE5i2WcxI+YaxOm1LhsveJuXHLE7E6z/AEAosw8izkuktIPpAByz3oTiMZltC2pMAyCQAY6aVkweizw22yugFxlOb7pIgHenBMZbYFbgBCKCzvlhiOZB0n2pO4DjoIB0Akljrr9Kkx2OVrrAj+GdJ5husch2NZXYklbHNsMjBTkTKQD8qnuDoNqo8WxRFzJ5zYdioysoXIyjsRoevWhPAcYbDhZ/hsYKnlOxXtRfxA1tnW2MpIBJJEgTsIE9KKVAWnRsDlRk2GkCnDwR4Cwt7C3WxFpWe6SQ+b1IkaFTspBBNBeJYRM4Q6Fh6W/uetDlshMyYg3zZIIZbFzIzAbb6ETyrhhKpXZTFKnTQL8VeH+H2j5dnGI11Zk7iZ+RysiR1HOgOC4z5ZVTJAGV51nuKo46+mY+UpQDRZMsRrGflmjQkaaVVtvJkyT+9dfjTVPY0lZ0vw6BngGbTCRr8vcUy43g9pkIaCDtPLvXPfCGOKtlblqvTuBXVLBDW8x2AM/SubHGpOMiE17E7gvBbagXHGZ5OQRookwY5sd570VuMPmY6Dpy9utUMPiySSNRJAA3PSg/FsUVYPiHNoKSUso38R+mfLoo7V1RetC8bYQ4hxggaAgSAFHzuToB70LxeDvPIZyBzVdFHad296h8MYpsTii7CFtqWUdCSFBJ5nU02ugA20oKPyFqtAHh+FSzJ1ZubHUseQBo7w7DhrWbZmYk5RE8hCjtQjG3ddB7D9hQDiviDEBfLt3SqrzWAT1g700q6YEnLQ3Y/FpZjzXFvNsHMsx/+Pl7nSokw1q6GCgSCJ9B06fLGX3mucpe80MtxixOoYkkg+5/UVNh+IXFQnN/EtaEH79vbXrBjXoaTx30Vjj1ocmwdtHAVkNzUQbh17fL/equE4Hbt3M6rcQ6+iVZCDuJA2G+9LD3y48wbTvzU9Cf607+HcYMSmUkC8o9Q/GNswB37ipOM+kxXJxKGO4e2keqPYN2/wC78xSnxrDL5k+ofi027074/gWLQ3bmGC+UlvzHViuUROYANqdpgEUs4rFJik0UJfAnLyuKN4PI9jTY/JH9tlE3VgjCWGMhCYPWjODK4cZiQW5k8uy9e5oXZxQQZRr7f1rR7weCxM8jGgHYVcG2bcWxTXXOnbSpsBaBEOAY3nWoLmFPUDSQOvt1r2zecA5TPaKyYXaN71o22gfKZjXVT71nmM4ClcxGxCnMexOxFV8RiWbQkETOoEztR/G2GsXblpLiXvLCsGEaBgGKnlImNJHeswcW0ZgMOwGR0IHIgz9O3apryFAWU66a9f8Ak1HgMcWBJGo3y/vFX5IlWB5ESCNDQUqA1oYcLgjcUO5OuoFTYjh6vAIM7TzAosbcADtVe+0CBvUZ4zm5MTL3gu3nLZ2KztpVReH2EbK1hgRpmBB/SmvGXXDLatL5l+5olsRJgEkmdlABJJoXjeG3sMAMc9kXbh9CK4ZupFyPlgRHWalk8ijaOnHykrfRRseH7bOrpcIgyO30phxpvraZbYLSOXTnSpj+DsDnsMUfeJMGjHA+P3EA80QedTjLnT7r/pmhbxOPuquTOyDWQNDA/Ed6BKmZmb25yfr1rq3GuEWsbazJlW6BoRs3OGjcVzG5Ye1ca3cEODBFd0ZRrQIvQzeAxkS5cP3mCj6an9TTJxHFgLrpoSaT+CX/AC0J1IXMSY0Bn96qcQ4xcutB+QHUA/N/4/rWUrA42WeJ8aNyUtggHTNzI5x0FDMSQMy9P7VexvDYGZcwBgjqOlDuLNKohSG3L/iFDi2ysKRRxGJQuhtpkhVBEk5m2ZjPXpXvErRENO4ykjt/gD8qgRADO8VJdxBa2B+E69exq3tUURpgcQyn0nfQjcEdCKZMORbuCJMaldQ6d1PWIpUsnUe9GcRckqwJDRrrrI51PKtiZIpnQ+IWji8NlLzI9FwGNQdrkaGdiK55xDBm0xVlKuuhB69R2imrwhxYZjabQtOnJu4H4qj+JBBNtgNYKsebAbTQRGNp0JNreRyq3h7pg5YEage+9R4O2dYEyDUiWgpBBDTIPY9DTNopZPbOZlnlt71J5ZX1poZ16Gt8JftgG2xJkggjkedeW7yBiJ05Enf6UkXugs9/9Vu+Q2H9ItNc8xgFElht6t47Ue4BZvX8PnW3Ys2MLbuK94jKbxcg5SY9T9KXleSxjQ6Dt/mm67x5WtYC0mEF02ZVsKSTbvsR/qFANXnmQdzTcl0aIuYazqXhsu0ifrPWojirpP8AqsY0EmdOk103wb42tWVu4fE4YYfKbjW18sAIxEm1lImenalO7hMRxC69xMMWYEZ/IUIF3A02nf8AWlYeKR0C6YEyB3PKlPjPii3bzLah368gaUePcYv31Nx2ZLcwFXTXp3oDh72vQ08natE8eBN/kELXiHEWsSMQjlb3qAaJjMIIAOkVPwq1h8UXbFYt7N9mnOyG4rzuXYGVP6aiqLOLmjKNOe31qrcsETl1/egnemdLg4ql0M/BuMx/DuNmAMK46Dr2otxXAtctnIQHjQ71z0HbcEUZ4H4na0QlwlrfI81+vSuPL9LJPyYu/j5J8TzhXGb2FfuD6lOx/wA00cX8riFkXbWl9BJXmQNx396g43wpMSnm2iC0aRsw6HvSnaxFywwZPS2aP7g0+KaybWn7QjVsO2Lf/TkHQse+5Mmg9y95ZaFksYXN90Df9/0pmxgLorARngxy15ilG8QWPbTSujVAVpjF4X4gXBtXDP4Z10PLX/mor3j9llD28sDRxpEcj9Of1oFhTlcMCBB/80xeIeIK9vDXF1MOGHIjYgj8616oHsTGOjVVUVYxohjHynUe1RWastI6IoksjWD7V0b4f+H7WNvC1dUxlLNlMGBtHeSKReF4cvdVQpaSNBzk7V021w2/gLtnEBGVZLLzlfvK0c4O1cuedNCyTFzxt4LvcNa2/mK6uxyEaOpGsMOsRqNJoNxbibXgmYepR6jyJ5EfSur/ABgwtzFtgbNhQ3meY4JgACF1Zjoqgaya594Z8L+fcuC9dWxZsz5t4kFAQYyqdmJ1indehHGyDgGBKWzfYEJqqHqd2j2296GY6/mYkiB2/STzNNfizjyXgljDADC4cZLRiDc0GZ29zsPrQDh2DR5u3yVw1sjNBAe4TqEQfibrsBNLGCUm2K/gX3aTPX9a9FX+MYwX7rXEtLaSYVEnKo5AE71Jw7BZiJB15bT7TTuVGKoQgZtBrtOvWatXcYxuLct5rbhV9WYzmXdlP3QTrHKrvD+GK/mBjlAggnrJqq+HymD0qfMyskGOuO5vXLjXLkgnOZLxvP0pv8BeNLeEuOl3Otm4cx8vLmVgDEmJI5QNprPB3w/fF23ul8sKwtoCAzONg8/KtKfFOB3LF97NwAOh9QGont1FNbStlP6Ur76kMCxBPUgdgNhFDcS4mAKkxeK9bFDoTPSZ7VVsDM/79u9VjH2w1ZdsMQdYggiefWKnxSOoUshXOMyzzHVa9W0zEN90aCem01tw7DrcZluvAA0Yn5Tyjt2pG12OsjRDYveoEii1mzh7ml1Y/mXQg940qLAphRbIuXMz8gEc5v8AeDA/Kh1++onLnA6EillBvcXQ8c0emhlwKfZLiKHz2buk/hbkD+Yqfj/BPMPmJAcaEHQH/NKlniEaAnfmBTDh/EE2SXYFlIHQkda5MuLJGSyR79/0zhByv0Qi/dCW7OQsT6JXWJ0gd5ihPEbj2mZGQIV0yxsV0IPU70WtcSEiG391I57/ANaq8StC7m19W8k8z1PerxyO6kqGngS3Fi/hmInvRK2zMFWeyyYALHr0ofctsrQREVbv4V2QOAcm0/8AOVXlTaOVq2b+IeGnDu1lirFCAWQypkA6dtaFWxRLGcGvW7Fu+6fwrxItvmmSpIYRyOnOhyGqLqikdDJ4D4fiL+LRcK4t3R6lc7LlnU10bA/E10vLhsfatlUYI10SYcekuwiCpG8daXPgfdC8QiYzW2A9xrQi/wAHvY3HXrVgKzs91twohSTJ6VF05UZto67xzxZwtrV0rikLGw1lcquxCSZCgrAJJ/QVw2/jXZFtZj5aTkTQBZ5kDdu5quJ2Ig7Ed6kRKVsRytkovemP+dqqXWk05/D/AMLri703Sospq4zZWc/dRY113PtVPxl4ftYPEkJcW6kklB81sScqMeenP860X7Foh8F+FLmNvIhbJZ1uOf5V0aAOfKjvijH2HdbOHsGzaslgjNmDXBpJhuWh1pc4St68/l2fMGYMFW2SNDuCZAg+9HeO2b+HwRw+KsjOxQ2r7HMVtjXyUOvOdJ5mhyb7Ga0Ld7GgkxGXaOsV0D4a8Kwt1Ll5x5t62DltufQOakDmdI+tcwfDnMANSdRt+VGOC4l8NdD2nysVZGmGEHcf82rWuxVY98A8Us3E0u5BbF6LbopkGRAIJ5g61D8ardlb9m6rRfdCLicyo+Rzy6ihHg+0pxtjM6oFbNmbb0iefcCqnj7h9z7c7XMRbv8AmS4uIR6VBgIVBOWNgJ11NFO1saxCa0Bqx57czUw9IAAhm35QOQpnw13CW8HeLlvtpuDy/RIFuBME6QZafaly3g3f1mFWfmYwJ6DmfoKtyvsZ6RrZJ8xZYwD3IG/KvbCEaZpBOqg9NiaJ8GvHDMzo0l0a0Tk0AuQCVzc+/ejF7gd25hvtirb8lWNs5SAynb1L0mpynRq0Lj260XDe/wBKtXcL7iofLIE8qRSI0eeUOY+vP86qvw5iTl2q6pO8j6xU1q9DECNAJIOho85IZMEeQ6EbgfpVu3iqvXmnKPeht22Jgdd6a1NbKQytMJX7IuDvyP8ASjNg2l4cyM6i6TmCz6jB0H70tYfEQYJjareOw+mZSGHMrOnQ1CUG6T+S2SKa5I634F4VbxPA2t4gDyy14hnGiEEw4PKDzrhF63BjQwYnrHP611XC+PLH2DDYU22i2CLqCIuETl16EmTXMeL3Va+7BQqsxIUbLPIe1Wwybk4tE3XoI+F+MNhMVbvJHpOo5QdCD+dd68NcGwf2d7Vp1ZsSrM19NGbMTGUjVMpOgmvmxjBpl4B4gvW1y23KGIMfeG4B9jRyJraDqy74g8I4jBZTfyw7OFIOrZTGaOQPL3qLFcIuI5tlcpVFdgxA0IB584MxTvwc4niyBcS6r9kfzDfRc1wgjRAnynaZM+1TXvAL47Em+mKW9ZuZT5jkeZoACpRYEggiNKk9iuKOdWsZ5bqUIDLsd4PWjXBlW5YxACea7Zc7EEm2DrO27kRPamzxz4Qa2+Gs4XDFkVCJVZZmJ1L86EeMcMcHYw+FtKwuuGu3LiSGYAxlgfcB116Ui7oXiDsfhjuysB1WY/TaheItkrlzs1sahSzEIfxBSYB7ii3B+P5vTdHq/FyPv0NFMRh7F0TEHbMsfUGN6dK+mD+AUeD8YhS+VhUQXZDrJQmJBOgOo0PegGIgPmJO50ide5FX8b5xLWUdsh0dS8AwfSpHMCdBUdrg1wNBiDuRRtAtGWbisDmdTpsdiPrvUeGsBSxUdOXvtRDCrZzNbGVbs/ORuPfl7V5xNnETEjZl5j6b0G60bRSX5ZedeR1ra2RlIyocwAlhJQAz6NfSamxF4KCW0A3P9Kq4N8xJ2nQCm2DomNguIAJ0Jjnpz/OhDz5lxVJgtm0Jg+45/wCKJPeKkwTPMDT96tcExHkYlbyWkZwpgXASoaAM2XQkjfXqayl6CgUuKUGCCRzb/m9XrmHRrc5g0zIAO3Izsd+W0VtxnCm87XGCK7GW8tQinvlGg96p2MSQ/qHpEDKNAOmU8qDSoHbI+L4QuwuC2AuVQ2RCFWIUZjqAW77marYY5TMH8qZMXeCo6qXVXAJEwCAQRm/FBoPisQhCeSHVssXCSDJk/J0Eda3JvQ3G0QMf0qbg9u2t9ftNtmSZKTkzHlJI0UmKccH4bs2sA2NvsHZkItJyDnRZ6nnQ7iWBxmLFvEPbgXSlm1GkkCAQOS6EyaRT0ZQoBcZ4eqPmtSyDTNuJ56xtV/w1ilRvWAbbhrd0dUYQxHcaEd1rsd/w3hblsIbCgZArhfSCYiTG5FcUxeBOHxFyy0yjFZ6jkfyipxyOUafo6sb/AMWCr6KruqsGAJAPJhyNUMYvOKJ4zDgMT1qPD4TN8xAXmTXVCS7OeqlRRsYaRmbRf39qntYoTCiAPzNQ45mLFSCuXZdoqG02tVatbGO4fCe8uGw929eZEt3SVRiwksgMqehM6DtXOryPbfzlzpnZmR/UuaSflbY0GBlcpmAeun5U+cG8Q4ocKuWFwzX7YJU3n9aWVOoVV3BG87a1y8f6DsXjxK+WLeddzHSS7yR0maZvAXiR7WJVbiG6LuVCwBZ7azuo1lQTrpSlYwbGCxj9T+Q2pp8D+Jhw+8WZRctuAGMfxFHVD/SlSd2KmmzPHnD7di+4TLmuMzQD8gzEctNYJjlW/hwYGxhrrXWL33OUAFkKqRpcA5wRqaDcYxfn37t+MvmOWA5idv0iqOL4gzgBnLFFyoG+UJ+Edp1ihB7YXRjEX4bMGYmG05gwD9Vg0d4ZgWcpZsjM7aKJAP5nYUEtcRDRCIGB1ygR+Q/aulfCLg7vdfFXB6EBS3oNXMZm+gkf7qaSt0LFWxBx/DCtwkA27ymHRtAY0Mzz/wAVWvnkNP5T93tHKm/4j4f/AK+9mnXLEctBBNKRwZM5gSZmSQTP501+jPTPeI+HcRcwn2sa2lcqRsQoA9YGxXMY9weVVLKtaVlYQSQ0aHWPTrXcPEBTD4J5ACKhGUDSNdIHvXIOA8IvYt2Ntc8SdxAnuee0Cgp6GnCuiPgd02ryXmAuG2cwRpyk6xmPbQ/SnLxfxO21pDayFr4S9eIClpC5cum0GNO1LpwpQEMNQWBTmCNww61btWBi7SWbYRLlhHIUb3gTJYc8wJE+80ku9Gh8A9AjqSWysNwd/oOdCrloa6T+4o9e4JcS15rKGtTDMN7Z/mG4Heq1jh4Lxp6oWTrvpPvRbclYF+LoD4m4lzy98oPq9pEx3gU5/EHw/hcPg8I2FUFWZpuHVmDAsAzc42+lKN7AG1cdG3RipP8AWug3+GviOD2LaDMwYMg/3N/Q0nOtDpAHyWucI8whmNq4MuvpUA75die/c06+CfFIxlry7gUX7QXQCFYagMo2BEajvUJxC4HDrhrqDyXsspudLsEkHsf6UlfDfFeXj7WkhpQ/7h/cUmmqD0zr6KQa5Z8UeDlL64n7t30nXZl+mgIj8q7IluZJpG+I/hS7ibeexddjblvJZpVhzZJ1DDptSwi0yi07ErwIMM2JT7SEyjOQX+QmNA0/Uj2oN4puWTduHDgrbe4xCxACAwpXsdT2qlhypEEb1bxjs5zOSQoCrMaKNgKqnxYMqvaFviakvnJJJ+YneqyLBozirYKOTuNQOtCo0FdcJ3EmuibDtB1ro2FxrWcKMNYuQj+u8wBBdmAlddQoHp03M0q8D4VADMPUdp2WecczRrzmUk3FATZZb1NHUchStbJuRC+G6Sfat+CcHXE4u1hyxQXSQWkEqIJ2P3p0+tT4DiNy3d862VV0mJGYCZGx30O9D/tYV2dxmkyTJWWJmVK7GdRFBqxYjJZt8Ow1+7YxNm5fFtinmq5Eka/6akRzE9qVvFd7CPiCcDaZLICj1ZhLc5zbdKJeGuFXcTduJZwxDhc753aYk5fmG5/Wqn2x8HiRca2Cwzr5VwekkiCHUjQwZkdKVKirYMPDQhD5whOmQycw6aU9fD/xmcGSl3M2HbkBJtnqBvrzH1pHthnct96Z9IkqN9B91QPyohYVQAZzGSS2YR+dFtsmnR2zDjhvEGzjJcfcgyrHT7w0OnahPGvhsjXUOHyrbMi4rFiV0MMh5ycoIPc1V+Gvhu3cVcUzAjN6FWRDLzZuftXTBTpJ9lqsVvEFk+QQDGlLvgWzLMx60z+J7oW0fY0M8F2Itlu5qDjToquhDwOBTEYvFF1JDXjsxXZiNY32pyueHsPZsgJaE5s4dpZ1MRKv8yiOQMVphOGqmKvFJh7mY9iRJA7TNH+KXQqEEcv6Uu7YOK0U/DtoeU5Kg5pzSNGB3zdaXMP4ND5jbuZAGOVCpIAGsZgZ9qceGDJhhpyqLgwm0WjeTTRVRBJJvYgv4a8/iTlh/CGW45iQeWXvJWnhbukAARoI0AHQdqzg0lHY/ib+tQBoQtHOkcAVRV4tgPPsXLWmZ1OUnkw1FK3w78Nul37RfUpllbYYQS2oZo6AbHnNPw9QWBG1WsdYYxuaik/QHG2R/am2jSpbd7TSq1nzJ1QqBvIOo7dK2UampysJxrx/wzyMfcIELcIupG0N835NNCrozI0KSV9UyfSvP09Nd66R8YOGg2LN8CSjlGPZ9R/9hFc3slspykjMCpI5g7irp2kyjVwo0wOCXEPbtT5YY5GeC+5+bKN46UNv8LNnE3LJObynZZiJg6GOUiKa/DPD8ZbjFWLLNkJykqSCY1IHMDr3oFexBlmuH+IzMzEgyZ5xVYTe0c20grav5VJ0nkP+ftUeDwV6/di2r3XP3VBMD9lHc0GTFnlPuf7V3P4SowwAIPzXHO3eqpP2COP2xV4H4IxeGurfNosy7AFX/MkxHaKsY/xTh8LedxhcO2Kn15VAYNzzNBCH21po8c8cxNtPKwdm5cuto1xEYraB6EaFz76b1xxvDuLJ9OFxE8/4b6k7zI35/WjRR6WgliviRjFuXHsrYsm42Z4U3GcgQJdjJAGw0igHGvEV/E+ZcvFGuEqScsZdIBWPl/rNHuH/AA54hfEm0LQ63WCn8tTQTj/h+5g8Q1i8QTlElZghhIYexH6GjddiNsE2sc7I6iFkDNlUAkdJGoB51YvYtQ5FkN5YMqbgUXNQJDFfTEydO1aYfgl1ifLyPHNWGnuDrRPF8JxGVM1gKFUKWT1Bz+JoOk/lWlJCoevAfjuzg0W1dB8q62YXAf8ATPMMv4Z5iuvWMfbZQyurKRIYEEH2NfNNnhN+6jFFzrb1ZV1ZQfvZR93vUvCLl/DnNZBKnddYPeB+4oJutFFOuzuni/ClwiruZn2q9wPhnl2gp6USdAWnoP3qWKPH8rLXqhcwHDz5rsds7f2qbjeDLUaspArZkB3rcNAA2KsfwdtANvpXvDcOVsbcv6UXa2IivcmlFQML/CrGXD99T+9QPhCLAHM/1NMfkiIr1rIiIpfHowDs4Uh0HSja29favVtwdq3IowgkazW4oOhqA4FelTxOvOvYPOjKCl2jAfxLwVb+EvWT95CQejLqp/MV8+4ZgpmDIMgctP8AxX04a+cuPYTycVetkfLccfSSR+hFSywSWh4dndbrXLmHTyAoNxBBMBUDKNYHTkK458YODpYvYdbagDyIJ5kqTqe5muqfD3EZsFaJcsYymfuxoFHYCue/HK+GxNhea2iT9WNaMVSkTktnMrCaivo74a2MvDrHfMT9WP8Aivneynqr6I+GlyeH2hMwXH5Maqn+SCv1GcDvWEHrXoNek1Ri0V1tVxH4nqTxN82oCIB2GX+5NdV8ZceGFwzONXaUtwY9RB1+m9cGvh3fMSWY7kmST9a58k1aSFkifhlplZbmUi27NbD7LnAkDvsPzptw6ZllTB5jafainjbgPk8GsBQA1lkdj/M/zH8yPyoHwnEGFJHzAT9df3rlzy4tN+xXAN+Br1m3iWzjKzrkVthMzlPc9aY+I+H8K75sQpsMxOUqwRTzIkaZtJMxSDxEkMHU5WBGo0gjUH9K6cmIsYm0lu8Q63VDqTEMRqRI2Yfsaf6bL3FsaKtB1RrWzGgI43/LWf8ArnaunzRG5IOqawtrFBE431H61XTiRLluXSa3mia0Ms14TQN+LtGgrZeLPHyg95pfuIhsME16HoFc4g50gjvW9vGwsTrQ+5Rg2DXgahFjGaamroxA01plnTNotzWtwncfUdu1QC53rckmj5bCSzXC/ihbC8Svd1Q/UqK7dlPWuQ/F7gxW5axOX/UHlvGvqScv5rP5VpS5KmFOmMXwkxXmYa7agjI4Obl6h++lJvxnUjHJ/wDCn7mpvhXxzyMV5byq3wFE/i+7+eooX8XceX4i4gr5aImvPSZ9taWHVAn3Ypi2dI1PICuv/CLjpA+y3AADLWz3+8p7865BbvCRAMj8o9utdR+DuEVne4yz5Y9J6M3+JqjW9Ai9HXqFeJ+IGxhb11fmVTl/7joD9Jn6UQS5O+lUfEOE8/DXbQ3dCFn8W4/UCnnfGkC9HArkncsYJIkkwTuQDoPpTF4E8PHFYgFh/CtkM56kH0qO5P6UR8P+A795g1/+Db7/ADsOYA5e5rqXDeH27FsW7ShUHIbk8yTzNcuPE3+wiWyj4t4W2JwlywsTcKLJ+6uYEn8prmnEuH+RiLllQYRoWdyumU/lXYprjXxcxM45VRiIRA4BjXUiY7RR+qweVIMnSsH8VxSLGZhJ5c57Cing5rl8vYVvl9aKTA1jNBjfbTtSVf1K/wDd/SnX4ZWf+sSOSuT7Qf6kVDwRxuuxYZHehxO1a5BRduFHlUNzh7jlNdHgXpgcQYVG1e2sPA0NW2snmterYPQ0fAamVghqVL0VN9kY9a0PDu9D7cG0bDFjapRiVmCKgHDx1qxaw4FGOBexrZK+WRFZ5LawKktrHKpVeqLCg2RpaMdKuWJHeog1bA0/FGstBxQjxdwkYvCXbP3iMydnXVSPrV6a88yKPFB5HzUHZGB1DK23NWU/3rfxNxZ8XiHxDgKxCghZI9IidetNHxa4YtnF+YmgvqbhHRwYYj30NJWGuwZJ/wA9amlTZS+USGxruY713f4OYLLgS8a3LjGeoXQf1riuKZQFZIGsV3j4fvk4dhgvNCT7liTRW3oVOkNZtV4bVQDEmpFvmqbBaNjaNaEGpBe61sLorG0QT7188cXxLX8TfutMtcdvYSQAfYACvo/OK4Jxzhvl4y9aUa+awUDUnMcwjruKnMSa1oq8I4YXsYm8VkWkRUPLO7CfqFH60/8AwswDKHxBGh9FuecfOfbYfnRc+EyMDawa+ksyvecRpBzH3JOgpownDrdtFtoIVQAo7Ckhjt2zKFG6RW+lDVJHOts/erKFD8whlB6VqbAqj5p61sLp61uLNyRb8kVqbArRMR1rY4kUKZrRqcOOlafZhW/2sV6MRW2bRCcPWpQ1aS7WM/aiZpFWazzBVqFrR8KprWgcSsX71pnqV8CORrUYVqZNC0zm3xms5rOHcbq7r9GAMH6iuWWxCkzrqK7R8WsM32GdPTdQ/nNcYVJETz2qc+ykOje5aGSejAH3rv3hePseHyjTyl/z+tcGtWiUbXmK+iuDYMrh7K9LVsf/AFFaD2K+iVXqUPWeVWEGqiUSBqxajE1lYxPFUxweyL32jyl86AM+pPIbHQGANYqXPUi4k0Gg2iWawXD3rwYztUi4pedYOgcRpWlZWUwh6BWTrWVlYJtnrYCsrKVmR6Fr0mBpWVlAYlt3DFa3XNZWUEF9GiuTWwNZWUULZiXDVu21e1lBjxFj4oCeG3p5FP8A9CuBNue01lZUpdlI9EuHPpYV9F8JY/Z7Jn/2rf8A+RWVlaHYki4DNavb96ysq4jI1YipBdNZWVmZG2aTyrQoKysrRBIjcV5Ne1lMBH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50" name="Picture 14" descr="https://encrypted-tbn3.gstatic.com/images?q=tbn:ANd9GcQOcVSB53XgJZXs0K1OuYTGBIIVMLF9Ljngth2OvNL-qvFqgIe95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05600" y="3374009"/>
            <a:ext cx="2438400" cy="325539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Other Spices – </a:t>
            </a:r>
            <a:br>
              <a:rPr lang="en-US" dirty="0" smtClean="0"/>
            </a:br>
            <a:r>
              <a:rPr lang="en-US" dirty="0" smtClean="0"/>
              <a:t>Pepper , </a:t>
            </a:r>
            <a:r>
              <a:rPr lang="en-US" dirty="0" err="1" smtClean="0"/>
              <a:t>Chilli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1746" name="Picture 2" descr="C:\Documents and Settings\User\Desktop\Photos\CRS Photos\jan2011photos\100_362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524000"/>
            <a:ext cx="3886200" cy="2914650"/>
          </a:xfrm>
          <a:prstGeom prst="rect">
            <a:avLst/>
          </a:prstGeom>
          <a:noFill/>
        </p:spPr>
      </p:pic>
      <p:pic>
        <p:nvPicPr>
          <p:cNvPr id="4" name="Picture 2" descr="C:\Documents and Settings\User\Desktop\Photos\CRS Photos\coconut training\DSC0021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1524000"/>
            <a:ext cx="3962399" cy="29717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Rapid multiplication in pepper </a:t>
            </a:r>
            <a:endParaRPr lang="en-US" dirty="0"/>
          </a:p>
        </p:txBody>
      </p:sp>
      <p:pic>
        <p:nvPicPr>
          <p:cNvPr id="4" name="Picture 2" descr="C:\Documents and Settings\User\Desktop\Photos\CRS Photos\jan2011photos\100_3646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691" y="1828800"/>
            <a:ext cx="5729817" cy="42973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6477000" cy="1935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Fodder crops</a:t>
            </a:r>
            <a:br>
              <a:rPr lang="en-US" dirty="0" smtClean="0"/>
            </a:br>
            <a:r>
              <a:rPr lang="en-US" dirty="0" smtClean="0"/>
              <a:t>Hybrid Napier, Guinea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2" descr="C:\Documents and Settings\User\Desktop\Photos\CRS Photos\Chingam 1_2010\DSCN237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1651001" y="2235200"/>
            <a:ext cx="4470399" cy="3962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Fruit crops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Banana, Pineapple, papaya</a:t>
            </a:r>
            <a:endParaRPr lang="en-US" dirty="0"/>
          </a:p>
        </p:txBody>
      </p:sp>
      <p:pic>
        <p:nvPicPr>
          <p:cNvPr id="4" name="Picture 2" descr="C:\Documents and Settings\User\Desktop\Photos\CRS Photos\jan2011photos\100_372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743200"/>
            <a:ext cx="2866912" cy="2971800"/>
          </a:xfrm>
          <a:prstGeom prst="rect">
            <a:avLst/>
          </a:prstGeom>
          <a:noFill/>
        </p:spPr>
      </p:pic>
      <p:sp>
        <p:nvSpPr>
          <p:cNvPr id="1028" name="AutoShape 4" descr="data:image/jpeg;base64,/9j/4AAQSkZJRgABAQAAAQABAAD/2wCEAAkGBhQSERUUEhQWFRUWGSEZFhgYGR4fGxcbGhsdHBoeHx0YHyYfHSQjHCIZIC8gIygpLCwtHyEyNTAqNScrLCoBCQoKDgwOGg8PGjUkHyQsLCwsLCksKSwsLCwsKSksLCwsLCwsLCwpLCwpLCwsKSwsLCwsKSwsKSwsLCwsLCksLP/AABEIAHAArQMBIgACEQEDEQH/xAAbAAACAwEBAQAAAAAAAAAAAAAEBQIDBgEHAP/EADkQAAIBAgQFAwMDAgUDBQAAAAECEQMhAAQSMQUiQVFhEzJxBkKBkaGxI1IUM2JywUPh8BUkotHx/8QAGAEAAwEBAAAAAAAAAAAAAAAAAQIDAAT/xAAgEQADAAICAwADAAAAAAAAAAAAARECIRIxA0FRImFx/9oADAMBAAIRAxEAPwD1/I8S1LzAqw6HrG/6dYxHOUzU306egNz89tsB5nIoCGNQlxJ6DUO1tvnEslWbZyG7sLBDveb9r9cSr6HiEHGvp1FUvdahOlSN0CiZUd7ATjGMTSE1lZGB5BupcwS2rct3JsZOPWa1enVCNAZWPKSN4O6k9ZuO4nfCL6h4MGUNuFII5ZsZsO0kwT5wrcMhLknSqr1KennEOh+1xe3QAzB6xhnwAr6hYaFpALUUiBHIFURsSDrJ7xjP8MyDUXIJhGtAuNSgwb97qdpHxi/hCrVprTWUpvU1EjZVpkNFxYEFgAcT96GSGv1FxZqpYUwS4XSrDaD7jI6TAxjE4OygoRzVINxcRuZ7Rti9PrRqeZZtPqUhKlNiVmJB6GYjGxyT0MyQ61GCk8oIhrbgnr2tuZxXcEFvA8pKKh1AloBWJO0qwnaQb2/ONbXru+mjSiwGpukbADsTgPh3C6a13MNOoMh20hlkrbcBgd7YG+ouKN6ejLKdbGC+wBved57HbCpwzOcZ+qUyx9Cj/Uqxdj7V3t8jt0wV9P8AFK1Uf1WDFjbTAERJ27DGb4X9KgD1a8kyQEWSQSL6h/z5xochk6lIEUytNWYRqAkAgSRJtYRGC8nQUcrmEvBgtcA7kDtO/fAPE+HtzuXcREaCRMCBYbQx1RsYE4Nzja9AQoT5IkbbfvtijjdKqyMiNpFr9SLk3i2KX6YzNTjVSgwV6iVFWzC8al29oHeR3N+mAOM5oZsCOSrGxiAJk83dR0joL2wPk8k49XWrNe4m+mYAE33i3npJwFxGaVZlpwVJnV1gXM+NVj3udsaoWjzJfS5NOmrQihtQUHUY0md9rgWPzhXnuE1nSQSFp0i0qN5P68wBFtpAwRxTidU04LaDNgNmkQVad+lxsCuO5njOjKmkV9NkMVFWSTB94n3KBFhsYkXwFrY2JiVqEIustCbw0BzAhW7wItYdOuC8ln/6gY8/LqANhLkrf83k/ti/iWQ1wWhEusLc2XlJi2ogabdOnXCTgFfSajABudAqsNrE27Eb4Pao7VVKvqpOdSbkWYbKNUlQvgAA74Ky+d0Saa2YzAMqDAnTfqZ74Mz3Bnep6SRLgVKu2mkpsoM7O0ardCO+Ps7wujTWmrVAHjmUW02AE2MyLg23+cPy0Lk1D2NcoWqvJMEWU7MJ3/XCXj2ZAQbrMh1vNiLeR42w7ccupQV5RpWdoE/kSRjJfUt6dQixDgydlLxygb3vIm3XHMxlWzR8Hp66FKoaq6Rena3gSep/XDFqg1RPK7RcbEf/AHjI/SdT0qU1EKUql1ZgIXUIAW8iCD03g9cNqmZLtKuKgFjEgqQeUkeTaR3xm0Z6ZH6izNOlScMOkoojUGE6CJ2k74xPDuMLRNcqxamqmpTAgcxCwL2Mav8A44ccc4WwpvUqMSWUgwLEm0/zjO03IysMFAVig6HcEKetr77WwElB/GuxQ3F64UPUoURPtJm8XsD8z1vjd8GzjNlFqFU0Il4SDTBaJEtzdDNupxhqnFfTfmYu5kGmiiFYWOomCbxG/wCca/6bpVcxLvUZUMBqQWxAsDoiI3BtP84rmlBWgKh9bP6zgyqMQtRiZBVW5dNQiymYLEdTF99Uuf8AUpnWKYU2Q0nIsPaRfmAPfGZyeTy1Ig1qS1PWgJTCQxdtwFkABY3ta3bGi4JTRAUpKPSImBNifJup+d8I2noLXJaDq/DqZJZq7AQept/2OKuGcK2LMHVRq5bz+v8AGO1qQbS1Kq1LpzKebpYHeYIwGnGHpl0KBiQbowUtp3EXDEDtBwyJQZqWZwtILoF2JmKZ7AmzGNwNsNErsAyMST0j7upAB2OM1W+qiKIdKZV0IRgQSVB25ZiPPbt1NbM19CO0kMSAbA2ErFxvFsGw0J166TDIVBAgxcSY+ehmcIuLcBL6vTZAdMIGYzUbUSCDESbLFhYdsMnrU/8AqtpLDWxRhtq3k+bRbrhbnk9M06tKoGSmwgEyYLSPb2N48YF0B9mb4mWy9DLGoP6pclkNyYIIEdxBnbcdDh/T4U1dQ4hKhHqKYlgu6jaPdDHvttgP6r0ZkozN6YV1DELIVva3NOxkW/XbEB9VCmopepARtCmfsIMOJALAEBYJG4w0rHmgL6rzoXKtTqhaeYVtR0DSrEEkMNt7i222MdwnPJTqD1NTJ6msgC7hVss9ySB+cPvrbNLVpEnMCo9Mclvdq96/MQwPXGFWseW8EGQZ7R1/G+L4YfiUwVTPSM5myjGiWUO2mvm6sSS5MqqjqFnSqjtewwfw6nTp6gtVnJMsWgXj4M9pntthHRprXlaZV6rEE6eYlmBmdM8o22t+cF5PM5jJjR6W9yaiNJMmY1AwJ6frfE4c7Rv+I/Vaohf7pPpeTss9R1kHYbjElpf+1qayoY0yzMb8xHUG1zt8d8Y1eHVGzLJSHIh3ItMlrkmRI7bi0Y1yIwSpS0+0FaZPtJ0XIHaSYGwgYg6WRVkeDt6KuzljpUA1DYCLWO8eME0a4VKhDB6y8jHaQdmtfb98fcPzFRaCeoVLhYNt4vHYGMJstVelW9VTEttFiCY09vzvgPAVvYn+ruOZjVBOgqBCj3AHYk9PAG/XHeCcINfK1dY1VC2oJ1cgj8e2ROHWdKVKjVXAbrp76YiOp3M9zGGCZ1WLKs6gIhQRqgW0lR5k42SaRTxvbPPOKfRNRXao0gNzKSDqiQAJ7xAPcicei/TmXqClpalzpALqwU1ARIYt/tgCPOE9Xj1WoNBcMROlmAuBvbvAJjtgrhH1FURBr/ywp0nvEwf5xXblJ5Mjxng7U6lCrpTWtYCSejA7kyLfE3x2h9P5iipEpzNzNM/dI3iAOwF8FcR47KarABtjZp6EztymcLuIcbekdQZXDJEMDG+8+7SO25OMscfgOTHWZZxTC0wlRgwbTJBWCL6gD+hwir8L9GoamZZUOsClAJUC5jodyST1JM4L4f8AUxW3pvAE+whJbeT1i2+K+L8XDg6gGa5Kn+INvNumNowbS4FTVRWd4khgRMsfI3iP0wi4jlXlNFZjSnVUUqurfcGIB8kYFbPNU0MdREyINypEMBNgZE32gnEczxqXVKWoDTpkRB2npP5jzh/4KtmrpfTeXr0tKcoA08sSBvFxBvfzhK/0hVpU2Qt6qBrVFs1MA2HpbHpttgUZTMqFahKuPcLaX6i6mD+cUVeJ16YBfMc9wUFOwk2kk3jyMDmnofg0M+K8Fy+lKlJ2FRSICmxYQWL0yLn+JPbHHr5ZwUK0nCyYcAWF2gmR+m+MtUz1Qgsl20sSAYKsQfae19QXb+MLqVdk0+1oUqCZ3sCb9m6+b4dKbE2zUcU4Tw5qTop/w1SCRYwCRsRswPb47Y844Fl0/wATS9UpoDSwMmw7jc/GNHx9X9JldfYCwJksSQNh0HfGUyVFixMCVE+P+/64pi9Mv41+J6lT42sxSCLqUtaEmNxbYkbfvhV/6rMWYkjUYN5YmQZ7d+u+Mbl+IMs+wmdxMzO4PTFjcSCkk9fA/wCLX8RgcCL8bPZKvEhTsfueQe/cfGJVK5IdS8GCu9heATv1iAOmBE4WdADFSEUm/gxF/wANfBOilZSfdd/C2JU9gRfvjnCVnNnYMzsokKBdiLEEkdyPjHHJYEQbqzEn+5IlSBBseWfg9cUvmQtRFpiC1MAsOnpzrtJI7ePzjtDMOzMpMrILarws9T3MQR8YACrM/wBNWc2hyoYDbVpIMbW28kDvgvh/EApJRg0b9IUAze1gL6j3jChs4l09TVTDaj/qbeQBYAAD5jC/ivHy1gsIZBUQQ15knuN428GMGIKo+T0HYkQHB1yLAfcDHkWgdL4lnM+igxGq5HLJ0zqPL5PUx084Q5HhNSqsggK5DKQSJv1Au0mZB2m2GVRUpKxCrKsebquo6QNXYGw6gMBjAFTerWXWpULcjUDJvYzBBk28Rg6hwQU2V61yrQ3cneZMmw0/IM4YjNIq1KaKQQbhRtJudP6W/TC/6h4gQvJJKlZiBqYggAnsIkncwoETgpGZZW4spV5aFBiZMQNj2vv3wucszSoI9RSUBuzGYn/aF+NwO8AVsrUbSXinTUcwBiGn7u8GOvYYrr58VXZafKBswIGuOgZiAB4AJ7YokCMJ4nmT7QGUKsQOZjG99hPWBe2+CeDICNVQiSZG8z5P/wCYR5jhwnUGlj9szYf6tRmO2+GuSoMu29z8d4I/5xPyPURRJJU1AzYQGCSPjbGZ+o80GnYkC9uYbR4xOtX6ksZ2k/8AkxhbWE841akvJkCegm4E+RfEvHjsWlPCc3Iex5BNQRuv9w6ggkRaD3GGeaA0yqgsvKGFyAT1n7esi484jQqIUNRUgqCWp1AJAI5mRtnXut7QemKcvWTTTMiagBWxuLqNvz+TjqZP2XtRmzsQQFaCbMEDc35F/n9MV1+CoIExTUAztqsLmNhqJPnbpi2hkWqLVjlK7Fvug6rfEAx5Iwrz9IuxNVyKawBG7dvi3TAGTaE/FODrLehJi86hEdYG5v1/bCR6dQe7UO2N3TbTbSwWAwSnA9NDYFybkv3PT5wIadOTzGesXP5OG58TowdRr6nEDOlnMuCIIHWJPwtl7G+KXzIR2RTEiXYmbm0D4BthPnuIBnsAzEACWjQYuF6X6k4KyeVfMVYMAlwX6aQYnext9p3xzdC8dEl4mFjd4mYEErILAnyBfFgerVACoIYl1R9qkbgEcpIEWue2HND6X5AWb1BUADKLFACdRGxOk6bEbHxgzh3DBTkKpKKdIU+1jJ1SO4I3EQI3nGA4I6f0u1WqrqdKMs+QNjFh7W3UxaYxZR4NSWCUJFTmKlvatOmSwU+4XsOwjph1xfO+nTXQQxZgjeJ7eLN83k4z9JD6uYVyBTek5pE76XWTtfUsgW+MMKF1eJaGJW6IIgCIYbtaIJUzbfeLYpzFRqYcgb03VYHhW+C2pTDdyMUHhQWdb62IACf3alGk1I6mDA3iCYwwSpaTp0KNSsxI1MOWB35QASOwxqKV01U16kuwZhLNtpCwalvJGk/J6ThZxLiSXYKxBMgxpG9pJkk+P32xziPHUOulTEgnmhotMwzsO8nSu3UkmcLqDp6gPp6jHUFh4OthLD8YawKxbI5nMB782qeUGpAQjwEif3wG7dCr6ibkuXJ8iYvhlmM3LldRVT00BSO2whu02w0oJTIXVeBJMXBBsIGFfkhbHD6JMlkXBmZU2kgc3axm+GTZgIpDte20xfbDM16Ue0AxLdSOpm1ulsD57Mgm157RAmD0/wCMStNkqLUzQZhysdUCV+P3x8cyqEBg6Am7uAwvYAgxb+N++L1zGj3AIjDexKk9Y69onbBlVSnLqmmwuDzoQZh9LTynxtB6jF8ERanYrBDCpRYFTAKLErTqAwNBP/TeSDO0iemAqOVFNjTJgljpXsGA26gXPkRaRizN/wBKpTU2LzoK+0pq0n3bqw2Hjvi3i1JUruVklVYJY+4/00m993IxUU5V4pDLYhlBQXEMIkmR1N2/EYEz7BAjlSdbHUbRppgAx5YxJHQECJnFWboNSqLTLFywiQJKvHc2JAknxOLsxkAyBmcaAFcgbG7axc7HliN5wOghmQZ66s5habEwtuZgJJMiBC7tcgbRNw62UJiXpeN+vkiSPJAxccw1NAAE1VDBk+xQQdAUSAJux6tEzAjjKlRi1U+o9gWMJI6XsG/FhgZBT+Gyp8E1f56rUUe4+nocdJBAFh1GLl4cMvWQgwvTUeVgbRPT89YwSGNQAq41jkcgwT0DK26t36YJzFUmA51MgljbUIMaiBuLXPT4xz8UyjzaAvqF1DgA6dUgkGF02Lk32N1Pk45x/PFTSIlQ7EkqJvpJAH92xt1j4wq4mwJqUiCH0FlUQbHqO5sTHYzgrh7l6NJHaVWmrqf7QpDhh1lYjyHGCmIwTLNrf0g0udL0wLqQrajB3iC4g35o6YnW4dSWr6hblpJovcKQSxv9xC3MdWHSJrzbpS56Y0kqKaxdkpi8Cbl3O/YScAVSP8ONdQIS0lHOkwBqjqJLmTAPtHbDLoHZaMyGIIu864IjSW2LGbR/aTuIk7YEz+dpFialRahGwLGCfIWxjpERhW2YU++XToqSFJ735n+WwTSdSQBljfqNM+bYI/EhXqGqOVhTRY2QhRPlJ+LnFtCgYNlJHu0E28naP2wRlwVYc9SmWsFMaSCbwGUDF1PKMdRv8ATbrtYiOmJZZ0tjjD4Zf1F0lpIEAkyfM+Pzi30ikHUIAmSBNh+94xLSYAEAnpNjYXMbEdsVVc2VjWVU3Gw+JnCdgyaCUkkG0j4F+4g9fOKtEXWml/7dgR5Yx+mOUc0WJVmBGxsrCZtvcW+cczWRF+UNa0CAe4HNB+BimOJOldZyoYhQyTDhTK36Na3zE4+y/EsvUpKiE03pn+lqs9MndZi6E/cPyLXEpcRNBgFYqYggoSsHvBn+Ywxr8Ky1em1QBC2xNNrow2gn2kdiB56HF8ehMhZ9T0/Uy9CuI1U5aSoEFXkowBgGZBi2oEjeME5vh4qUzXaQ7MoF7AjUem8Ez+BijKVvVoVqTkEhS23u5pLR3JHMvQnzirhGqvSVWflJZj3OpiAqjudp6CesYYnsp4gfRVWVBVrVQfTpi+mmerdg256mw6HAuYqwv9R0U6gbkESBDIAPfDRYWEXOLOP51ZKgXjSCDzVCCZC9dI/ut2B3OF6cNVSBWJn7aSAFtIH3EytJf38YKKY/s+zHFdTAUBPVqhHujcsWgATNgPEmcUrXdpazT1hiLdrAD4GO5rMFnC0aVKFmFALafN/d8t+gxHM5SoY9Zzq7arD4CwBhtDqHrGc4pTU3ER95M/kix32OFXEarmocxQfVpghku6m86h2jptj7jDtpkyduUkbdAegEdcLaVICkCqlXJb0nQkENpSNt4AYfN+uOJOhkHOQ4jTzQpsECVVIDFD/kknkqL3pMeVl+ye0Ys4txAUwzEBdJFNQBdmWNekdArWnwOwGEXC84RmabhVFfVGoWFRWswqKIEmfcPzgn6vzq61Ca3RQVECFkEk3+65Pyd9sMwRdCrO8QqtVYU5E2YLzN/tB2HmNsSzHAazwxVyTMqZnSDaPPck4+y2ZRgF9R6Q+F0n5KwcM81kWjUpKHeKZYo46aTMo3+k2PQ4LcMt9C6hwYLpmoVDbFhYMOhE2i2+CRTekdJhujHTabRuJBnqPkYso5p+XU3qAxCuJv+biPmcW/4pCASCi/aL2M9xMiZj4xDJ0qtdlAYxpcsNNoLfPQ2kHBGTrMGie1t9XSbbxiLZfUDJkzvN9/N7k77YiUQCNR8DqAd/PkYCYbT6pMAkAAnpcbkCQOvx0nFJDPHLIU2tMd4JiJ73xfSSAu+mZvtHSf/Jt+t0UilwYF1Ykye8XjDJi8Zsg9VJ1GnTESehMn+AN/2wHmON30BA3UA6SInwtvwZwQaaj2IIN/6kR8lmN9pjxiKqjEzULW9oASmT/uMfqQMVQrKc1ladddQStSfqqPrB8rNqnlAwcXs2FnD6xRtTstYMdK1adnAggJUUi6nYahHSb4tavXou3+HYIT0arSOrrdJIIHSbnxgXiFda3O1MZfN7lqbRTrfMEhGPmQ3cYuuibQ1yvD1GYSrTMo4amzDYMyxDg+1gYBB35SJvhbWyZpslGgW1kAHVb0wC2r95M9gfOCOHqadmZFr6Ca9GC3rUgJ01EXaom4KyQL9IxAcUOYr1moaWL0wqk9EB1Me0uRfvB6SMb2CIAzJCu/o6mb760FnYi+lfAEWH57ABKj3ZmZRItJE6r8x28xix8wQ4upVAGeBJYsLDzfYdTcziutmQXioSWHtTfT4Yi09TF+8bYKGQd/hvVWdbqgvIjRI8WJxKgEUfZe81Dv5AU2/OE6VCaoDsQftC3IHa+2GOYzSTGuI8XN+p64DVH2uj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ata:image/jpeg;base64,/9j/4AAQSkZJRgABAQAAAQABAAD/2wCEAAkGBhQSERUUEhQWFRUWGSEZFhgYGR4fGxcbGhsdHBoeHx0YHyYfHSQjHCIZIC8gIygpLCwtHyEyNTAqNScrLCoBCQoKDgwOGg8PGjUkHyQsLCwsLCksKSwsLCwsKSksLCwsLCwsLCwpLCwpLCwsKSwsLCwsKSwsKSwsLCwsLCksLP/AABEIAHAArQMBIgACEQEDEQH/xAAbAAACAwEBAQAAAAAAAAAAAAAEBQIDBgEHAP/EADkQAAIBAgQFAwMDAgUDBQAAAAECEQMhAAQSMQUiQVFhEzJxBkKBkaGxI1IUM2JywUPh8BUkotHx/8QAGAEAAwEBAAAAAAAAAAAAAAAAAQIDAAT/xAAgEQADAAICAwADAAAAAAAAAAAAARECIRIxA0FRImFx/9oADAMBAAIRAxEAPwD1/I8S1LzAqw6HrG/6dYxHOUzU306egNz89tsB5nIoCGNQlxJ6DUO1tvnEslWbZyG7sLBDveb9r9cSr6HiEHGvp1FUvdahOlSN0CiZUd7ATjGMTSE1lZGB5BupcwS2rct3JsZOPWa1enVCNAZWPKSN4O6k9ZuO4nfCL6h4MGUNuFII5ZsZsO0kwT5wrcMhLknSqr1KennEOh+1xe3QAzB6xhnwAr6hYaFpALUUiBHIFURsSDrJ7xjP8MyDUXIJhGtAuNSgwb97qdpHxi/hCrVprTWUpvU1EjZVpkNFxYEFgAcT96GSGv1FxZqpYUwS4XSrDaD7jI6TAxjE4OygoRzVINxcRuZ7Rti9PrRqeZZtPqUhKlNiVmJB6GYjGxyT0MyQ61GCk8oIhrbgnr2tuZxXcEFvA8pKKh1AloBWJO0qwnaQb2/ONbXru+mjSiwGpukbADsTgPh3C6a13MNOoMh20hlkrbcBgd7YG+ouKN6ejLKdbGC+wBved57HbCpwzOcZ+qUyx9Cj/Uqxdj7V3t8jt0wV9P8AFK1Uf1WDFjbTAERJ27DGb4X9KgD1a8kyQEWSQSL6h/z5xochk6lIEUytNWYRqAkAgSRJtYRGC8nQUcrmEvBgtcA7kDtO/fAPE+HtzuXcREaCRMCBYbQx1RsYE4Nzja9AQoT5IkbbfvtijjdKqyMiNpFr9SLk3i2KX6YzNTjVSgwV6iVFWzC8al29oHeR3N+mAOM5oZsCOSrGxiAJk83dR0joL2wPk8k49XWrNe4m+mYAE33i3npJwFxGaVZlpwVJnV1gXM+NVj3udsaoWjzJfS5NOmrQihtQUHUY0md9rgWPzhXnuE1nSQSFp0i0qN5P68wBFtpAwRxTidU04LaDNgNmkQVad+lxsCuO5njOjKmkV9NkMVFWSTB94n3KBFhsYkXwFrY2JiVqEIustCbw0BzAhW7wItYdOuC8ln/6gY8/LqANhLkrf83k/ti/iWQ1wWhEusLc2XlJi2ogabdOnXCTgFfSajABudAqsNrE27Eb4Pao7VVKvqpOdSbkWYbKNUlQvgAA74Ky+d0Saa2YzAMqDAnTfqZ74Mz3Bnep6SRLgVKu2mkpsoM7O0ardCO+Ps7wujTWmrVAHjmUW02AE2MyLg23+cPy0Lk1D2NcoWqvJMEWU7MJ3/XCXj2ZAQbrMh1vNiLeR42w7ccupQV5RpWdoE/kSRjJfUt6dQixDgydlLxygb3vIm3XHMxlWzR8Hp66FKoaq6Rena3gSep/XDFqg1RPK7RcbEf/AHjI/SdT0qU1EKUql1ZgIXUIAW8iCD03g9cNqmZLtKuKgFjEgqQeUkeTaR3xm0Z6ZH6izNOlScMOkoojUGE6CJ2k74xPDuMLRNcqxamqmpTAgcxCwL2Mav8A44ccc4WwpvUqMSWUgwLEm0/zjO03IysMFAVig6HcEKetr77WwElB/GuxQ3F64UPUoURPtJm8XsD8z1vjd8GzjNlFqFU0Il4SDTBaJEtzdDNupxhqnFfTfmYu5kGmiiFYWOomCbxG/wCca/6bpVcxLvUZUMBqQWxAsDoiI3BtP84rmlBWgKh9bP6zgyqMQtRiZBVW5dNQiymYLEdTF99Uuf8AUpnWKYU2Q0nIsPaRfmAPfGZyeTy1Ig1qS1PWgJTCQxdtwFkABY3ta3bGi4JTRAUpKPSImBNifJup+d8I2noLXJaDq/DqZJZq7AQept/2OKuGcK2LMHVRq5bz+v8AGO1qQbS1Kq1LpzKebpYHeYIwGnGHpl0KBiQbowUtp3EXDEDtBwyJQZqWZwtILoF2JmKZ7AmzGNwNsNErsAyMST0j7upAB2OM1W+qiKIdKZV0IRgQSVB25ZiPPbt1NbM19CO0kMSAbA2ErFxvFsGw0J166TDIVBAgxcSY+ehmcIuLcBL6vTZAdMIGYzUbUSCDESbLFhYdsMnrU/8AqtpLDWxRhtq3k+bRbrhbnk9M06tKoGSmwgEyYLSPb2N48YF0B9mb4mWy9DLGoP6pclkNyYIIEdxBnbcdDh/T4U1dQ4hKhHqKYlgu6jaPdDHvttgP6r0ZkozN6YV1DELIVva3NOxkW/XbEB9VCmopepARtCmfsIMOJALAEBYJG4w0rHmgL6rzoXKtTqhaeYVtR0DSrEEkMNt7i222MdwnPJTqD1NTJ6msgC7hVss9ySB+cPvrbNLVpEnMCo9Mclvdq96/MQwPXGFWseW8EGQZ7R1/G+L4YfiUwVTPSM5myjGiWUO2mvm6sSS5MqqjqFnSqjtewwfw6nTp6gtVnJMsWgXj4M9pntthHRprXlaZV6rEE6eYlmBmdM8o22t+cF5PM5jJjR6W9yaiNJMmY1AwJ6frfE4c7Rv+I/Vaohf7pPpeTss9R1kHYbjElpf+1qayoY0yzMb8xHUG1zt8d8Y1eHVGzLJSHIh3ItMlrkmRI7bi0Y1yIwSpS0+0FaZPtJ0XIHaSYGwgYg6WRVkeDt6KuzljpUA1DYCLWO8eME0a4VKhDB6y8jHaQdmtfb98fcPzFRaCeoVLhYNt4vHYGMJstVelW9VTEttFiCY09vzvgPAVvYn+ruOZjVBOgqBCj3AHYk9PAG/XHeCcINfK1dY1VC2oJ1cgj8e2ROHWdKVKjVXAbrp76YiOp3M9zGGCZ1WLKs6gIhQRqgW0lR5k42SaRTxvbPPOKfRNRXao0gNzKSDqiQAJ7xAPcicei/TmXqClpalzpALqwU1ARIYt/tgCPOE9Xj1WoNBcMROlmAuBvbvAJjtgrhH1FURBr/ywp0nvEwf5xXblJ5Mjxng7U6lCrpTWtYCSejA7kyLfE3x2h9P5iipEpzNzNM/dI3iAOwF8FcR47KarABtjZp6EztymcLuIcbekdQZXDJEMDG+8+7SO25OMscfgOTHWZZxTC0wlRgwbTJBWCL6gD+hwir8L9GoamZZUOsClAJUC5jodyST1JM4L4f8AUxW3pvAE+whJbeT1i2+K+L8XDg6gGa5Kn+INvNumNowbS4FTVRWd4khgRMsfI3iP0wi4jlXlNFZjSnVUUqurfcGIB8kYFbPNU0MdREyINypEMBNgZE32gnEczxqXVKWoDTpkRB2npP5jzh/4KtmrpfTeXr0tKcoA08sSBvFxBvfzhK/0hVpU2Qt6qBrVFs1MA2HpbHpttgUZTMqFahKuPcLaX6i6mD+cUVeJ16YBfMc9wUFOwk2kk3jyMDmnofg0M+K8Fy+lKlJ2FRSICmxYQWL0yLn+JPbHHr5ZwUK0nCyYcAWF2gmR+m+MtUz1Qgsl20sSAYKsQfae19QXb+MLqVdk0+1oUqCZ3sCb9m6+b4dKbE2zUcU4Tw5qTop/w1SCRYwCRsRswPb47Y844Fl0/wATS9UpoDSwMmw7jc/GNHx9X9JldfYCwJksSQNh0HfGUyVFixMCVE+P+/64pi9Mv41+J6lT42sxSCLqUtaEmNxbYkbfvhV/6rMWYkjUYN5YmQZ7d+u+Mbl+IMs+wmdxMzO4PTFjcSCkk9fA/wCLX8RgcCL8bPZKvEhTsfueQe/cfGJVK5IdS8GCu9heATv1iAOmBE4WdADFSEUm/gxF/wANfBOilZSfdd/C2JU9gRfvjnCVnNnYMzsokKBdiLEEkdyPjHHJYEQbqzEn+5IlSBBseWfg9cUvmQtRFpiC1MAsOnpzrtJI7ePzjtDMOzMpMrILarws9T3MQR8YACrM/wBNWc2hyoYDbVpIMbW28kDvgvh/EApJRg0b9IUAze1gL6j3jChs4l09TVTDaj/qbeQBYAAD5jC/ivHy1gsIZBUQQ15knuN428GMGIKo+T0HYkQHB1yLAfcDHkWgdL4lnM+igxGq5HLJ0zqPL5PUx084Q5HhNSqsggK5DKQSJv1Au0mZB2m2GVRUpKxCrKsebquo6QNXYGw6gMBjAFTerWXWpULcjUDJvYzBBk28Rg6hwQU2V61yrQ3cneZMmw0/IM4YjNIq1KaKQQbhRtJudP6W/TC/6h4gQvJJKlZiBqYggAnsIkncwoETgpGZZW4spV5aFBiZMQNj2vv3wucszSoI9RSUBuzGYn/aF+NwO8AVsrUbSXinTUcwBiGn7u8GOvYYrr58VXZafKBswIGuOgZiAB4AJ7YokCMJ4nmT7QGUKsQOZjG99hPWBe2+CeDICNVQiSZG8z5P/wCYR5jhwnUGlj9szYf6tRmO2+GuSoMu29z8d4I/5xPyPURRJJU1AzYQGCSPjbGZ+o80GnYkC9uYbR4xOtX6ksZ2k/8AkxhbWE841akvJkCegm4E+RfEvHjsWlPCc3Iex5BNQRuv9w6ggkRaD3GGeaA0yqgsvKGFyAT1n7esi484jQqIUNRUgqCWp1AJAI5mRtnXut7QemKcvWTTTMiagBWxuLqNvz+TjqZP2XtRmzsQQFaCbMEDc35F/n9MV1+CoIExTUAztqsLmNhqJPnbpi2hkWqLVjlK7Fvug6rfEAx5Iwrz9IuxNVyKawBG7dvi3TAGTaE/FODrLehJi86hEdYG5v1/bCR6dQe7UO2N3TbTbSwWAwSnA9NDYFybkv3PT5wIadOTzGesXP5OG58TowdRr6nEDOlnMuCIIHWJPwtl7G+KXzIR2RTEiXYmbm0D4BthPnuIBnsAzEACWjQYuF6X6k4KyeVfMVYMAlwX6aQYnext9p3xzdC8dEl4mFjd4mYEErILAnyBfFgerVACoIYl1R9qkbgEcpIEWue2HND6X5AWb1BUADKLFACdRGxOk6bEbHxgzh3DBTkKpKKdIU+1jJ1SO4I3EQI3nGA4I6f0u1WqrqdKMs+QNjFh7W3UxaYxZR4NSWCUJFTmKlvatOmSwU+4XsOwjph1xfO+nTXQQxZgjeJ7eLN83k4z9JD6uYVyBTek5pE76XWTtfUsgW+MMKF1eJaGJW6IIgCIYbtaIJUzbfeLYpzFRqYcgb03VYHhW+C2pTDdyMUHhQWdb62IACf3alGk1I6mDA3iCYwwSpaTp0KNSsxI1MOWB35QASOwxqKV01U16kuwZhLNtpCwalvJGk/J6ThZxLiSXYKxBMgxpG9pJkk+P32xziPHUOulTEgnmhotMwzsO8nSu3UkmcLqDp6gPp6jHUFh4OthLD8YawKxbI5nMB782qeUGpAQjwEif3wG7dCr6ibkuXJ8iYvhlmM3LldRVT00BSO2whu02w0oJTIXVeBJMXBBsIGFfkhbHD6JMlkXBmZU2kgc3axm+GTZgIpDte20xfbDM16Ue0AxLdSOpm1ulsD57Mgm157RAmD0/wCMStNkqLUzQZhysdUCV+P3x8cyqEBg6Am7uAwvYAgxb+N++L1zGj3AIjDexKk9Y69onbBlVSnLqmmwuDzoQZh9LTynxtB6jF8ERanYrBDCpRYFTAKLErTqAwNBP/TeSDO0iemAqOVFNjTJgljpXsGA26gXPkRaRizN/wBKpTU2LzoK+0pq0n3bqw2Hjvi3i1JUruVklVYJY+4/00m993IxUU5V4pDLYhlBQXEMIkmR1N2/EYEz7BAjlSdbHUbRppgAx5YxJHQECJnFWboNSqLTLFywiQJKvHc2JAknxOLsxkAyBmcaAFcgbG7axc7HliN5wOghmQZ66s5habEwtuZgJJMiBC7tcgbRNw62UJiXpeN+vkiSPJAxccw1NAAE1VDBk+xQQdAUSAJux6tEzAjjKlRi1U+o9gWMJI6XsG/FhgZBT+Gyp8E1f56rUUe4+nocdJBAFh1GLl4cMvWQgwvTUeVgbRPT89YwSGNQAq41jkcgwT0DK26t36YJzFUmA51MgljbUIMaiBuLXPT4xz8UyjzaAvqF1DgA6dUgkGF02Lk32N1Pk45x/PFTSIlQ7EkqJvpJAH92xt1j4wq4mwJqUiCH0FlUQbHqO5sTHYzgrh7l6NJHaVWmrqf7QpDhh1lYjyHGCmIwTLNrf0g0udL0wLqQrajB3iC4g35o6YnW4dSWr6hblpJovcKQSxv9xC3MdWHSJrzbpS56Y0kqKaxdkpi8Cbl3O/YScAVSP8ONdQIS0lHOkwBqjqJLmTAPtHbDLoHZaMyGIIu864IjSW2LGbR/aTuIk7YEz+dpFialRahGwLGCfIWxjpERhW2YU++XToqSFJ735n+WwTSdSQBljfqNM+bYI/EhXqGqOVhTRY2QhRPlJ+LnFtCgYNlJHu0E28naP2wRlwVYc9SmWsFMaSCbwGUDF1PKMdRv8ATbrtYiOmJZZ0tjjD4Zf1F0lpIEAkyfM+Pzi30ikHUIAmSBNh+94xLSYAEAnpNjYXMbEdsVVc2VjWVU3Gw+JnCdgyaCUkkG0j4F+4g9fOKtEXWml/7dgR5Yx+mOUc0WJVmBGxsrCZtvcW+cczWRF+UNa0CAe4HNB+BimOJOldZyoYhQyTDhTK36Na3zE4+y/EsvUpKiE03pn+lqs9MndZi6E/cPyLXEpcRNBgFYqYggoSsHvBn+Ywxr8Ky1em1QBC2xNNrow2gn2kdiB56HF8ehMhZ9T0/Uy9CuI1U5aSoEFXkowBgGZBi2oEjeME5vh4qUzXaQ7MoF7AjUem8Ez+BijKVvVoVqTkEhS23u5pLR3JHMvQnzirhGqvSVWflJZj3OpiAqjudp6CesYYnsp4gfRVWVBVrVQfTpi+mmerdg256mw6HAuYqwv9R0U6gbkESBDIAPfDRYWEXOLOP51ZKgXjSCDzVCCZC9dI/ut2B3OF6cNVSBWJn7aSAFtIH3EytJf38YKKY/s+zHFdTAUBPVqhHujcsWgATNgPEmcUrXdpazT1hiLdrAD4GO5rMFnC0aVKFmFALafN/d8t+gxHM5SoY9Zzq7arD4CwBhtDqHrGc4pTU3ER95M/kix32OFXEarmocxQfVpghku6m86h2jptj7jDtpkyduUkbdAegEdcLaVICkCqlXJb0nQkENpSNt4AYfN+uOJOhkHOQ4jTzQpsECVVIDFD/kknkqL3pMeVl+ye0Ys4txAUwzEBdJFNQBdmWNekdArWnwOwGEXC84RmabhVFfVGoWFRWswqKIEmfcPzgn6vzq61Ca3RQVECFkEk3+65Pyd9sMwRdCrO8QqtVYU5E2YLzN/tB2HmNsSzHAazwxVyTMqZnSDaPPck4+y2ZRgF9R6Q+F0n5KwcM81kWjUpKHeKZYo46aTMo3+k2PQ4LcMt9C6hwYLpmoVDbFhYMOhE2i2+CRTekdJhujHTabRuJBnqPkYso5p+XU3qAxCuJv+biPmcW/4pCASCi/aL2M9xMiZj4xDJ0qtdlAYxpcsNNoLfPQ2kHBGTrMGie1t9XSbbxiLZfUDJkzvN9/N7k77YiUQCNR8DqAd/PkYCYbT6pMAkAAnpcbkCQOvx0nFJDPHLIU2tMd4JiJ73xfSSAu+mZvtHSf/Jt+t0UilwYF1Ykye8XjDJi8Zsg9VJ1GnTESehMn+AN/2wHmON30BA3UA6SInwtvwZwQaaj2IIN/6kR8lmN9pjxiKqjEzULW9oASmT/uMfqQMVQrKc1ladddQStSfqqPrB8rNqnlAwcXs2FnD6xRtTstYMdK1adnAggJUUi6nYahHSb4tavXou3+HYIT0arSOrrdJIIHSbnxgXiFda3O1MZfN7lqbRTrfMEhGPmQ3cYuuibQ1yvD1GYSrTMo4amzDYMyxDg+1gYBB35SJvhbWyZpslGgW1kAHVb0wC2r95M9gfOCOHqadmZFr6Ca9GC3rUgJ01EXaom4KyQL9IxAcUOYr1moaWL0wqk9EB1Me0uRfvB6SMb2CIAzJCu/o6mb760FnYi+lfAEWH57ABKj3ZmZRItJE6r8x28xix8wQ4upVAGeBJYsLDzfYdTcziutmQXioSWHtTfT4Yi09TF+8bYKGQd/hvVWdbqgvIjRI8WJxKgEUfZe81Dv5AU2/OE6VCaoDsQftC3IHa+2GOYzSTGuI8XN+p64DVH2uj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 descr="https://encrypted-tbn3.gstatic.com/images?q=tbn:ANd9GcQNPYsVv4HfuOIOu3rLZ187TaqHP5iq8zmhuQFHZIRX7PzvZXWv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1690" y="2743200"/>
            <a:ext cx="3560580" cy="2667000"/>
          </a:xfrm>
          <a:prstGeom prst="rect">
            <a:avLst/>
          </a:prstGeom>
          <a:noFill/>
        </p:spPr>
      </p:pic>
      <p:sp>
        <p:nvSpPr>
          <p:cNvPr id="1034" name="AutoShape 10" descr="data:image/jpeg;base64,/9j/4AAQSkZJRgABAQAAAQABAAD/2wCEAAkGBhQSERQUExQWFRUWGBgYFxgYFhcYGBoYGBcYGBcYHBgaHCYeHBsjGhUXHy8gIycpLC0sFR4xNTAqNSYrLCkBCQoKDgwOGg8PGiwlHyQsLCwsLCwsLCwpLCwsLCksLCwsLCwsLCwsKSwpLCwsLCwsLCwpKSwsLCwsLCwsLCwsLP/AABEIAQMAwgMBIgACEQEDEQH/xAAcAAACAgMBAQAAAAAAAAAAAAAEBQMGAAIHAQj/xABHEAABAgQEAwYCBwUFBwUBAAABAhEAAwQhBRIxQVFhcQYTIoGRoTKxBxQjQsHR8FJicoLhFTOSovEXVJOywtLiNENTY6MW/8QAGgEAAwEBAQEAAAAAAAAAAAAAAgMEAQAFBv/EADARAAICAgECBAQFBAMAAAAAAAABAhEDITESQQQTIlEyYXHwFFKBkaHB0eHxU2KS/9oADAMBAAIRAxEAPwCOmxJNRNSKybMygBJIuphoL/O56ww7SY9JXL+rU0hKJTjxlP2hy3d9rPcuTyhn2/wWUZqppXKlDKGyuqYtd9UJDX0fk8UqmqMqh3gBBBD8iGcHiPwhco3ajq+fn9SN/IsXZXs1Mm0tXOQk5lI7uWNy5GcD+W380K8dwkU5TTkusALWAAQFqHw5mcsnm146/wBm6uQunT9XYIAbLuk8FDjz3jmXa7D3rKiYkpWApyBMTmGYBi2pCTYwGWKhBJfT9DpKlorc7DhKmALImJHxd2sK8J1AWHAPWBq+RkKVJcy1FOZPEAuR116RaartPVzUKQUKMsoLCWjKEgDV0i6eIJIIfQ3FbppyS6FsEH2OxiaXSn6V+/3wCLJ8uXnVkJKAqxPxZX8JIBZ9HY6mAy+/6eHeI4eiWhJzOslWZOX4QGyqCtCFA+xhUpOrX+UTStOju5pRqyLCjpobag2t8/KJcZkKROzEMzltGWksrzzN6wNMBGu36DQyBM2Q+qk6vu35p90w2G1QxPRrVyQtKwNCy09F39jaBRKSiWRcqcXezDZuLtflBck5paePiR6+JHu4gellyyib3rlYQ8sBaUjMFB3za2dki5jKcnpgPYGqcokAXcgcWvBHaA/btwSmBqSY60JypDzE3bxagM76b6QVj5+3X5f8ogq6UdwRybwZTpu/AOefD3gCWSBDSjJCH43HlYe7nyhK+KzIpXYRRU+eelKi6JYK1DYcfNSojxuqK9S2Y5jxYOED5n0hhK8MlI0MzxK5S0/o+0K5cvvJhURq3NhsPRhDrfTXdhPivc3w+UEIKyNPfgPMxiCZrhQUQXUyEOXAISH1Cb/6xlTUgjKl7aWsS4f2Fj+Zgtcgo7tUhaj9kFrUlWUpXbvEliCAklPXW8dXZcLkB+x4JoRLQhCCFfEtSkMXc5AjgjKx2cnkI2UpQ1SrMQ5Khe93vx1eCp+NqqEIRNCMySGmsQoiwPeMCV2AvqG3eJaykWMrkEEeFSVBSCB+yoWtw1D6QjNG11Qtpfx9+4UIqRLgfaBdMtKwgLazquQNwkn4XFnix9uscNRSSFIlqCJijdQZQUnYXYhn8UUOY4JEbFRAsT+HpGYvGyxxcWtBvEglMwAAFYtzjIAYcvQRkT+bH2C6Ilhp8Kmz86gklMtLqbiWAHvprHRqLsPJVQokTEOogrzaKStQ2PKwblDDsjSSkUw7rPkKifG2YnQm1toeR9DjgoLXc2MUjieKYXU4cspUpQRMBSFoJAUDqCRvyhL/AGc/iSsa2d39h+njvuIYfLnS1S5iQpKtQfmOB5xyTtT2UXQLCkkrkKPhP3knVj0/a+UdOCktgSh3FUjCKinKZziVlLpMwtmbUBHxKB0LBrwunTFEZSoZcxUEgWBOrcOnKHkmqlTVhVUZqwWHeBbqSNgUqBcDkR5w3xfs5Q05lFap0yXNGZK0ZCGT8Q1GoI6RLPB7OkA49ypS5OdIQp3+6SNLOB5vaB5eFJOfMopypJAAclQ0HIM5JhhitSJpKpSEypcsBAGcZyNiXOZSugYNyiAyRNGUkKWA4UC4Itvx5G/G4MIaV+5nIgqJNif0P6wThAyliGzWHXVJ6FyPODKlRbudZeZKyB+1lZ3PAFm5R7OluEjMfCGTYAi5VqNbqPrE7yLHpnJ0ezaWUAoS+8SspCgFFJSVJ8XhYAjRQYvryvXMQlfaKbQ+IdFB/wAYsNQfgWzlJBI8/EP1sqAqqmYt+zmTzLF0+yobLJqwnoV0Er7ZH8Q+cEY4PtlHiSPQCCKGZ9qkNvawjTGpTrP8Svwgeu1b9/6MGwSlTmZO5LCHtPTZpiEDTfkkAh/QKP8ANCzCpBKnZmFv4jYfN/KHFCfsyoWVNJQjkhOp9B7GCjGwlwRYnUlR8P3zlTyQn8yP8p4wRVYd3VKmYVAGYsoA3ZIdauQchP8AMYhUEpJWeiBuzWHtf+sB1U0kMSS7n8/ntBuaXPL4BkzZdcChKCiWMu4SAo9Van5RtTrG3h8n9jAdPIK0qNvAxNxo7aO5uRppDGmpNCsZQdt4nm3ywVHq4JxQzUIROSHBUchKQHKbltrQRh2JzkBaWl5VqzELSlbG90voWLOOXCI1TGZrgWAiMLBN7HeBWeUX6NDVjS5MXz0JjQSQWYl9+EYZ7a6QNNrk3Z4m8tjrCTJPKMhf9fVw9o9gvIn7HWi5Sl1yJWlQJSbukTE5ebbRYOyfa2Yo5JtUkCzGYjMTfTNZv5jDUfSKMxKpeVAHElZ5CzP1iBFNh+Jk5QZM/WzJUebfCv5x9BCcZfCwElemXdKApNyFg9GIPTaKP2q7KylFS5U050gky85WrmQCSWG44CK1i/f0OaVLqkzZarFMuYyx1Q9j0MIU4kvMFoUy0kEbKBG8ZOaWmDOd6oKXgc5MvvpctSpd87BwG+I2e3ItAiphVLZKiUAvlfQkM4EeyMUnypgmJUULfMDa/GzM3KISsk5wwWok5R95+QsD7H5q8yLXSLjIFmSm/PaJ5KzLCVgP4jrxSM2Usdfz5ROkpX4rhtWDkEDhqQ/mOekBTKbQp9H16H8NYnnj6NmuPsN8SlEzJgyhC0KUFJS7MDYh9rwqRM8TMSeHH8hE/wBdWtRmLLzCdWA5C3S0Shj9oARsofiOUTZorNbXK/kzkhQgAEbklXW1x6f8ogaoQzbulPqg5D/lYxLUEOFpuU7ciWJ/XGNqlIYcErZ/3ZiSAfYRmFN46kEtx+gHRU3jCuCvwMe4lSZiOqvnDVdH3eob9NHipF78z8oBqSxX8wWuAKlpCAEp1P8A1eEe2Y+UTzWKi1kI+zTsGF1nzt6qiQTsktUwfEqyOp8KR7E/zQHVhgJYNgBmPLU+pdXRorx1CNsJugSrmlStCANPz89fSD8KpJKlK79SwlKSRkSCpSnHhD2Dubm1oDp5hSSBoxDHgYMqMImJSlTBixBCkqF3sWJY20PCFRuT6uRXLIKWkCVFTWewN26njBK5hf8ATRPRYdOmIWZSDMyfGQxbkBqo9IFl4gU5gpILgi4uk2uOdvQmCWKT2+BvUoo2l0ylBwCz3UbJD8ToPON6ijyBJMyWc2gQoLI6s7R4uoKn8RdXxNYKe+gtrtyESSMOGsxSUj1J8g5aGwxp6iv1B623oFSgNmJcO3meD/q0H02DEJTNUj7NRZKi2XMNR7G0TYtPkKRKRJQoZCSZiixWS33RYANs5hz2c7GLqUoWpYMouSxsCCxBDu5A5WIjZeHUpdKfbsHb7m6O1YAA+xsG/uEbfyx7EU/BqIKUBUmxI/ugdDxy36xkF+Hy/wDI/wD0bQGabNpfpr6flBNZRSUN3Uxa1bnJkA6E39WguZIIpkIygL79dywVZKAA+rOo+kF9msKNRMyLDpAKlKvmFmAB67HnDY4l8NV8zKvRVF4Yr9lgdHyj5/q8RU+EqmqyIQVqAJZILsNSNPQR0HGPo17y6VhdhZbgsAwDh3sBrC+n7KCQ3eyJ9vvSpgI/5besN8mJ3lSTKBMLWdxwWGPr+cbJI4ZSeIcnzOsdHp8GwtVlGYDwmFQ+QaHtJ2bw5SChCJKwf38x8i7g9GgfIQSx+5zShwKfWEKkygFIASVhkgtpnLs5G494XTZCkzFS5iTLmpPiQfmPzEWWv7OVEmqP1BFQlIsCoKAfdlsPD/E8Iu0VdOmTSmszCajwgkJBTvYpsRfR4yajVSMaoHp0pKnUDlBZRAGZnuz28+jxqrwzCUuoOQHF1B7OxOo5xkisIUlMwgasoAMsFgb6vYa6HbixMhQGdBs4IILMoaaaKB29IT5PeP8AkF+r6g2MYDMkzEFIbOl0uCxChcMQOYPTpCyrmJy5Lg5W1fQuItFPjomI7qqmKKQXTNUSooLc3JD63+TRVqiiSZiViYNXZixHIwvOlqUdWNURjS1fes50SDryFn2gSpqjlUdC5HXMzewhSVqFklmcHiWNm8oM7zxeIeFAzKPl4feFK2t8AxruHTZ3jAbwSEhx+8qyfxPlEc+SFOUZyGdRIGpNzbQOREFLindyyH8U0la/P4U/4W9Ykk1QWHW/d/eAOXNuA/UA+UZkl1NQFyVs2oZKcxKyUpY3CQq+wLkW5wVTyASnvSuXKXooJcqHEBx4Ol+ERS5JLFTJSLgK+ZG/SHqa2fXFEmWhMzLoEoQhI4ks1r8d9Iow4db/ANmVXB7M7LSglRM6VlbPJmAhlNZUpSfiSbgi3HyV4TVSpC1KmSUVDhgFvYv8X69Yu+EfRmSAqpmN/wDXLt6r/IecUXtlg5pqlcuWVZUsUvuFAG+x1I8ov6eKMkulWwddWmYtSkBCA/wodk8hct6xZU4ailpZU6ZKTNmziSkTCopSgMxKQQCouNeMVfs94p0qWoABSwLsAzh+WnH1i99raddRXGUn4UJSB+yhOUKUo8Bf2AgXGUb/AIBU20UiqBUvOUgZiTYMnQ2HIQzwXHJkiXOQhvtQASdQz6dQSIM7RYomaJcuWnLJkgpR+0XF1nqzt1jTE6imVIlCXIKJqQM6sxYsGNnu+uzaRI41JyUtmx5I09malQBFOog3BAsQdCLxkLe/5mMhNYvyv9/8D7Z1qZ2gopzZlAEKCg6VA5g13A5NB+HV1In+6XKS7OygCW0d7nWCp2ESF/FKlq/kT82hbX9mqJCSpaAgcQpQ9gfaPV0P2tjuXPSrRQPQgxI0ULA+zUmp71aTMQhK8qGUCWa7uIZ//wAOU/3dVNT+uREYYpNqyxz6NC/jQlXVIPzhNivZ+jQgrmICEjcEj0D68mgQ9nK1HwVhP8QV+JVCrFMExCoRkWpK0JLi4RmLa3SDudYxtpaObdcFYqcbEpRMiZMCc1g6kMna4UQfSFlVVJnKKpmYqVqSxfmYnraNMt0KSkqf4kzAshtQyVFPqHgf6r4QohQCiyTlOUtYh2udNIgySndE3qBpmDulXdqzJAzFCi2m6SdDeBKHFlSlMTycjUfsqH64gw87QY3np5aESk96lxMWkBJKAAEONzq9thFInZlqZDlXDUefARrl0tJM1q2WPFK6WUFkMVZQQpQIZw2U6m4Dk3vqYVqRMWvQsCNBYN8o0n5pBCVeJBA2sCQHDHZ3AO7bQTPxlCQlKBbK77PwhWRW+oKUnVMAq8yZpAs5PSJcRrszINs58XHKNvn7RuB327Ab634R5IwwCYVrVntYMzcYyMLSYvrS5IU0oKu8mlhskb9YbUFLMnKTlSAPulRCUAcXNttdBCwYoCsukZUszjfjePavtTMqFAzFE5RlTpZIJYW6mChG3bO69cFlR3MqfdqpCbF8yEqLXKWuwOhLvwg7DKgypwnyRMKEKS76h/uqKbMWIez8Ipia9o6r9DyVLlz5ihYlCRzAzEvzv7xTjj1MXG5OmdGEAVeBSJqiuZKQtRTldQcsH04am4vDCPIsKmgOThUpBdMpAsE2SNBoIW9rZJFLN7seJRQFMLkFQS1tbMIfGNSI0Bo47i2GiRlQq87VYHwoB+FPNTXPWFZkkx0vGuwwmrmzEKCVKylIOmb7xJ1v8yYpxxgUBWAnPU3SHH2aB+1+8otZrfKEPC3LXAFV2FIwqYf/AG1f4VflGQV/YmLL8bVHi8X96RrfTMG10j2D8mHz+/1Nv5F67EYwSrulKfMCUh7gpZ/Igv8AymM+kWtHdhCfiSQtXIF0j3iqzTNpKkFSQlaFAgAeEjlyIjTtjiKZtStSVBSTlIILhsgMA5KgnL0Uy4fRwD3Mw/vAeYDn5+0NMR7VS0TUyUeOYVBJY2S5a548hFMpO0n1ehly5R+1mFS1kfdBLDzI9POK/QYmuVNE0AFQcjNo5BDm/N455N0jeukkjtsx2LM7WfTzjm3aWhUlbzqsLUdEpBJH8rgJHnC7EO2k6ZI7pS2dytX3lcE8h84BoVOnKilmTl7q+0I6MgAAeca96Nm+tEEvD1LRMUkhpYClXuxUE2HUiIE4llSEZmyKKg2yiEueR8I9IeSsKxBbmXTd2CjuyDkSMu751O/OK5X4RNlqOcyUqFiCt1b6sk7hvMQiWOvhEuFcguM40ucXmTFLPMwuw2YRNSSlS5YPiTmKQR/EXY+RjJ06aCwy+whiQ5CQf1xhaTv1GN1tMBxFEs5mBCbtmVmLcHYerRUptRlJSC4i51QS7MG53hBilAlQJSkPytDowjZ0Mu6kG4ZUJTISAdXfq8ErqAA7j1iq06ZmU5QojdgS3pB+G4eVqdZOUa9eED0erk2ePltmk0lU1YBZLxIjBSB4FOeBH5QdNwxILoOXrf8ArAs3EpstQS4voRvHOMk/TwdGSfDNqTDZ2YPLW25Af0uAfWOxdmu2MikkJky6eeWuVK7pJUo6lgsttblHKKWtmn4lt0/OGMqYf2lHzaGQcl2O8yCejrJ+kobU6vOYn8AYjV9JKtqb/wDX/wAY52KaYAFqRPRLP3spKW5K0PrFswmlwyYkA1M5Kt8xSkP5JUB6w5NsPrbGv+0lf+7j/if+MZ/tImf7uP8AiH/tgmT2AppgeXUTFDilUtQ9kxt/s1l//PN/yflBbCpgo+kWZ/u6f+If+2NJn0hq1NOjzWT/ANMME/RrI3mzj/Mgf9MVTH+yy6ckkHuySEnNm6OeLQE5SjG0bQQv6RKkksJYD2GV25O8exV/q44j1jIj/FP3/gzy2Oa/tSZyUpUgLKUZM2VyQ7gvsRa458YTLKtkAdecWag+j2oWXKQj+JR+WsQYzgX1ZWTvAos9nZJOxfk1+cMn1coxp8sSIplqLFbHQaAealFgIadncEkkTZtQt0Sg+TMxWS7AcnGoG8AVEtSSQpOU8wf00EVOCzJcmXOVlyzXysSWI48ND6QEZTjdoxclhw7tbIkoDU0srLnwpSgJDsE5mJUdySd4ZL7epWk5HQsaJUxSRuAdH3DgaRz+U2YFnuCQXu20WRfaiaq/cyUAOE/ZjwjgHjVklNVdBqTPcT7ezTKVlVlKixLMQwYgcH4xQKys1cuTBeKTSVZUBRA3YgPvc83hPMo1k3IHm/ygouSVck0/U9gNdVkMRsX9IPRi6UqlrJsq55ON4EqqAgaFfm3trGtN2fBRnmOkfdQLFuJO3SOk1VyDUY1yFVWJpSVMHO0QKlTVJcIZxZyAfQ3hnSUqJSBlF9STc9HO0az5+8GqQmTXZCmXjypSO7yZctiAN+PUxlPioIvHtfTBd9C0JVIY2uBHLHGNv3HpRyKywS52a7wBilS2Xjf8IWoWo20jyeXNybcYOCoyOJdXIfTVx0F4byJ53tCKkmhOkME1Yg6QrJGnpHUexX0ipppXczUqWkE5Skh0g6hjqHvrvF2CMOrUhTSFFXFkTH4WZTx8+IrWhphGNIExIWFKSTcILK6gkH5bQX0OhlktPg7HP+jaWDmp502QrrnHuyveITJxam+FUuqQNvveimP+Ywb2f7V0YCZKJixsDNe/8xLDpYQ+xaeUSJqgzhCmcsHZhfa5EYmmVJRe0VCi+lSXpPlLlnRxcehb2Jg7HcdpamjmhE1JOVwNFOCCLG/+sc5osRMqYSwcO4UAoXcEFJ1i99oOzFJ9U+solCWvKhYMskJJU1ikHK1+EJhk60/czG3I56QOHvGR6XjI82h1nWMTpqmcshLy0CwcsG423MU2fSFU7u1FznCH1+83HlFhxTE509KsqVd2NWTa3P8AXlFXMtRzKAcJDqPAEgA+/vDepOdpP32LkOe0HZxNNKVM75SipQ7tLAg/tOC+24ipzMQVoySNg34CH1f2rkijTJCSVvcliANSUnZyBCCpwuf3KZ2UIQokAn4rfu6xTkUuYvRj+Rhr8urJHIAGBk4gFgq1As53MQIwxJ1dSuJ0fkNPWF1biKh4VBimxHPoNIXjqTFTk6JKusKjAalxAqqERqqhFJPTN5s2F9RVHS8TzJ4MA1Mwa8IJJMZBbH6JrbwHWYmAQAzbwsXiDi0eUUjvZgB0Fz0hSTT2M6NbG9FJMwZjZO3P+kEpoZSQwQn0eCQsAADSB5kyOcxFexp/Z8r9hMA4jgSVpeX4VDZ7Hlyg9CxxjO8beGxdmdUou0KaXAgB41eQ/ODRh0sbe5gKqqcswh9bxIisjXaNk5vZPMwlJ+FRSedx+cT4FhJEwlbMBY6i8DprIMp6rgY27VA9TXJZaEplLzLQmbwCioDW5ZJGa3GLzM7VSaqnmU/9yvKMgcZVFLEJB5sAx4xzAVmge3O49donUTlfbleI59eDjaGwm+xlSs5trWNg7c+OuvKLmnHM+EBBPiRNEs9A60+zDyimhIUknMAobMb9CN+vONBVlKMr2UQojZwCAfQxHi8R0233TG4rsnKhxj2BPP5RkJ6ykueMdtVK8CSW0CU+EdGFz0gHCsJmVMwImL7oK0s5KvugjQPDWXhSJbBCQknc3Pmo3gmfSKkTho4IIIuOII5RRHxC6rite7F77lf/ALLElSk5fELEm6g3P8ocdoyru6eU3wSwo9VuT7NFvxfDJRKJ6yEEZSq1laFm3MI8ZoJ1XnnoSUIysP2lpHAcG+W8V+XJJm9DVlNUlISkD475yT4ANtA768YrXaWR4s40Pzi1CifwhnLi5YBO6yeA3iuVyPEpGbNLAss2cgM7bO2kZg4ehUlqysKMRuSWAJPARPVyWiw0GGiQkOPGQ6jwf7o5CKeNgcCWTgiz8RCOWp9I2mYLLAupRPJh+EH1tY1oBzlXSOUgOp9hdPwlAuknoWMb4ZMCHAF9y+uvoIJmotCupSQXEHyg4yctNjlVVA0yrhfLrHjVUyJnHYax1yTTaskwRKqmhWpUYZ/CHQVBOFm2IVOZfQR5LnGBSDvEiFQbD6FVBgqjE8mtIMABUSoQTACpQRYpNY6Fcg/uIJwxUxnQbcC59xeAcFwQzSzhI1zKLDi34R0DBu0iaWmVJl08tzqtXjJOxIPB7DSFZ80IKpvYuEVF8iBNelZCVju1gMLAfLX3gepphmcl+AZhaDJeFzJiVLEozEIcrLW8Ic3DNbgXgSklTAfCQQxLLIGmwUbPwdusebccnKpvuOToi7nrHkECtRumZ6H/ALYyA/Dv3OtnUpkhU1ajqQL+VrAcIkrZqDKlC6pqSyUi5IfQt7QTInrmOilTbRU5QYB9Qn9P0hzhWBIkXHiWdVnXy4CLPD+Fa3N88j1EDo8FXNUJtSXI+GX91PB+J5fOHM+cmWgqUQlKRcnQCMqalMtJUsgJFyTFRmrXiCipTy6SW5PFTXPt6dY9ELgpOP4giZMWZYKUEtzVd/IOdByirV87WHfaDEUrmKKEhKdEgWCUiwHp7xV6xcBSiQTbkwGZOZaX0cP0cPFl7QVgQpuLmKjUDWH2LzBOlJUNglvRjHPa2bQsKwS5j1VUBpC4lo172MYXlhk2rhfUzXjxU6B5i4JMOOOmQKUxgiSFqFkk9AYaYRgmbxrFtgfmYeCnaAeSN0FkyUUqcFAsQR5RvTiLXUUyVBiAYQYhh2TxJ0+X9INO+AY5VLXB6EJI4QumyylTPG4nc4yZNcxqGRi4s8lu8NKdCSGMAIEFSY5SF5djOStUu4NuP5w4pcVdOUtfffp0/KE0iYCGO8DqmFCsuu45jjGZMcMi9SI1d6OgYZjk2RJWhCk5Jr5kkBW2XcWcHblA2H4cqfNTKQQFKds2hN2DgFn04RD2Lm94pu6M8pBKUXYlrZgLkDVuXWDsPqVyV95LUUKD3HB7i+0eN4jH5UlGb9Pb6D4u1slV2XqwSO4m2tZCiPIgN6RkXCT9JKsqXlhRYOQbEtr5xkZ0+F/M/v8AQZUfcbYj2qTIo0TEJCCt0oS3wqA4cuEOZOMo+rpnLUAMoKmINyNOvKOSL7QfWQEzPGlFxmFh5DQmHnY7DxVTSFE91LD5SSc2gAcksLegtxj2ITbVSVMoUrY/RImYjMCluimSbDdX647aCLPNw5CpXdMyGysmzDk0bGoloKZbpSTZKbCw4CMra1MqWpajZIJPkIZYRybtT9H0+UVLQO9l8RqBzTr5iOe1qSksbR2Hs39IBnVS0zFNLOYpBAtewfo/WEvafEaGbNnFdMCEnKlaFKllSg+Z9vNvnHauieUI1aOV0coLmoSdCb9ACfwg2trMiiAPDo0A1s0Im55YygKdIJdr6Pva0eVk4L8SdDtuORhc2BVg01YOhgda4xaY8TQKVcC3HQRlruPigdc8Q47P4X3n2ihYGw/GFi8NUDt5Ra+y6x3OXQoJB+Y+ftAZZrp9LCkqiMZcprRHOTwgwmBSq8RTn0KyeMepgi5RgSokuCDvDSvn5E2GY8BAU9aSHe8d4fxLb2MyeFcVZXEYMD94+0FJwBH7SvaJZk0CYR0+UMZdxDcmeUJclEYuUbFK8CUA6FPyNjASgUFlAg8ItAS0a1FCmaLjzGo5wcMylyKljYgkz4nnKcA7iAaykVKWUnqDxHGCcMqkhY71JWj7yQrKSG2VsXv5RUtomljp2PaSdOpgFy5yAZiC4RMBIB1CgNDd2hv2a7XikSSqWmetzlC9EPu+73t7iEuDdm5lXn7lClhIeypYy8CrMU25iNF4LUIBzSVsnUgOzalw9ohm0mup99WcvkXNOEmaBM+oSRn8bd+Utmu2XNbXTaMij/2lM/8AkX/iVGR3mT9o/scPK+f3QCQkpBGZIINwfvF7nQ+kH4D2vEieiZmJShIdrFbDdra+wh522pUzJBKEOpPiHiukt4iOI/d5PHKRMfcgn9GKPAeIj4nF19+46dxejomKfSB3tT3yUuQBkCjZI3HrfjGmM9taqokmWSVSyQpwLuQHSVcAS3zimUxCCorDjQPoXgyfUIMrMPiHhZIL2D3VzDgN+ybRU1T0A5MKw2nX3gWVlJF1Wu3B+Jj3FK8qfYbAaCNqY5JAJ1X4i+t/hHkPnAVNRKnqLFki6lbAfmYVKQltt0LPqipqmSH/AA5mJzgaU6qc8rCHcxaZYyIsNzuTxMK585zEeTO+IlGNJcnuGdmQs51PkGz/ABf0gqup+AYCw5Q/nJCZQSNGDemsKZzCJcuZppNlkIdSsSTJbRBRV/dTXPwqsr8D+uMGVs0bGEdUp4PF6+Q3FpbLia1LO8K5+JXtFdTiSkhjcRv/AGgIa/DN8k1NPQyXXl4imVLBzpC4VyRsTA66tSlPtw2hmPw/S7oJuUtMJE05iTqYY02INCnveNolSnhG5calyGm48D1OIPBUisaK+iUekTSpwBZ3iSWH8occlP1BGPzc4SW0NjuzX8nA9YTpmcIdTJWZjwhdW0jeIaHXkYuwTqKiyfL6pWZR4guWrMhRSeILf6jlHSux3aQVQKFgJmpD2sFAaqHA8Rz9OWCDsKqzLmBQ2cHmCCFDzBMD4vwsfEwp89mI44LrNnUOY/ZLNzoWHkHsOUZFZNUOD8+POMjz/wAL/wB3+4u5F9wntF9YlqKAkTALpU+UKLtcXYsY53PkKMxSMuVQKsw4HcH1HtFt7YrEpaailnMVj7TIkhCg5AUxDOSlQIb7r8YWYjUd/KTPCci7IU5YL1ZQ46EeQh/goeS+uEajLs+U/Z/IpkKJtMp05x4XY+X9IlRVy87pTktcAnYM7PqfxMYKolJQ6kpJT3mUnQFg43Y8dzCoJzEsPfQc49XlCaLPiU0shIucqQOLsAIYTCJMkShrqo8VHW/AaDpAWGSFKMuasgsHa+wYF/eI6+ocmPNy+ISbijYYm1YNUTYDnzY9mKgZahE62UQx1yWJNeTIlE7Ap/wn8mgCoqDrANFUqPgAdJPpxMGT5KgOQhU4JTtlsJXoXTy8BrgifNgCfNcWi/DBsDIgeYXNo8ykaiGFLQEIzHeNZ4DRSsqukIquQCCJFI5tGjC0WGkowBGZ83loZix9WxUaV4gnUhGkPBKvEFRKeJYZ3YckqYrkpJ1+cFy6doGQWURzMHyy8MzSaFqNoJplNaCFU4WCOIb8j6wIA0TU88gvE0Z+qwZRoUIplPpBv1azaQ0racIzLsxuBuX/ANTA6KZeUrynKkhJUxYKUHYnj/WKXmbtLsRN7oiE/wDdEewcnFCABkllrOUXjInv5gWD4zXGZnShau5ll0JUokJCzdIHUm/LnC+TNBSBqzsOv+sHS5JTUKS3hUsoKT95BPh6/dLiPMUoRKUwDB7He2z8RbTWxj0lJWod6GthtHhilmYlXhOXLw8YKVJD+XoYW4rIyzESw/eABC3ZnfwsByb1h9LrHSlX7QCj1sD8oxVMO+VPUHYJCRxW2vlb06RJj8X8XWuDkt0aFBlSxKKsx35DXK+97wNNlAxPPBUUkP8AEc54hnHS4bzjRTABSiyTw1O1h+tI8+SlKSku5je9C6fQpDkrOUb2gqlw6WZIXlOZRLZjsLC2nGBivNqHIuEuA9ra9YPl1Ly2VYuWSLtpqbC7nR9IqnGUIV3++BuKST9R7R0LAq5t6f6xJVy/C3GC6eWUynU1y4829NIWYhVWiGStqi/C05X2EdYkAwOaQ6wUmXmWOZhlVyQEBo9SFxRN4jLukKKmqWrgOW0LsqlQynbwCFXLQ/FFJaQCm5PZ4ENaHWG14UwUwIDdecDy6IM6rlujQJU04AcOOR1jsuNZVTKIycB/UFhAUxYTzO0DUuIKUMqrkaGJ005d9YiWPytSCyzUloDmU+8bU8sk+H84OCI2ppN1J5OIPruLbI5TcWeJkq0LesFJw5gFE25ERIuVKKRkUoryuoKSBe7hLEuBxPpEcmepKXKcyCpgb2VqwVoC20TU23QP4iXAPUk6G7aDltEqqlSUGXmOV3KXLFTXLcdo8lzzMIKgwTtz2gmVh8xbLyKUhJBUvKSm2x2/1hvqitiZOwEd5wV/h/pGR08fS5OFhLQwtoRpye0ZB1j9/wCDaj+YquJ0aZiWZlAuk7g9Rty841xCSJiWXoWuOLXI9TAdX2glSyXzuf2gSR0cC0eyMRTMTmSS3MEN5m0eevPilJp64f1GdPsQYfJVlyHVKrcMpdj08J6QdOOYFnYWFuOp6mPJiQBYeI69CXbzLHyjYTvARzf2EHlyKTbXc56QBW0ilBABYFbK/hYkn0B9YIXTS1Zc4Jy6B/CALCw1sBEmJoYDuibIGbM3xakjl+Ahciv1Cwx9jBKU1FKL4/qC3WiZZzFyAkCyUgAMN9Ny3lYcYwyLcCdHjSprgmWFZC+YgAgettohkIN87FRL6BmBiuOOT9U/7gOk7LdIolVOZMlBLIfkABy2/pFZxjClyyEryubkJVmbkeHHziy9mcAragH6vnlyyLrzFCC3Pc7Wi6UP0QSO7BnLmKmEHNlICXI6PbreG4/CRjsfDJOqRxVKQkjc7tokcuJiaak3d2i8YR2IKq/6ssZcpJUQHskOCH2NmP7wi5Y/9GCamqMwLEuUtitIHicattfV+L2MVeWqFU57OBzpZVYCIfqBCvFH0difYuRIoJ8unlBJKHKtVqyEKLqN9Em2kcS+oZlFR4m2zbQ3pSWh0FXIpQ6RxtAqpZLvDyqokhClqASQ4Dbq2Dc4UzBeAocmQGmy3EH0lQCLxChDG5aJZ0sKWSmzNtE2bG56oy9hDRigQlxY/o/hG4k5ebRYMGwVS5K5uXNLlkBd7XykDqc217RFKGTHygMqj06KsZI1JL8xx5weikQJKiX0csSLjloeT8YPxjC0ypuVC0rQyVBQ0uOBuGu42jK/FiqnRITLSkJmGYVaqUpmvszAW/dEMhjnklSdV90TwiJEywEgKJ49LtFi7L9uFUHeJKCuWtJBSFMAohgpiDqw9Irs2Qog3/Q0gJZLMdR8ouxwcHsyUXHaDDiaOPsfyjIVZYyMeKLFUi9TUpfQHbR7cOkQSKZMtJCEkAqdKSXGZmJA4W0iQT5aklSVZkvqMwc7i4EREE3NunyEfORcoqnZYlRvLsQdwX89YZ1ipZPiTY3SRZTbO2ukL5Us/Er4eG5/pA9VUBiAq3Ai7wFOT5Bk6C5spOY5VZhtZukA/V5SnKnG2pZ9jaIZc2/DqfnBaKRtb8Lhv6xbBdK2LdvYum5gkJfMAbAWH9YaYR2fmVEyXLQwUs3J+6NX52vEgSgfdyne5byfT1jRWICUykzBxAB8SW4Np5x62CW0krA6bO7dmMGNLTplFWdnLs2tyNTu8NY5x2M+ktCgUVMxtMq1D2UR84uqe0dMf/fl+awPYxc8cuaKo8BSaFAmKmhIzqASVbkJcge/sOEEQqndqaVNzOQ3Un5CFtZ9IlIjRSl/wpPzU0csU32ZvA7xeapMiapABUlCiAbhwOG/SPn+sX4y2m0XXtX9IP1mUZcpC5d3zZ7kXcEAaF+MUKcS76w1Y6jTBb2ATkFanPPTQRvJoAQzc4ZIp7dY2ky7+vz/AKxPIZEUJonUsNcZfxBjWXJYmGcyW0480J9lEfiIhqadv10gGF3I5i9+QPrB1NWzUylS0HwlWfKfhzMA7cWtAMyWwvuPkYOpR8vwjL6k0wZR0C07rUoqsX04N8oIEgEA84GWWqVc2PsIPl6HrGY8cca6YgRVIHm08J6ijLqYOpx6MQfcGLHORaAUI+0PMH/Kr/ygmrRrVicYQf1/pGRYO6jIDo+bM6EYBc8hb/SJzLGX+WMjI+bfJr4AV3APIQCLqvxjIyDgIY2pkgAgC0TZAHbgT53jIyDb9ISK4suS940aMjI+ljoag6RoP1tFy7F9qKozpaDOWpKlywQplWdm8QJFuEZGRfg3aZncdfSTWLVNQgqOVIJA2ckh/QRSdjGRkK9v0BfxGkebxkZASNQREaBp1HyEZGRMxiBqr++/kP8AzoiaeNPOMjIBhIGqtB1PziWj0HQfhGRkDE18AlV/6kdE/KGEvRXnGRkMAJ1/DCpJ+2b+L5D8oyMjGb7hrxkZGRwJ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6" name="AutoShape 12" descr="data:image/jpeg;base64,/9j/4AAQSkZJRgABAQAAAQABAAD/2wCEAAkGBhQSERQUExQWFRUWGBgYFxgYFhcYGBoYGBcYGBcYHBgaHCYeHBsjGhUXHy8gIycpLC0sFR4xNTAqNSYrLCkBCQoKDgwOGg8PGiwlHyQsLCwsLCwsLCwpLCwsLCksLCwsLCwsLCwsKSwpLCwsLCwsLCwpKSwsLCwsLCwsLCwsLP/AABEIAQMAwgMBIgACEQEDEQH/xAAcAAACAgMBAQAAAAAAAAAAAAAEBQMGAAIHAQj/xABHEAABAgQEAwYCBwUFBwUBAAABAhEAAwQhBRIxQVFhcQYTIoGRoTKxBxQjQsHR8FJicoLhFTOSovEXVJOywtLiNENTY6MW/8QAGgEAAwEBAQEAAAAAAAAAAAAAAgMEAQAFBv/EADARAAICAgECBAQFBAMAAAAAAAABAhEDITESQQQTIlEyYXHwFFKBkaHB0eHxU2KS/9oADAMBAAIRAxEAPwCOmxJNRNSKybMygBJIuphoL/O56ww7SY9JXL+rU0hKJTjxlP2hy3d9rPcuTyhn2/wWUZqppXKlDKGyuqYtd9UJDX0fk8UqmqMqh3gBBBD8iGcHiPwhco3ajq+fn9SN/IsXZXs1Mm0tXOQk5lI7uWNy5GcD+W380K8dwkU5TTkusALWAAQFqHw5mcsnm146/wBm6uQunT9XYIAbLuk8FDjz3jmXa7D3rKiYkpWApyBMTmGYBi2pCTYwGWKhBJfT9DpKlorc7DhKmALImJHxd2sK8J1AWHAPWBq+RkKVJcy1FOZPEAuR116RaartPVzUKQUKMsoLCWjKEgDV0i6eIJIIfQ3FbppyS6FsEH2OxiaXSn6V+/3wCLJ8uXnVkJKAqxPxZX8JIBZ9HY6mAy+/6eHeI4eiWhJzOslWZOX4QGyqCtCFA+xhUpOrX+UTStOju5pRqyLCjpobag2t8/KJcZkKROzEMzltGWksrzzN6wNMBGu36DQyBM2Q+qk6vu35p90w2G1QxPRrVyQtKwNCy09F39jaBRKSiWRcqcXezDZuLtflBck5paePiR6+JHu4gellyyib3rlYQ8sBaUjMFB3za2dki5jKcnpgPYGqcokAXcgcWvBHaA/btwSmBqSY60JypDzE3bxagM76b6QVj5+3X5f8ogq6UdwRybwZTpu/AOefD3gCWSBDSjJCH43HlYe7nyhK+KzIpXYRRU+eelKi6JYK1DYcfNSojxuqK9S2Y5jxYOED5n0hhK8MlI0MzxK5S0/o+0K5cvvJhURq3NhsPRhDrfTXdhPivc3w+UEIKyNPfgPMxiCZrhQUQXUyEOXAISH1Cb/6xlTUgjKl7aWsS4f2Fj+Zgtcgo7tUhaj9kFrUlWUpXbvEliCAklPXW8dXZcLkB+x4JoRLQhCCFfEtSkMXc5AjgjKx2cnkI2UpQ1SrMQ5Khe93vx1eCp+NqqEIRNCMySGmsQoiwPeMCV2AvqG3eJaykWMrkEEeFSVBSCB+yoWtw1D6QjNG11Qtpfx9+4UIqRLgfaBdMtKwgLazquQNwkn4XFnix9uscNRSSFIlqCJijdQZQUnYXYhn8UUOY4JEbFRAsT+HpGYvGyxxcWtBvEglMwAAFYtzjIAYcvQRkT+bH2C6Ilhp8Kmz86gklMtLqbiWAHvprHRqLsPJVQokTEOogrzaKStQ2PKwblDDsjSSkUw7rPkKifG2YnQm1toeR9DjgoLXc2MUjieKYXU4cspUpQRMBSFoJAUDqCRvyhL/AGc/iSsa2d39h+njvuIYfLnS1S5iQpKtQfmOB5xyTtT2UXQLCkkrkKPhP3knVj0/a+UdOCktgSh3FUjCKinKZziVlLpMwtmbUBHxKB0LBrwunTFEZSoZcxUEgWBOrcOnKHkmqlTVhVUZqwWHeBbqSNgUqBcDkR5w3xfs5Q05lFap0yXNGZK0ZCGT8Q1GoI6RLPB7OkA49ypS5OdIQp3+6SNLOB5vaB5eFJOfMopypJAAclQ0HIM5JhhitSJpKpSEypcsBAGcZyNiXOZSugYNyiAyRNGUkKWA4UC4Itvx5G/G4MIaV+5nIgqJNif0P6wThAyliGzWHXVJ6FyPODKlRbudZeZKyB+1lZ3PAFm5R7OluEjMfCGTYAi5VqNbqPrE7yLHpnJ0ezaWUAoS+8SspCgFFJSVJ8XhYAjRQYvryvXMQlfaKbQ+IdFB/wAYsNQfgWzlJBI8/EP1sqAqqmYt+zmTzLF0+yobLJqwnoV0Er7ZH8Q+cEY4PtlHiSPQCCKGZ9qkNvawjTGpTrP8Svwgeu1b9/6MGwSlTmZO5LCHtPTZpiEDTfkkAh/QKP8ANCzCpBKnZmFv4jYfN/KHFCfsyoWVNJQjkhOp9B7GCjGwlwRYnUlR8P3zlTyQn8yP8p4wRVYd3VKmYVAGYsoA3ZIdauQchP8AMYhUEpJWeiBuzWHtf+sB1U0kMSS7n8/ntBuaXPL4BkzZdcChKCiWMu4SAo9Van5RtTrG3h8n9jAdPIK0qNvAxNxo7aO5uRppDGmpNCsZQdt4nm3ywVHq4JxQzUIROSHBUchKQHKbltrQRh2JzkBaWl5VqzELSlbG90voWLOOXCI1TGZrgWAiMLBN7HeBWeUX6NDVjS5MXz0JjQSQWYl9+EYZ7a6QNNrk3Z4m8tjrCTJPKMhf9fVw9o9gvIn7HWi5Sl1yJWlQJSbukTE5ebbRYOyfa2Yo5JtUkCzGYjMTfTNZv5jDUfSKMxKpeVAHElZ5CzP1iBFNh+Jk5QZM/WzJUebfCv5x9BCcZfCwElemXdKApNyFg9GIPTaKP2q7KylFS5U050gky85WrmQCSWG44CK1i/f0OaVLqkzZarFMuYyx1Q9j0MIU4kvMFoUy0kEbKBG8ZOaWmDOd6oKXgc5MvvpctSpd87BwG+I2e3ItAiphVLZKiUAvlfQkM4EeyMUnypgmJUULfMDa/GzM3KISsk5wwWok5R95+QsD7H5q8yLXSLjIFmSm/PaJ5KzLCVgP4jrxSM2Usdfz5ROkpX4rhtWDkEDhqQ/mOekBTKbQp9H16H8NYnnj6NmuPsN8SlEzJgyhC0KUFJS7MDYh9rwqRM8TMSeHH8hE/wBdWtRmLLzCdWA5C3S0Shj9oARsofiOUTZorNbXK/kzkhQgAEbklXW1x6f8ogaoQzbulPqg5D/lYxLUEOFpuU7ciWJ/XGNqlIYcErZ/3ZiSAfYRmFN46kEtx+gHRU3jCuCvwMe4lSZiOqvnDVdH3eob9NHipF78z8oBqSxX8wWuAKlpCAEp1P8A1eEe2Y+UTzWKi1kI+zTsGF1nzt6qiQTsktUwfEqyOp8KR7E/zQHVhgJYNgBmPLU+pdXRorx1CNsJugSrmlStCANPz89fSD8KpJKlK79SwlKSRkSCpSnHhD2Dubm1oDp5hSSBoxDHgYMqMImJSlTBixBCkqF3sWJY20PCFRuT6uRXLIKWkCVFTWewN26njBK5hf8ATRPRYdOmIWZSDMyfGQxbkBqo9IFl4gU5gpILgi4uk2uOdvQmCWKT2+BvUoo2l0ylBwCz3UbJD8ToPON6ijyBJMyWc2gQoLI6s7R4uoKn8RdXxNYKe+gtrtyESSMOGsxSUj1J8g5aGwxp6iv1B623oFSgNmJcO3meD/q0H02DEJTNUj7NRZKi2XMNR7G0TYtPkKRKRJQoZCSZiixWS33RYANs5hz2c7GLqUoWpYMouSxsCCxBDu5A5WIjZeHUpdKfbsHb7m6O1YAA+xsG/uEbfyx7EU/BqIKUBUmxI/ugdDxy36xkF+Hy/wDI/wD0bQGabNpfpr6flBNZRSUN3Uxa1bnJkA6E39WguZIIpkIygL79dywVZKAA+rOo+kF9msKNRMyLDpAKlKvmFmAB67HnDY4l8NV8zKvRVF4Yr9lgdHyj5/q8RU+EqmqyIQVqAJZILsNSNPQR0HGPo17y6VhdhZbgsAwDh3sBrC+n7KCQ3eyJ9vvSpgI/5besN8mJ3lSTKBMLWdxwWGPr+cbJI4ZSeIcnzOsdHp8GwtVlGYDwmFQ+QaHtJ2bw5SChCJKwf38x8i7g9GgfIQSx+5zShwKfWEKkygFIASVhkgtpnLs5G494XTZCkzFS5iTLmpPiQfmPzEWWv7OVEmqP1BFQlIsCoKAfdlsPD/E8Iu0VdOmTSmszCajwgkJBTvYpsRfR4yajVSMaoHp0pKnUDlBZRAGZnuz28+jxqrwzCUuoOQHF1B7OxOo5xkisIUlMwgasoAMsFgb6vYa6HbixMhQGdBs4IILMoaaaKB29IT5PeP8AkF+r6g2MYDMkzEFIbOl0uCxChcMQOYPTpCyrmJy5Lg5W1fQuItFPjomI7qqmKKQXTNUSooLc3JD63+TRVqiiSZiViYNXZixHIwvOlqUdWNURjS1fes50SDryFn2gSpqjlUdC5HXMzewhSVqFklmcHiWNm8oM7zxeIeFAzKPl4feFK2t8AxruHTZ3jAbwSEhx+8qyfxPlEc+SFOUZyGdRIGpNzbQOREFLindyyH8U0la/P4U/4W9Ykk1QWHW/d/eAOXNuA/UA+UZkl1NQFyVs2oZKcxKyUpY3CQq+wLkW5wVTyASnvSuXKXooJcqHEBx4Ol+ERS5JLFTJSLgK+ZG/SHqa2fXFEmWhMzLoEoQhI4ks1r8d9Iow4db/ANmVXB7M7LSglRM6VlbPJmAhlNZUpSfiSbgi3HyV4TVSpC1KmSUVDhgFvYv8X69Yu+EfRmSAqpmN/wDXLt6r/IecUXtlg5pqlcuWVZUsUvuFAG+x1I8ov6eKMkulWwddWmYtSkBCA/wodk8hct6xZU4ailpZU6ZKTNmziSkTCopSgMxKQQCouNeMVfs94p0qWoABSwLsAzh+WnH1i99raddRXGUn4UJSB+yhOUKUo8Bf2AgXGUb/AIBU20UiqBUvOUgZiTYMnQ2HIQzwXHJkiXOQhvtQASdQz6dQSIM7RYomaJcuWnLJkgpR+0XF1nqzt1jTE6imVIlCXIKJqQM6sxYsGNnu+uzaRI41JyUtmx5I09malQBFOog3BAsQdCLxkLe/5mMhNYvyv9/8D7Z1qZ2gopzZlAEKCg6VA5g13A5NB+HV1In+6XKS7OygCW0d7nWCp2ESF/FKlq/kT82hbX9mqJCSpaAgcQpQ9gfaPV0P2tjuXPSrRQPQgxI0ULA+zUmp71aTMQhK8qGUCWa7uIZ//wAOU/3dVNT+uREYYpNqyxz6NC/jQlXVIPzhNivZ+jQgrmICEjcEj0D68mgQ9nK1HwVhP8QV+JVCrFMExCoRkWpK0JLi4RmLa3SDudYxtpaObdcFYqcbEpRMiZMCc1g6kMna4UQfSFlVVJnKKpmYqVqSxfmYnraNMt0KSkqf4kzAshtQyVFPqHgf6r4QohQCiyTlOUtYh2udNIgySndE3qBpmDulXdqzJAzFCi2m6SdDeBKHFlSlMTycjUfsqH64gw87QY3np5aESk96lxMWkBJKAAEONzq9thFInZlqZDlXDUefARrl0tJM1q2WPFK6WUFkMVZQQpQIZw2U6m4Dk3vqYVqRMWvQsCNBYN8o0n5pBCVeJBA2sCQHDHZ3AO7bQTPxlCQlKBbK77PwhWRW+oKUnVMAq8yZpAs5PSJcRrszINs58XHKNvn7RuB327Ab634R5IwwCYVrVntYMzcYyMLSYvrS5IU0oKu8mlhskb9YbUFLMnKTlSAPulRCUAcXNttdBCwYoCsukZUszjfjePavtTMqFAzFE5RlTpZIJYW6mChG3bO69cFlR3MqfdqpCbF8yEqLXKWuwOhLvwg7DKgypwnyRMKEKS76h/uqKbMWIez8Ipia9o6r9DyVLlz5ihYlCRzAzEvzv7xTjj1MXG5OmdGEAVeBSJqiuZKQtRTldQcsH04am4vDCPIsKmgOThUpBdMpAsE2SNBoIW9rZJFLN7seJRQFMLkFQS1tbMIfGNSI0Bo47i2GiRlQq87VYHwoB+FPNTXPWFZkkx0vGuwwmrmzEKCVKylIOmb7xJ1v8yYpxxgUBWAnPU3SHH2aB+1+8otZrfKEPC3LXAFV2FIwqYf/AG1f4VflGQV/YmLL8bVHi8X96RrfTMG10j2D8mHz+/1Nv5F67EYwSrulKfMCUh7gpZ/Igv8AymM+kWtHdhCfiSQtXIF0j3iqzTNpKkFSQlaFAgAeEjlyIjTtjiKZtStSVBSTlIILhsgMA5KgnL0Uy4fRwD3Mw/vAeYDn5+0NMR7VS0TUyUeOYVBJY2S5a548hFMpO0n1ehly5R+1mFS1kfdBLDzI9POK/QYmuVNE0AFQcjNo5BDm/N455N0jeukkjtsx2LM7WfTzjm3aWhUlbzqsLUdEpBJH8rgJHnC7EO2k6ZI7pS2dytX3lcE8h84BoVOnKilmTl7q+0I6MgAAeca96Nm+tEEvD1LRMUkhpYClXuxUE2HUiIE4llSEZmyKKg2yiEueR8I9IeSsKxBbmXTd2CjuyDkSMu751O/OK5X4RNlqOcyUqFiCt1b6sk7hvMQiWOvhEuFcguM40ucXmTFLPMwuw2YRNSSlS5YPiTmKQR/EXY+RjJ06aCwy+whiQ5CQf1xhaTv1GN1tMBxFEs5mBCbtmVmLcHYerRUptRlJSC4i51QS7MG53hBilAlQJSkPytDowjZ0Mu6kG4ZUJTISAdXfq8ErqAA7j1iq06ZmU5QojdgS3pB+G4eVqdZOUa9eED0erk2ePltmk0lU1YBZLxIjBSB4FOeBH5QdNwxILoOXrf8ArAs3EpstQS4voRvHOMk/TwdGSfDNqTDZ2YPLW25Af0uAfWOxdmu2MikkJky6eeWuVK7pJUo6lgsttblHKKWtmn4lt0/OGMqYf2lHzaGQcl2O8yCejrJ+kobU6vOYn8AYjV9JKtqb/wDX/wAY52KaYAFqRPRLP3spKW5K0PrFswmlwyYkA1M5Kt8xSkP5JUB6w5NsPrbGv+0lf+7j/if+MZ/tImf7uP8AiH/tgmT2AppgeXUTFDilUtQ9kxt/s1l//PN/yflBbCpgo+kWZ/u6f+If+2NJn0hq1NOjzWT/ANMME/RrI3mzj/Mgf9MVTH+yy6ckkHuySEnNm6OeLQE5SjG0bQQv6RKkksJYD2GV25O8exV/q44j1jIj/FP3/gzy2Oa/tSZyUpUgLKUZM2VyQ7gvsRa458YTLKtkAdecWag+j2oWXKQj+JR+WsQYzgX1ZWTvAos9nZJOxfk1+cMn1coxp8sSIplqLFbHQaAealFgIadncEkkTZtQt0Sg+TMxWS7AcnGoG8AVEtSSQpOU8wf00EVOCzJcmXOVlyzXysSWI48ND6QEZTjdoxclhw7tbIkoDU0srLnwpSgJDsE5mJUdySd4ZL7epWk5HQsaJUxSRuAdH3DgaRz+U2YFnuCQXu20WRfaiaq/cyUAOE/ZjwjgHjVklNVdBqTPcT7ezTKVlVlKixLMQwYgcH4xQKys1cuTBeKTSVZUBRA3YgPvc83hPMo1k3IHm/ygouSVck0/U9gNdVkMRsX9IPRi6UqlrJsq55ON4EqqAgaFfm3trGtN2fBRnmOkfdQLFuJO3SOk1VyDUY1yFVWJpSVMHO0QKlTVJcIZxZyAfQ3hnSUqJSBlF9STc9HO0az5+8GqQmTXZCmXjypSO7yZctiAN+PUxlPioIvHtfTBd9C0JVIY2uBHLHGNv3HpRyKywS52a7wBilS2Xjf8IWoWo20jyeXNybcYOCoyOJdXIfTVx0F4byJ53tCKkmhOkME1Yg6QrJGnpHUexX0ipppXczUqWkE5Skh0g6hjqHvrvF2CMOrUhTSFFXFkTH4WZTx8+IrWhphGNIExIWFKSTcILK6gkH5bQX0OhlktPg7HP+jaWDmp502QrrnHuyveITJxam+FUuqQNvveimP+Ywb2f7V0YCZKJixsDNe/8xLDpYQ+xaeUSJqgzhCmcsHZhfa5EYmmVJRe0VCi+lSXpPlLlnRxcehb2Jg7HcdpamjmhE1JOVwNFOCCLG/+sc5osRMqYSwcO4UAoXcEFJ1i99oOzFJ9U+solCWvKhYMskJJU1ikHK1+EJhk60/czG3I56QOHvGR6XjI82h1nWMTpqmcshLy0CwcsG423MU2fSFU7u1FznCH1+83HlFhxTE509KsqVd2NWTa3P8AXlFXMtRzKAcJDqPAEgA+/vDepOdpP32LkOe0HZxNNKVM75SipQ7tLAg/tOC+24ipzMQVoySNg34CH1f2rkijTJCSVvcliANSUnZyBCCpwuf3KZ2UIQokAn4rfu6xTkUuYvRj+Rhr8urJHIAGBk4gFgq1As53MQIwxJ1dSuJ0fkNPWF1biKh4VBimxHPoNIXjqTFTk6JKusKjAalxAqqERqqhFJPTN5s2F9RVHS8TzJ4MA1Mwa8IJJMZBbH6JrbwHWYmAQAzbwsXiDi0eUUjvZgB0Fz0hSTT2M6NbG9FJMwZjZO3P+kEpoZSQwQn0eCQsAADSB5kyOcxFexp/Z8r9hMA4jgSVpeX4VDZ7Hlyg9CxxjO8beGxdmdUou0KaXAgB41eQ/ODRh0sbe5gKqqcswh9bxIisjXaNk5vZPMwlJ+FRSedx+cT4FhJEwlbMBY6i8DprIMp6rgY27VA9TXJZaEplLzLQmbwCioDW5ZJGa3GLzM7VSaqnmU/9yvKMgcZVFLEJB5sAx4xzAVmge3O49donUTlfbleI59eDjaGwm+xlSs5trWNg7c+OuvKLmnHM+EBBPiRNEs9A60+zDyimhIUknMAobMb9CN+vONBVlKMr2UQojZwCAfQxHi8R0233TG4rsnKhxj2BPP5RkJ6ykueMdtVK8CSW0CU+EdGFz0gHCsJmVMwImL7oK0s5KvugjQPDWXhSJbBCQknc3Pmo3gmfSKkTho4IIIuOII5RRHxC6rite7F77lf/ALLElSk5fELEm6g3P8ocdoyru6eU3wSwo9VuT7NFvxfDJRKJ6yEEZSq1laFm3MI8ZoJ1XnnoSUIysP2lpHAcG+W8V+XJJm9DVlNUlISkD475yT4ANtA768YrXaWR4s40Pzi1CifwhnLi5YBO6yeA3iuVyPEpGbNLAss2cgM7bO2kZg4ehUlqysKMRuSWAJPARPVyWiw0GGiQkOPGQ6jwf7o5CKeNgcCWTgiz8RCOWp9I2mYLLAupRPJh+EH1tY1oBzlXSOUgOp9hdPwlAuknoWMb4ZMCHAF9y+uvoIJmotCupSQXEHyg4yctNjlVVA0yrhfLrHjVUyJnHYax1yTTaskwRKqmhWpUYZ/CHQVBOFm2IVOZfQR5LnGBSDvEiFQbD6FVBgqjE8mtIMABUSoQTACpQRYpNY6Fcg/uIJwxUxnQbcC59xeAcFwQzSzhI1zKLDi34R0DBu0iaWmVJl08tzqtXjJOxIPB7DSFZ80IKpvYuEVF8iBNelZCVju1gMLAfLX3gepphmcl+AZhaDJeFzJiVLEozEIcrLW8Ic3DNbgXgSklTAfCQQxLLIGmwUbPwdusebccnKpvuOToi7nrHkECtRumZ6H/ALYyA/Dv3OtnUpkhU1ajqQL+VrAcIkrZqDKlC6pqSyUi5IfQt7QTInrmOilTbRU5QYB9Qn9P0hzhWBIkXHiWdVnXy4CLPD+Fa3N88j1EDo8FXNUJtSXI+GX91PB+J5fOHM+cmWgqUQlKRcnQCMqalMtJUsgJFyTFRmrXiCipTy6SW5PFTXPt6dY9ELgpOP4giZMWZYKUEtzVd/IOdByirV87WHfaDEUrmKKEhKdEgWCUiwHp7xV6xcBSiQTbkwGZOZaX0cP0cPFl7QVgQpuLmKjUDWH2LzBOlJUNglvRjHPa2bQsKwS5j1VUBpC4lo172MYXlhk2rhfUzXjxU6B5i4JMOOOmQKUxgiSFqFkk9AYaYRgmbxrFtgfmYeCnaAeSN0FkyUUqcFAsQR5RvTiLXUUyVBiAYQYhh2TxJ0+X9INO+AY5VLXB6EJI4QumyylTPG4nc4yZNcxqGRi4s8lu8NKdCSGMAIEFSY5SF5djOStUu4NuP5w4pcVdOUtfffp0/KE0iYCGO8DqmFCsuu45jjGZMcMi9SI1d6OgYZjk2RJWhCk5Jr5kkBW2XcWcHblA2H4cqfNTKQQFKds2hN2DgFn04RD2Lm94pu6M8pBKUXYlrZgLkDVuXWDsPqVyV95LUUKD3HB7i+0eN4jH5UlGb9Pb6D4u1slV2XqwSO4m2tZCiPIgN6RkXCT9JKsqXlhRYOQbEtr5xkZ0+F/M/v8AQZUfcbYj2qTIo0TEJCCt0oS3wqA4cuEOZOMo+rpnLUAMoKmINyNOvKOSL7QfWQEzPGlFxmFh5DQmHnY7DxVTSFE91LD5SSc2gAcksLegtxj2ITbVSVMoUrY/RImYjMCluimSbDdX647aCLPNw5CpXdMyGysmzDk0bGoloKZbpSTZKbCw4CMra1MqWpajZIJPkIZYRybtT9H0+UVLQO9l8RqBzTr5iOe1qSksbR2Hs39IBnVS0zFNLOYpBAtewfo/WEvafEaGbNnFdMCEnKlaFKllSg+Z9vNvnHauieUI1aOV0coLmoSdCb9ACfwg2trMiiAPDo0A1s0Im55YygKdIJdr6Pva0eVk4L8SdDtuORhc2BVg01YOhgda4xaY8TQKVcC3HQRlruPigdc8Q47P4X3n2ihYGw/GFi8NUDt5Ra+y6x3OXQoJB+Y+ftAZZrp9LCkqiMZcprRHOTwgwmBSq8RTn0KyeMepgi5RgSokuCDvDSvn5E2GY8BAU9aSHe8d4fxLb2MyeFcVZXEYMD94+0FJwBH7SvaJZk0CYR0+UMZdxDcmeUJclEYuUbFK8CUA6FPyNjASgUFlAg8ItAS0a1FCmaLjzGo5wcMylyKljYgkz4nnKcA7iAaykVKWUnqDxHGCcMqkhY71JWj7yQrKSG2VsXv5RUtomljp2PaSdOpgFy5yAZiC4RMBIB1CgNDd2hv2a7XikSSqWmetzlC9EPu+73t7iEuDdm5lXn7lClhIeypYy8CrMU25iNF4LUIBzSVsnUgOzalw9ohm0mup99WcvkXNOEmaBM+oSRn8bd+Utmu2XNbXTaMij/2lM/8AkX/iVGR3mT9o/scPK+f3QCQkpBGZIINwfvF7nQ+kH4D2vEieiZmJShIdrFbDdra+wh522pUzJBKEOpPiHiukt4iOI/d5PHKRMfcgn9GKPAeIj4nF19+46dxejomKfSB3tT3yUuQBkCjZI3HrfjGmM9taqokmWSVSyQpwLuQHSVcAS3zimUxCCorDjQPoXgyfUIMrMPiHhZIL2D3VzDgN+ybRU1T0A5MKw2nX3gWVlJF1Wu3B+Jj3FK8qfYbAaCNqY5JAJ1X4i+t/hHkPnAVNRKnqLFki6lbAfmYVKQltt0LPqipqmSH/AA5mJzgaU6qc8rCHcxaZYyIsNzuTxMK585zEeTO+IlGNJcnuGdmQs51PkGz/ABf0gqup+AYCw5Q/nJCZQSNGDemsKZzCJcuZppNlkIdSsSTJbRBRV/dTXPwqsr8D+uMGVs0bGEdUp4PF6+Q3FpbLia1LO8K5+JXtFdTiSkhjcRv/AGgIa/DN8k1NPQyXXl4imVLBzpC4VyRsTA66tSlPtw2hmPw/S7oJuUtMJE05iTqYY02INCnveNolSnhG5calyGm48D1OIPBUisaK+iUekTSpwBZ3iSWH8occlP1BGPzc4SW0NjuzX8nA9YTpmcIdTJWZjwhdW0jeIaHXkYuwTqKiyfL6pWZR4guWrMhRSeILf6jlHSux3aQVQKFgJmpD2sFAaqHA8Rz9OWCDsKqzLmBQ2cHmCCFDzBMD4vwsfEwp89mI44LrNnUOY/ZLNzoWHkHsOUZFZNUOD8+POMjz/wAL/wB3+4u5F9wntF9YlqKAkTALpU+UKLtcXYsY53PkKMxSMuVQKsw4HcH1HtFt7YrEpaailnMVj7TIkhCg5AUxDOSlQIb7r8YWYjUd/KTPCci7IU5YL1ZQ46EeQh/goeS+uEajLs+U/Z/IpkKJtMp05x4XY+X9IlRVy87pTktcAnYM7PqfxMYKolJQ6kpJT3mUnQFg43Y8dzCoJzEsPfQc49XlCaLPiU0shIucqQOLsAIYTCJMkShrqo8VHW/AaDpAWGSFKMuasgsHa+wYF/eI6+ocmPNy+ISbijYYm1YNUTYDnzY9mKgZahE62UQx1yWJNeTIlE7Ap/wn8mgCoqDrANFUqPgAdJPpxMGT5KgOQhU4JTtlsJXoXTy8BrgifNgCfNcWi/DBsDIgeYXNo8ykaiGFLQEIzHeNZ4DRSsqukIquQCCJFI5tGjC0WGkowBGZ83loZix9WxUaV4gnUhGkPBKvEFRKeJYZ3YckqYrkpJ1+cFy6doGQWURzMHyy8MzSaFqNoJplNaCFU4WCOIb8j6wIA0TU88gvE0Z+qwZRoUIplPpBv1azaQ0racIzLsxuBuX/ANTA6KZeUrynKkhJUxYKUHYnj/WKXmbtLsRN7oiE/wDdEewcnFCABkllrOUXjInv5gWD4zXGZnShau5ll0JUokJCzdIHUm/LnC+TNBSBqzsOv+sHS5JTUKS3hUsoKT95BPh6/dLiPMUoRKUwDB7He2z8RbTWxj0lJWod6GthtHhilmYlXhOXLw8YKVJD+XoYW4rIyzESw/eABC3ZnfwsByb1h9LrHSlX7QCj1sD8oxVMO+VPUHYJCRxW2vlb06RJj8X8XWuDkt0aFBlSxKKsx35DXK+97wNNlAxPPBUUkP8AEc54hnHS4bzjRTABSiyTw1O1h+tI8+SlKSku5je9C6fQpDkrOUb2gqlw6WZIXlOZRLZjsLC2nGBivNqHIuEuA9ra9YPl1Ly2VYuWSLtpqbC7nR9IqnGUIV3++BuKST9R7R0LAq5t6f6xJVy/C3GC6eWUynU1y4829NIWYhVWiGStqi/C05X2EdYkAwOaQ6wUmXmWOZhlVyQEBo9SFxRN4jLukKKmqWrgOW0LsqlQynbwCFXLQ/FFJaQCm5PZ4ENaHWG14UwUwIDdecDy6IM6rlujQJU04AcOOR1jsuNZVTKIycB/UFhAUxYTzO0DUuIKUMqrkaGJ005d9YiWPytSCyzUloDmU+8bU8sk+H84OCI2ppN1J5OIPruLbI5TcWeJkq0LesFJw5gFE25ERIuVKKRkUoryuoKSBe7hLEuBxPpEcmepKXKcyCpgb2VqwVoC20TU23QP4iXAPUk6G7aDltEqqlSUGXmOV3KXLFTXLcdo8lzzMIKgwTtz2gmVh8xbLyKUhJBUvKSm2x2/1hvqitiZOwEd5wV/h/pGR08fS5OFhLQwtoRpye0ZB1j9/wCDaj+YquJ0aZiWZlAuk7g9Rty841xCSJiWXoWuOLXI9TAdX2glSyXzuf2gSR0cC0eyMRTMTmSS3MEN5m0eevPilJp64f1GdPsQYfJVlyHVKrcMpdj08J6QdOOYFnYWFuOp6mPJiQBYeI69CXbzLHyjYTvARzf2EHlyKTbXc56QBW0ilBABYFbK/hYkn0B9YIXTS1Zc4Jy6B/CALCw1sBEmJoYDuibIGbM3xakjl+Ahciv1Cwx9jBKU1FKL4/qC3WiZZzFyAkCyUgAMN9Ny3lYcYwyLcCdHjSprgmWFZC+YgAgettohkIN87FRL6BmBiuOOT9U/7gOk7LdIolVOZMlBLIfkABy2/pFZxjClyyEryubkJVmbkeHHziy9mcAragH6vnlyyLrzFCC3Pc7Wi6UP0QSO7BnLmKmEHNlICXI6PbreG4/CRjsfDJOqRxVKQkjc7tokcuJiaak3d2i8YR2IKq/6ssZcpJUQHskOCH2NmP7wi5Y/9GCamqMwLEuUtitIHicattfV+L2MVeWqFU57OBzpZVYCIfqBCvFH0difYuRIoJ8unlBJKHKtVqyEKLqN9Em2kcS+oZlFR4m2zbQ3pSWh0FXIpQ6RxtAqpZLvDyqokhClqASQ4Dbq2Dc4UzBeAocmQGmy3EH0lQCLxChDG5aJZ0sKWSmzNtE2bG56oy9hDRigQlxY/o/hG4k5ebRYMGwVS5K5uXNLlkBd7XykDqc217RFKGTHygMqj06KsZI1JL8xx5weikQJKiX0csSLjloeT8YPxjC0ypuVC0rQyVBQ0uOBuGu42jK/FiqnRITLSkJmGYVaqUpmvszAW/dEMhjnklSdV90TwiJEywEgKJ49LtFi7L9uFUHeJKCuWtJBSFMAohgpiDqw9Irs2Qog3/Q0gJZLMdR8ouxwcHsyUXHaDDiaOPsfyjIVZYyMeKLFUi9TUpfQHbR7cOkQSKZMtJCEkAqdKSXGZmJA4W0iQT5aklSVZkvqMwc7i4EREE3NunyEfORcoqnZYlRvLsQdwX89YZ1ipZPiTY3SRZTbO2ukL5Us/Er4eG5/pA9VUBiAq3Ai7wFOT5Bk6C5spOY5VZhtZukA/V5SnKnG2pZ9jaIZc2/DqfnBaKRtb8Lhv6xbBdK2LdvYum5gkJfMAbAWH9YaYR2fmVEyXLQwUs3J+6NX52vEgSgfdyne5byfT1jRWICUykzBxAB8SW4Np5x62CW0krA6bO7dmMGNLTplFWdnLs2tyNTu8NY5x2M+ktCgUVMxtMq1D2UR84uqe0dMf/fl+awPYxc8cuaKo8BSaFAmKmhIzqASVbkJcge/sOEEQqndqaVNzOQ3Un5CFtZ9IlIjRSl/wpPzU0csU32ZvA7xeapMiapABUlCiAbhwOG/SPn+sX4y2m0XXtX9IP1mUZcpC5d3zZ7kXcEAaF+MUKcS76w1Y6jTBb2ATkFanPPTQRvJoAQzc4ZIp7dY2ky7+vz/AKxPIZEUJonUsNcZfxBjWXJYmGcyW0480J9lEfiIhqadv10gGF3I5i9+QPrB1NWzUylS0HwlWfKfhzMA7cWtAMyWwvuPkYOpR8vwjL6k0wZR0C07rUoqsX04N8oIEgEA84GWWqVc2PsIPl6HrGY8cca6YgRVIHm08J6ijLqYOpx6MQfcGLHORaAUI+0PMH/Kr/ygmrRrVicYQf1/pGRYO6jIDo+bM6EYBc8hb/SJzLGX+WMjI+bfJr4AV3APIQCLqvxjIyDgIY2pkgAgC0TZAHbgT53jIyDb9ISK4suS940aMjI+ljoag6RoP1tFy7F9qKozpaDOWpKlywQplWdm8QJFuEZGRfg3aZncdfSTWLVNQgqOVIJA2ckh/QRSdjGRkK9v0BfxGkebxkZASNQREaBp1HyEZGRMxiBqr++/kP8AzoiaeNPOMjIBhIGqtB1PziWj0HQfhGRkDE18AlV/6kdE/KGEvRXnGRkMAJ1/DCpJ+2b+L5D8oyMjGb7hrxkZGRwJ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data:image/jpeg;base64,/9j/4AAQSkZJRgABAQAAAQABAAD/2wCEAAkGBhQSERUUExQVFRUVFhsZGRgXGB0dGxwYHB4cHBgfHhobHCceHB0jGh0cIi8gIycpLSwsHB8xNTAqNSYrLCkBCQoKDgwOGg8PGiwkHyQsLC0sLSwsLCwsLCksLCwsKSwsLCkpLCwsLCwsLCwsLCwpLCksLCwsLCwsLCwsLCwsLP/AABEIAMIBAwMBIgACEQEDEQH/xAAcAAACAgMBAQAAAAAAAAAAAAAEBQMGAAIHAQj/xABFEAACAQIEAwYDBQYFAgUFAQABAhEDIQAEEjEFQVEGEyJhcYEykaEHFEJSsSNicsHR8BUzgpLhQ/EWRGOisiRTc5PSF//EABoBAAIDAQEAAAAAAAAAAAAAAAIDAAEEBQb/xAAwEQACAgEEAQMCBAYDAQAAAAAAAQIRAwQSITFBEyJRMmEFFHGhQkOBkcHwcrHxM//aAAwDAQACEQMRAD8AZcC7MhAhAcyiwykixUESpvtyw87paQ/aEMekQ0ecWxXqXafMlVJKDwjwhBpFunlgX/EyysGDlzsRBE85HIHyxglN/wAHYu+R/wAROUkae8BgeKm0RO4jn0sRiHh/CKGYcLQJp6Vli/iLmbmNgYwgWsekfp/xgnh2eNKorrYgwffr5YC35KTsfcY4MuXPjNosxgSPICdj5/LG/DsqK9MU6cSG1tUK3UWgBpsBBJnqIxDxni7ZrRrUAICIF5JiTJ9NsbZLiFSmrIHdVIkaYENsLxMR0wtTxxm2SuQvh+Xo6n11NdJVEtp+MkiVAmTPnM39cBZpVU6str03mi99IF5R7iOWlrjlbEnDcqlRtNUsinYiAoPnzwzzfCGprpoq7rvq3HnfbFqTlB0rIrYry/EkqIVCv3kgBQAZHOx8QPpb64n+6uCVCiTtqBQ7bwY87H64XmnVqEAjVtYE6o8iLj2w7XsrUKaxSl/y1aniPW4WCf4owMcCycpUy2rFZAJG0wJIm9zvqgCx2HTA3EMsYlpVkkLa87+IRsRGLRQ4jSpDSlHu8xyXMHSfVG+BvYjCfv3R20roYmQt/Cdzvf5zvzxcsHpVKT/8Bcdosq8SptRKrSK1fza5AIvBUjnt74Fq55IEBpi9+fP64ZcUyRIBsW3I+EMPLp64WpQpF2ADMCAyEmCLeIHqQ36eeLjKE1aXRGC/4ow5T6k4kTirREfU4mOXVfwAnWN5+HSW6xBiOuNcoxIX5GwvsZJ64kowq6Bui1dnu2BBPfKQsDxLMCLXXlPUYt9Li9FqZqCohRRJMiwG5PTHMspR76otPZTGrzn4F97H0x7madTLstXWFmYCmGI/FCi+mf8ATOG48jvbQxSYbxrtUczVKpqFIbeKNQ6keZJt5LtfGvfM6iTccyLlehhpIHU4G4Lwp61OtmZk67gm+mx1TzvM+mJRRJaFN+Y/p/zjNqIvfyRs9GVZQGZSFa6tpHPYibHC40nJlja0wnL0EDDStxWstJsq6Mp1+GSAVpkyQflY9GPQT5m6MjvHCpqIA0qRJ56UFzebkj0GJLGoP2gNimqCPiBjkenrgd8qGm973n9fLDo5RhS1sYU2g7k84Hlz6YC+7KIMgT12n1xFNxICvwavSp66iEJIEyOe3OQDywIKgB3/AL/nizZfN6KZFRDUTSTAPS4gbG/y3GEf3em/i0FCTZQQdKfvc9U8gBbDlkU1YXg0GcK/Cp5XM/pzxPkOPGkWLUadRoMahYMYg25CDYbzvgeghpsGUi0/EoYXt8JBB98EgBjLGSd/CAPkDA9hiLZHkpyB/wDE62+sn6AegEYN++My96WUuW0lfx2UQ3mDtO8jnh1wPs2uZBIZFgA3WSd4tyHvy2w2o/Z+J8Tgfwgz8zt7YKMHJcRLUb5Kv/jdWooR2LoOvxA3Eht+e2xGHXCeIJlaYZU7ys4JtMIm17SCTy6RJ668R7A1VGqkQ/lME+xt9cJqGYr0m0q1RGBgrJF/4efocWrxu5IjTQ/Hbqt+VPYf1bGYQVF1EkiD0EAWtsNseYv1ZfIFscZzsQ9JJ7yjAt42K2G1yImOWM7JcAp5guagMADa1z/xj3tzlX+9KWMqyDROy6bMB5yZnz8sO+ymYp0VFFjpq1PHBBEg/DB2mBtvvgtkPVpIdfuoIqdicsRsw8wxt87Yo/arhVJagShBhQQVctJvYkkifTy2xeKnaRRmXy1UQJCqw2IZQQG6fFEi2Ob6vERBABNukWjB5nGMfaVJlg7GZejmddOooWoqxEwZ5FR5DfffDd+wNxFRSPNf6HC7gHZ2nmqbM0o6kaKqGGVhPPmIjf2jDX/EM7lLVU+9Uh/1KdqgH7y8/wC74mLDCcE2i+GC0OD5jLVNQyy1lG3d1Yb10kCfTDU9s6K2r061D/8AJTMfMSMS8P7Z5WrYVNDc1qDSR87fXDkOGFoIPuMPhjjjVJBWgHh3E8s4/Y1KRnkpAPy3wxwqzfZjK1LtQpz1A0n5rBwEeyIT/IzGYpeQfUv+1v64OiWg3tLku9y7CJiDEAzB8x726Ypa8GrsQKStpsIaSgIgHxG6iZsptfFmKZ+n8NSjXH7ylG+kjGL2kqp/n5WogG7oQ6DzJGw9cBPDv5YttMqPEsmcuSlUEOYYOr6l03BtGoSevT3wuzKfDUSIUDVpmD1N5gkbjbwz1w+z/bigXbTSWSbswBJ94keWBEp5OtTMF6NQTcAuGB5FVEm3S/rhGxN0uAKVg2eQHRpIJKyL2uCBJ5Rq/ljR80igpTQEKNAcm7P16AWJgWAwPlHNN2psFYKSpJ5Fbhl53sYi4sfIenVpsw1au7WwUfiP4ix5T/cYz+nVoOq7LNwjJvUAp5U6gDNStUXwB7E6RuzeVotthfxPKKa3dLUNT/7taCTubASY6QLT74Oqdr+7ywo0VCM0wxNlU7mALYgo5tVQLRYlJJcmG1NHi1qwiNiAfYzhyhBRtcNktJBGRqPRp1O7rJTERoqKZYAGNKnnEjz6ThJSy7xKywFpg+flvF7Yb8Oyi0wGdzTU3u084nQCIuDf5YjqcWDOoRS6KbIg1ajO5IUKLchYfXC3jk130AoWiX7nVN7gkAl4LM2wuZJiPp5QMe0uFmpUJeqNcGSR8Ki4UQfDbkL4adznM3TSaSIB4g9V5Yzz0ILDoDGBeJdkaoaktSs9QOSDHhRTaLAk7ydxtiPTtO74GOCSFHHs4veaWqI0KAO72AH4VSTsZ5336YXnPVQhCAKpEEtDNtEgGYkc/XFh4jwKtlNQopqpNPwor2nZpXVMRzwhrNcqV0GACADuOZVzM+nX5SUXHmgW0ukBZXKx4ipMnc7QOQP9MMqGUga2sQJiPWB59I5knAddXAHxADa5gDy6YHGZcC1vX/vhc05dMB2w2q4UC0nY+m8efXAmdzA0nTv9frc4hSvIYN0ER18x5Yx6QIBIFtzzvAG3tiKFPktDLs3nixCM7Ku5YSSI6Rc35YuGf7Utl4p01ZmIBLVmJYTy0g25WmfLFFSuqgd2PEYM9IPON+cnpiX74XqankiRqNgT1udrCB0HvhibTe3gm6jp3A+Jt9373MOq63MEwojZQPkTgDtBxXLOAfC7bK6m4bcAFd7jacUzi/aKpmNIK93TUDTTXaOX/eMRHNEqJIMSIBOxgkk+e0C9r2gYPLldUgt/gbVeLu7Fu7pGeZoqxPqeZx5gZe1VVPCmlFFgopBo92kk9ZO+MxaqvqB3/cN4rxk121qWK3Kq8ShIvEbj38uWFFfNuQhMyggPJmJlb8tJJjbfyGLPx/hlM0zmcuQ1MmWUbXNyDuL8sVmpU07iOU3t6wbfXGbKskJt/Jb7C+JZrvalKqfiekuvzZWZCfeAY88GducopNHMUoFOqpnTYl95PUxI9r4X5jhzIwkAHwtKlSCnI2Ox64zO5s1ForFqSlQesmSfe3yOC9at29eP3IF9nSQwDMVQHW8baVOoz7gfOMWfL9q6dWppVSFg+NiBsJ25DzJ9sUfLq9WoKNNtKmFJLaQxNyJO4nlzOCOIhadRkSSKbadR/Ewsxt+EGwGDxZZwgml5Ka4LjmMrQzF2SnUAtJF5/i3+uBV7KIpmjVrUT0V5HyN/rhFkK2ZeFoioQOkxfck2Ez1NhAxa+GcPq0xqq1GZvy6iQP6nHRhm30qFe6PNkC5PPJ8OYp1B/wCohB+Y1Y3XP55d8vSf+CoB/wDIjBtfPpSGqq6oOrECfTmcK8z2xUAGlSqVATAdh3dP/cwk+wwyVIZGTfgIHHcwPjyVT/Swb9JwPnO1lEKUr0q1MOpU60ixEHcjkcCLxVqx/bZvulP4MvTYH3qMur5AY34LSoLWKfdgXEnWW7xrfi8WwP5rDCt6+RlJ+DnWc4YQToZaig2IMEjkSpuD5XwPQqOhnxAjaMdG7b1mYpppUmZQbMQxvEHTEWgwCxF5gwMUAZeqWiDJYADmWYwAAOeFN30FtQRUZy4cgnWLk8yBG58hjepSRI1FYMEESYHUxvblfFgp8HSnTIrVSTFwICg+Ugk+uE+a4colkfUOepZt7cvTGaMlJh8BC9njUXvEo5mupJ8XhRTFvhBZ9/MY9bJVFEEmiB+FqFVR6awrH3xbuyvayl3YpvopkfCF+Aj907z1Bvfni1Uq4YAqQQeYMjGxRTBb+Tm2Q4jQp/8AlsvVb8wzAcz10V9J+WJH4gzMGq97Y7Gm2kAiG0hJUD5k9RjodfJ03+NEb+JQf1GFtTsjlG/8vTB6oNJ+axiTxqaorhkWR7WZUIqtXRSABDEr/wDIDBVftDlyh05mmJEAqysQesX+owHV7FUfwvXT0qsR8n1DCL/wPmGdtVSnok6e8RXaOUwo5eYxfSCFWd4pWR205rVcw/frBH8M2McuWBM/xurUVUq1JCyCygHVcEFuUgixHU4sGY7G1KILA5dgP/Tqg/JGafSMIK4XlSpuT+V3EecPSH6nY4VJSViXBX2L6nGauxcuOjY9Xi7FHVqauWA0lh8F7kC2qR52OLVkez9ZVDjI0H/ENVW+20BQPniu8X4dmKIl6PdrtJlh6TEbeZwHp7eS1BrmxOzkHxCDz9fTriXWCBFiDN5/p5dceopqVNTtrdjJJm5n+eHfFcpSNNCqhX2bSfC3OQORmBAsbmxwqSRV8i2jlZK6dPiJgAFiRsAQJiTFjvOLEnYnNhZK028gFB+mK9w7iDZd9aqmoDwFrhT+bTuxiQJ2k74a8PpZjOlqj5koiRqqM5RQTsAAQAY6AfXBRhB/ctM0zXDqtM/taYUnmyb/AOqI+uNstkmc6E7vXyG0+Q8Nz5W/li68G4nl1Xumzgrk28ZBHoJF/cnDI9n6EyKag7+GRf2IxT0tvh8BbbOZZns5nNRgPH+scugSMe465GMw38uvkmxHJ8rn2SlpEqjgWEw1hfxWMRiEIsMSHDTYGCCCb33n2PqMeZSs+YcaiWaAB+UWv5KB8gMPaXEaFMaKFM1qotqK+Eny5kT5e+MUMTlLl8ff/AMuBNlsuykFQymLHVBvaIibzEeeNCGY6KalnJiAdmAMwCo8Qg4b8S4hm0UrVp0wjAyCpIIiTcNb5zbyxnZnhVZir05EH4jHPfe+0/PBTwxUkrbKixTw2rQ1haxIABBUkUzI6lyAL9T1w94fxrLUz8OVjyfvG+a67+2LLxrgYqDUoUOLyedufI2tf54SZDN0cuCasMRsigMQbXJHhG1pbGlY9ktqXHyHFN9Dn/xEzWy+WrVOhZe6T/dUgx6KcaPk83VvVrJQX8tAS0edVxb1C4R5vt87nTQVAT61X/2oNI/3HEK8OzeYvUp1qg/9ZxRT/wDWniPzxsQTj8hT1Mll3mRVq9STWqE+pmPaMSZ2tXzKafu606djrzLREbEKDqGJsp2drIv+dSy68xl6YB96j3PqcVfiSI9iKrGT4qlTVPqBYH0tgcuVQXImorm7Js9ladNYOcUt+SmulfSVkn3+mIaXEfu9GEEahLt8Ls0+FYPihRf388e5ZKi+JIUxuoC2/iWB88S0eAmrXU5htSqCXUsCxCjwrabFiBytjHvjkXCDi7AMvSzOZ8SU2I21WUH/AFMRP1xujVctUD1vwqdJ1BgGiBcE3AJjDDPdrXVnpqsQenwgHYCLdPLCHMcUNSZtPLlgISfxwXQFnOIF2kkn3xLkSzsqLuxiN41W+XriHgfCWr1gkwolmPRRH1JIA9fLHRqGiiummoUeXPzJ3J8zjHrPxCOlkopWzVh0zy8ijhHYrv6PeI5pOSQabISodTDAgkGJFiOUYNyOfzHD/DmKU0if8xLj/f8AycD1xPl+0dzBMgwRPMbjElbtiqsUMTzBP0+Rw7SfiMc1pxaf9y8+mlhSb5RZcjxGnWUNTYMPqPUcsFjFLy/DaVU95lH+7Vt4X4G/iTaD5R6HE9Hte9BxSz1M02NhUW6N8v5XHMDHWVNWjGuy3YzEOXzauoZGDKdiDI+eJJxAmzSsDpOkw0GD5xb64p/A+yB195Xjf4TufXym8c8XBqkYhNW+L2XyxE5oJG2OVdrKlRK9amSyo76iuolSJ1K0GR52i9sdRV5wn4p2RpZisKjluUqDYxtfcegwM42qGKV9FV7EdmTVPfVaYNK+kloMgxZRvcETI254uadl8uJ8EzyJJGDTooUtglOmpMCwCqJ/TCvsv2nXOJOnQ6xqWZsdiDzH88Bsj8BpJAXHOxVN6OmioVgxYTefDGkMbgbe+KfxLslmKSjUjGmDIAYsFJ3MA2PnGOs48GJKCZGkzlfBOMrQ+GijvN2c7DoqgGDG5JnHTeHZvvaSPEa1BgGd/YfpjXM8Jo1DL0qbHqVBPzicS5bKrTUKihVEwBtcyfriQi4+SoxomxmMxmDDOQjjVJMvSp0W0tpBquVJLWHhWB8HO+9p54Xpximkwzg3utjPWZn1xZ+y/YxXkV6LFCghizAg2gCDBm/y88Nm+zmmG8DhU6FFZvYnljM47knX+Ce34KInGiVCAVXWZhnMausXjc4t/A6ufrUlFJqFGmJAtrYeovB9YwRS7APN6qgTbSl4+gB+eLHwrgNLL/AJYiCxuT/QeQweOLUra/cH9BR/4NqVDNfOVn8lAUfzwXl+xOUXel3h61GL/QmPpjfN9r8vSZlcuGUwRob+kRHPBScapNSNRWkKpYgfEALnw78sOstyYVQyyIIRVUdFAA+QxLpwHkuJ06q6qbhhz6j1BuPfBNOrJwQG5XTB85w5KkawTHKSB8gYwj41w6hTAIRxb/pCSfUkW+ftizsJxWe1PGRTinTZjWN9KEA6eZZz/lr5/pvgHGLXKKkn4KznKlNDqBdjFjU3HoOWEFTjzKxKtp1DSTzgkbHlhovDa2dzJTUIEF6guokDaYkkgwPU8r2mn2bymVSQup4+N7sfTkv+kDHOnmxYX7n/AEGRg5dHPOFcOq5mp3aR1Zj8KjqT5/XFmXsAoWDXaTvpQAe0knBNLM08qtQqQGqtqPrEKOsC5/1HAD9pqhgm2o7dFHTrz+mORqtVqMk2sHC/7N+LTRq5GlLh/wBw7xtWtXCjVEEQTuJi5IuOmBszx8tscS8azIei8tMrhF2a4NUzEtqCoDE8yfLl7nC8cI5YPNn7RuTWGSjHpjYcYZrkCRz5+d8VjjXFe8zDspsY/wDaqr+oOLlmexSupAr1Fn+E/wAgY98VHP8AZGpRqaGYEG6suxHvzHMcrb741fh2XTubcZc/Bn18pOK44HX2eZl3ztJQSQNTNvZQpH1LKPfHUuNZjLiiwzGk05CsCNXiIkCBeYva+KF2VdsmCAFg/EQLnoTPTptgWpWrZmp3I8ZdgzTyaCC1rAQxHoB0x33liklHk4fXJNQWrTrseGNVZANTU3iI8pPi8tUN5nFk4L9otOoe7zA7iqDB1SFnzm6nyPzwurcUTJU2oZchqylRVcrYE3O/O8AXi+8GFvHKVJqatmNVSvWUMrTBp05sbbzyXbFrIlw+/P2Juvs6RVqgxBmf0xiCccjyfFsxkSO7qLWpQCVgkLPIjdWHMra/ti8dne32WzEBm7p/yubH+Ftj6GD5Y0KcWuBLg7stshRJIA6k2xlDOI86HVo30sDHrBwt4zla1el/9NXFM+QBDeWqCV9QDjlvE8jUo1fHqo1wZDbavMVFgG/Ox8sJlKuTUuFwWv7Re0Qan3NKopGspWUHxSACBHNdw0c4B54qHAe0VTKuHSGtBVpgj1FwcLc1XZ2YtdiSW5SxuSQOZJONsrT1gACWvYb29d/TCXPyim7Z0/J/ablmpkvqpuB8ETqPRWFj7xgHgHbN2++ZisfBTVNNMEQCS4VR1Y2ljv5RGOZ1007bYlTOHumpjnUVz/pV1A+dQmfIYPfxZNzTOi8N+0w6HNZJYv4AllCQJkkyTqm8X8sOct2/o1IC0qxLGB4UuTt+O3ryxyehPhnkCfmcMlzewG2EPNJEUmdjbiNMWNRAehcf1xmOZ5DhVJ6YZqZckmWDKBYkbFptEe2PcaFKy951SMexiDL56nUEo6OP3WB/Q4jz/FEoqWY7chc/LBXQwKJwj4v2tTLPoqU6t7hgFII8vFy5jlit9rOPUsxSGkFalN5WSJ0wQ3wm3I+wwBwjtClam2WzbEqxHd1Guabmyyd4nmesGxsv1E3SBbNu2NenmCmZy7aoXTVEeJYuhZT+HcTt8OAeDcaKgjkVZGH7rCLeU/LCylXalVjZ0YqR5jwspHPYiNjhzxXhKMi5nLQEt3iLvTc22m6k2/4NlNuTtdg3Y17CNFaqpNu7nygEfpP1xMO01RhXqU/hVVCzyBaNXm0Xj06YRcEzvd1S5OkMjo3lqVo9tQX0wrp8TqLQZKdkdkVm/eUFtK/Uk+nW5Y8jcUDt8lwz/bZ+4WnSE1tP7R/wpyk/vECY5Yr+XzKrSdbamGt6hmSZYeK/wqsQPzN1jEh4hTbJ0aFEEVBVY1BF2s0MW2vIsdo6DBfZzgaVVFWqYy4YaRBmtUBgWie6U7D8RkmBtbe7zx5D76JcrxpsvlgWUoaup1BEMVJhCfOBPlIwhzXa06izy5vA5YtXbWmmYp76TTJKmJmdwegsNumOV8Qq+Iybg7+mOVjjps+WThz/AL4NrWTHjVqhhW7SF3Je0xtyjYemPaudBuWnp/xis1s0MdB7LcNoilTeFdtHicXlizFt7Qp8EgfgnYzjRqo48GL1K6K0+SUpbSr8Uzj6fhdVPMqQMWrs5xPTQVVi2GGdzSkFdIg2uLEb+9iLeeKAc73VV0FgGMehvjlJ/m8ThtquTow9k9zf2LrX7SkTeI6jlzwPxXiRr5Sqxs1Hxo3oQD81J+nTFep8Rv1nkRaPTHvE+KE0XQXeqFUqo5TJJA5wAB1nywGHR7Zx2rmw9Q47HZBlu0zczfn54sfCOOVAwNClqeGv5spAPmRMgYplLgla/wCyqCBPiUrbmfFH0xcuF8JcU1FOo6n8yHSG52OoHl02x3823G0/J5vnoiq8Hqok1iUW5moYZmiJ/aEFm5QAbDEfdrUae8aoQBcnYC0THIcptgrOdnK7t3lQNVbbWSzRHKRJt8sa1M1ooin3aoSTqZhJI/CF5IBvvMxvhMueba/UB8ArPSDRqv5CwHO7Ek+wGNOLLQcCAqkEy6C5B2LS0H5A4YngdM92BXfWQCxGllWeWokSwESNh1GI+M9mXoK01XdtgEyxZfdysA/PGjFjfaYKl8Cenx+vTQ0u8Z6ZPwhiNtvP22xZOzPaGjmEfK5yoTSYaqb1G8VJhyDtPtM7EbGBUsvXUH9qH/0JTBn/AFJGJ+I/c2oq1Jqorarq6Io0wbg0hBIMbmb7YcvuOjIgr5gByJDBWIVojUoMLY3gi98eiJ9TzFjjVeHVCmqVYdGMMfS364LzfF1KqjIUKqBB2MACxFuU/PCW/gnZAKuolTY/riPLvpJkTY84g8jteOlp640dwdrj/ix8sePUmCd/LERXYatfmeeJqDE4GyaqRJN52t064YJmqVONSF45AsvzYYVJ06DSF+f4s6VCoqFQItqjkOQxmE3FM+O9aEEWjx8oHlj3D1HgHYWnhPEGpkMpKsButjt16YdZHLPmX0h/2jlmOsCGO5vBvEmLbe2EXE+FPlq7UmglCLjZgQDN+UH9cHZTOmiQ6/EskHzII5dJOFZfbKmEScQ4Saa1CxSKTBGg/jInSII1HqBtfAeSyBqh2UKBTGptVQL4TI/FY/rcYAztckqLwBqg/vcwOpXTfngqtR0JTOtTrDMQtyukx4uhO8emJt+ACXK8Nas2mnqZiC0SNhuSSR1G/wDXG1LPPT1qjwHWHPKAZBn1m4/ngSjmiJadI2nr1AHP9OuCK/Daiqr1KTKrXUMCAfMki5wSjxbC+5ApNT82gc4Mt/QY3q1Z0rICJJ8lM+L6Ko9sGZPLM5CqssTACnedpNzFvYDDHtB2dp5ZKTiC0kOSFiTdbbwfEJuLDC47pW0uEU5Ji3KqzAQjGkSNcgg1FBkqSLhD9cOzxZ3rGsylRo0pTUeFFgBR0HP58rDG/Cu2TUqRQUmqMWnVq3n825kAACPS0YIbi1fNSujSHEfAJFxsd/meeKyRjPE4qXfgPFk2zTfRVOM8ZLSJ9cVXN1JxdM99nucV4FMOPzK6x/7iCPliOv8AZjX7ovUZQbAKhmBuzMxtYSAqzJIuIOFabTfl1bVI6uo1EZqkyqfc6dPKF3g165imsj9nRBBNRhvqqXVJ/DLYO4DxGpSyjMV/ZK5VXOxLfEo6w1yfOMbZbgKvWSgsKGYyecAFmPmYWPlh32ojuRRRQKaAKANgBt77meZJPPG6fp5oVLo5cckoStFZfjwUSWEnbSbfIe2AcplO9Jdrk4X5zh5ST0vh9wSsNGMeeMcGNyh2zo6SXqzqRtV4S/dMVLAqCbHkNx8pxt2TPdZmjVZdQVxqm9pufUC49Bh7kKykkNtpaekQZn2wi4LmACNQMAhiegAvHtNsZ9JqMjT/AFGazFGy15hq2Y1Va7N3KkSFBOpxYaUJjUb3tHM4Iyp0OrLTrUwwsagE6jIIDAAaWHvhxwLtYmbqFKVJkRBql9OwIgBRMb9bYacS4YtaNZe20MY/27e++Oxk0jlDdF2zznq1KmHZUjQsbaeX99cDZnhdF2ZmQFm3MmTsLwemEeb48aTimDIp2Jj4r8x6YW5vtM/eiqLAQAB5XYe+KWtxVskuVxQLhK7TDOKcDpU1aojnwmCtidXQGw9o5HFa43xjM02UpnKhtsrxp2gFV8PznHvEc4CHZGfu5nxb6je8WJkm/TCAU9RAtBO52/5xkc4+o3Dj/IyP3DONdpKubWn3oU1EkGqPCWUxpDACJF7jrsMMeyPZX70/7RmCCDAHibyvZR5mcS9m8jl2qKr02qsSALhV9wBy8sdA4/w9/upo5ZVBqEIb6QEM6jPsB742Yl6i3lufNFA7X1MslYplQTBIdYOhSN9JkE853FrHCbhiCtVWm3dqGMSUkAQSxOpogAFiT0OLJXoZXhzaa1P73XYXX4aaA7CSDLR5W8sVnKVx3hZARdiF1fCGkadUAnwnSdpB9cLmtrthp2OOJ8J4dQPibNvr2ZO6UDz0CDGxjfFWemNQCkmTA6mTAtzPli49tOC0aNKlpNTvSqmTem4Mh9P5SrRvuGG+KdSo63AmxIBMbdTHP+eCp7qYxz8hXFeHVcrValUEMhjncciD0IuD/MECfJZollCMxY8vP+mL/wBoeyQThumrUatVoElKmkk6S103J0RzJMQDyjHNaDNTLaWImxjp68vbF5IKir8o14xka7VmPdFp037qZ8I5hceYQcbzjiu0Mfw8z+UeeMwlY39i9zPortl2eWtT7xULVVgArvBPMD4gD7iTjm+YGkFWtAP9/rhll+1ecYaEqVDq2Mgt7EoWn0vhX2gp5lXHfli7rMO2pwvKRugM2BjnYRgclZfchlIThixnn/cfTEiNDQRqO2n/APo8v1w54T2VerSZ+9pJpYju9YDna8tAAvz+YxBX4BUpD/KqL5tTb9RI98FT8AtJBPCeJrQYO1CnWqC4ZydKjkEQeEQee5wdmOM5mqT3tVwHvoBiQdhpEeHfecJaNMi0jncMP6yMXHsrwtq7/eKrNU7ohVLsWJYeIf6Vmed8B78nsTFtvyadkqQFc22RvbYH9cDcX7LMx72tmaSuSY1jSpb+In32Ppi55PhiUyzKuktc/r8pvhb2g4JRrKXqI9RkQ6VVoPMwBtJPXy6Y3YtN6ePa+WJcrZTuzVANWVGAYho3kHebixEiZx1BczaBbFA7E8MYVDUYeFVgHlqP9BfFyZ8TRYva5V2yp5K6DGvis9suNGlSZVgEqInmWLC3WIM/84Pr9oKSP3ZqIHPKflJAIWTa8Y5j2o7UvmyAyBEUyo/EDABDNzuOlsTWRjLG4MZp8m2akwPhGeAzOokwEcT7XwLxnjxdoG0nE57OVWhqPduCoM94i6Z3DK7BgQZFgQYthDmqJB69cYcddM2ZFG1tZrn82XU+n/bG3C3JUR0P0wIhL7C0388MsnQgEAGT4R7xy/hnDskU4Uy8Unje5BQz5VSObAj/AE84wRw7hj1iFUfEQPMnoMDZjK9237QHVyToLRq57ch88WLs2Wpk1jGtVJUC0cgIHrt54yRUIcoXm1E8j5ZYeC5dsiIdUXUQJuWI3mR4QBz84wv412iapbksxpkG/nzth7V4pl8zTis1ShUURdbbzIsZHywkzPD9E93Vp1Vi5U+IA7yCR9MFqM7+mEvb+vJiWPy+xVl6xqGB4ibRsx9ueNaucKDRplrg6l2J39GxL92AiIJ5abHyg6sB5uzhepOqTfGKLt2kH4I62bVhoAY+Q/N/PG9PIs+gafhEQoJJuSSen/GJEokXQ6T6fzGCuGZeuDNEEuLgqYIHOxN8Nx+5qKBboa8C4vRy3iNJncbaTYeo/wC+Ldw7jVTMAs1IUl5C+o/8YD4FndQ01UWnWHxCAJ/vphrWqhQSxgDmdsd3S6aOPlSszTyS6qiSnQp6i+hCxiSVBJiALnyxzztJwCtTrio37RW/GqhR5rCiFP62vjoVOpG3/GPXziIpZmCgRJJtfbDs2KMkXjyNFE+0PMHu6CWhaKsBz1GVJnpCi3r5YqHZnIVK2YprSgOGDgn4V0QxLeVvckDnjoHazN0K9IEozrTcKHB03NygsZkLO1t8Adms/Ryqk0qJetUaCJJIpiCADF/FNgN7nljDvh6nZocvakdBDySNwfqOmKBn/s2q9+Fpx3TmQ5/AI2Yb+Vt7bYvvDcyzjU1E0/4mBPyAt74NNXGqcVMHHJxXZ8z9p+C1KOaqU3BDIQDAYj4RBBFoIuPXGY+kTnB0H0xmK9FjfVic+4h2mbJMKOTpo2gRUrFCxZwSribaQrAi/S1t6rneK1a9c1apDMwC+EACBsBHT546D2k4znKNNnoCn3a/ExJLjzCWWJ82J6Yp/DUqZzMjVpLNdiFCgAbsQsCfPnbGfUQ2exFrJu5HXBux5roHZgizEkSTG8CNuW+Oi5YBFVVsFUAegEDAWXy600VF+FRAnGxrY0YdOoR47AlMq9f7P0euZZ+7+ImQDJuVHL3jniz5LL08tTFKmCFEm5kyTJknfG1erAGBHqYbi06XIE8j6QS+YnApOPFbGrAEQduh2ONSjXRmcrAeIccpUVI1rqAMKL38wNr4pPaHjdaoRVpVigMK1LUABHMQBqUj815G5ti6NwKg29Jfl/Q4q3aPhqZUd6q60LEWIOk9CDYjf5Y5+rWZRtVXwhmNpsp2mpAGsAeTL/NhGNjkHIkeIcyPEPcrIHvGPa9ahUU92CjiTDEQRubjn0wtI6SJ9/8AnHMTlJW+DUMKBKEGFflBNvrBxCmVJDE2tz8zyxPlsrUqKKbVUp0ydU1DpkgEAxdjAY8ueCuBZWKh1qSNJEgSZtceccsDD6h2Nci5cgUQsV9GB/UYZ8M4czXpnVI36FbxHUYIzaqWamWNMD4FcFSx5FjtJ3iefXEnBspVpEAakdmAiRccj6A8+hxpyJ7XRrlHhmmZyztVarWcGozXOlrEbAALawgRhhw/MKG+MXiTDj03WP75Ym4Rn6L11WuFbVGksDDEnnAIn164sv2g8Yp5bK0lCrLPKqAPhUSTt5ge+OfHe4bvPwY0rYj7RLrQVVKkRBlrCB4YgGZ25deeKi9YMNRnwi45qRa+Gf8AjOUzEipUq0WPOz0/TTAKj3w54d9nFSqTWWslRakkEEnX6kgc5xMcHbclyBJWIOB9p0pN4kDjrMMPScHHjVCrm9Xdak7vu4FizEyW8jcD2xLnfs/OXV6jlFZFLhTcGBcA/m6Dnhdw7JUitNKqNTeSTVWTYyfEnlYWjG2EYtVdWJlcV0W/h+Ry6UytVp1xOqwEbCd/U4X1+L5WiXOXcvUWNEiacyJE2JGmcF8PyeSp0jmIFTSdJ5+LYwrRE3PphQ3Z3K5hC9BzSZZlKhmYuIM2tbnjYo7IKNxb8COJStpgjcaLszt8TEkievIeXTElfjRamo1sZsVJMQBA/piuOABKsfSMePmYE7nrtjkyi23z2a0i05LitZVZVJ0ssbmwmbdJx5WzKABXdkES6kzqMnSY/CADhJRz0Jub9IkR0PL2xFTiY0PLel/XCqnLhvom2K6GH+KaoADEAz4j4RymB5YdZPPVqq6cvqCqAG7oaFn95zBJPrhN+0an3SrU0E6mGgbjzAkjyNsGdn+Fq1SKiViv7sCD5229L41YcVyW2xcnS5Oj8Kr5r/qpTRIEDUSwj0kH3wxepgHKhKa6VkAdSSfqcbNWnHehjozOZ68TjzGpbzGMw2iCvtFwr7xSCAwQ4a+2xB/XGnCOFplkhLs0amO5jYeQHTBpqYi1nBrBHdva5LlPikGLmSbY2D4CDY3FTBuACl8jJ7gYHdYxEtfG7VZwtRaCckzUnGpx4Xx4DOGCgLjGbqU01rAUDxHmPc45zx3tdVraqSCEaxGmWaDMnobDaNsdKzWXp5lGQnUswwViLjkw3ibwbWGKnxvs2aJZwrafzCJv1va8D3xxdbimp+pG2vj4NeKaS2spdHgz7vKiJsJPlacMqNKgqBStTWTfSf7+nTDTg2RatVekFIKAly5sukwZgDY8se5uplkqaPvKlDzpqxUN5+U8wTjlvHmyK64/U0bl4F1HJgGVkDe48U9Jk/O2DchnC4Qkgd0XfR7SATvLMunrthdxCsS5RIYLsyElYN5kgXPncbYl4WhSqKaghqlvFzmd/SZwMMbU/d2Mi+VQ44hwh2PeMUalBL1JlZO99hfYD0Awoy7qlUFtXdgqwJMPpp+PSNUwrAFYPUYbZ7hSrThV0uDqJiIW8EmDLHlbaTa2F6XGmoGLlWCsoHiUrzUbsLxG4PlJ6j4OhJcMQZ7ijPU7xAE0vqULPh6AemM4txyrmnU1nLuBAJjaSQLeZOJuMZVEWF+KbgyGXpIO2BRwphRWqfhNXu/3gwXXt0In39cKhHcro5XXAMKMjkGUxHXD3gHbHM5IoKbeHdkN1PlHL1F8LM8mltQG4/ufPECsSdRWQPIxgUnLlot3dovnGftAObNJalFO7FRXIBJY6eR28LbERh5RymVZGbvFTVYS8Mhv1ixHLpjm9KkzaPDpmNhEg7Hzx1XsrwruUf7xoA2JcjSRsDe0RyOHYYuNvbdC5+9pNlcyvYvVUPiIA0zBBDqdmHIiJxYMp2Lo949MJTJUJdmctcSfDZemBszx1y9Srl6iLlqYKq7WV6li2kMYlTYEKOYvvgfs7xTN1XVwhVRB1uACwm4kpqIvPtgNmR8Rg6fkKscOZMVdoeyp11Hp0WuYVQukKf3QQBp3588KuHdkddGvUqBlamrECRaBNhuxMeQA647SStVPEBPTfFV4q6Co1GiqiuoBVlaNM7q4Mh1iJA5Hkd7xrZOpKwpLjdFnHcxSdVUwdLCQYsesdb4tv2dZClmRUFVWJplSGm0GRpPnad+uLxxLhK5nL91VCTFiggK3Vegnl0nFJ7A8Pq0M9VpvK6aZ1DkfEoX1G8HG+OmUZ9WjHLLcL8l9yvDKVK6LHuf64mY49Z8aHG6MUuEZmzNWMBxoTjzVhlAkpqjn+mMxA2MxW0ZuNDVnGqtiKcbA9MPojJlOPZxpqx7qwJRIDjdcRasC8Rr1VX9kgY+okegPPC58KyIkzfElpsocgKQSTN5G1uhnfyxSeK8ZCZk1aTCCZsCJI3JBJucFVuCV6jS1JpNyWZf1JOCqHY/SC1RwoAk6RJtvJI2AxxMi1OeXEWl9zbH04rvkXcS7Q99UpPS1U3gq5BMbjSZHK7b7YZ5jPvXUB5ZFXS2ltOo9TYzMbbfPCriGey1HSaYOapkw7CsAQ17aQkiQJB2OCMhme+inlaTAlixqVbBVNgIBMsBbVMHp0y5cWdy+rv48jI7VyA8Q4gwWpl6KytQLqZp1L1AaYAPPrOAcpwqmjN3jAgK0spkSB8K9TNicE8YyqJVUUqgqQAWJupeTIj0jbzxYH7J1O8FR6aupv3VJgii2w1cp5YqOHLN7b67J6kUrEfZ7gr5msIpstDVy2A3PrYYufFOxVOq+tG0GZ0xInkQZBU2xOONPRSTk6qIgJMPRgAb/APUGAx9odE6itKqTTAZo7sjcAXDwbkC0n5Y6kcOPHGmJUpSdxE9KhU16wXUMASXOoGAAxfVNpkC+wG2BOHcRY5tHbSAjalhG0aQDMKPHe3UmThk2UfumRSwIbU51HQs3WBBludhYX540ybvTzFJnUMxcQw8OogSBGysZibDxYzV7uDuy/wDm/wBDTMcJXOVxVZqVT81OjWXUR/qCtfzwRxPIKFCVEqPS7zvSldGV9WkrIr0gymx2eNhfD3PL3v8AmZDX/E1En2MyMJs9nhlStszltU6QKyVEt+45aB6acbtsYKzhNuUin91SqpUXWBUUkAPALqPhYxK6osYO45g4XUK+oojsQhYBo6A3w67QceOYNMPRouyvIcSpZdirgHnvINiLYDr5XL0tWioSx/MBAn+98YJyipXFmmKtcltz/GaFemARTUJZazGCI27qmvjaP3tIwSlKtmx+z1Kp/wDMVgNUHfuqQ8K2/EfmcK+yq5JaqLerVYAhmUBFbpBO/wC8Z9sOa/al61cUcpBCH9rVceBV5xJHnfHVjJUYskdrdJjThPZulQVYBYoIVnMkfwjZbzsBhnHpigcQ+0MjMgLIoo0NpjU4FpnkD0wblvtHR2jung8wQT8sKWaDdWA4Sq2XHURsY8xgTN5FajBzIqL8Lj4h/UHmDhF2o7UCllSac97UEKLalsSWIBtA+uK92A7TnvGWvVOlrhqjWBB6k2nBynFPayoxk47kWfOdtaNJainx1Kb6CKYPiMTInkIIPQjngHgvGjXZs3VCUqaqaak2JEgmWN2ggW67DHPc7nAatSRHjYgj1PMWPrjXK53QysW1KgYohMqGIOw23IPtjH+YcLo0SxbzsacSpswVWBYrqgXIXlPT0N8TGZ2xyfs1mKTPpqu6IYnSY1EbajuBvtjpacUyyo2mqhFNQYDTbkJ53xrw6mMo3LhmaeFqVINJxpiv8E7YLWZxUC0wokGd77AHnh7la4qbb2JFjE7SRaY5YdDNCauLBljlHtGx98ZjdstPLGYZuJtYunG6tiEHG4xqoCycNjacRLjcHANEsknHrVAokmwH923xDVrhAWYwBiu53jis2paba+XOYsJB/ljna3VrTrjlvwaMOLf30WChxikzaVeTBOx5YU9oajV00JWSlTPxNJ1N5aQJA8ufPFX4rnmqVNRRKRAhoMSepHX9cM8mS9AB2BAaVhRqjpqIkrM448vxHI006/t+3ZqWBXwBJwqhla2y14AIZvhuPyj9MWfL9pVJphKagtZgBzmwHritZqgdDVD8CEAx4iCdpA2nqbYHXOoQppSZB1axpCm1pkhp8v54yxz5o3KPT/3gZ6afYf2pygoZ1iZ0MVcAAC1gwHIQQfmOuM452xzFSoVpnu1Un4bEjlquYMcvXEg46iUFYnXUQsKasurSG3ILW02B62GK7mc4kT4iDtIIv6Cxw+WolJ3jVX2WsVLkd5HtOxUUcxqekWGu+ptPPltzgnCHuVDMVkJJIB3ibX9MMeCZB66uadMBVI1MzhFE7bz0w8zXCu6VVerk0LggAI9RjNtzb30iMNjHLkXu6+5XtTGXDshN0c02C6iCZGmwXWNgTExyGAKdQVMxJJL6tS1NQix5KLLBE6b7YKzefJCrWpnRJnTvUF4kSIUdJ3PKIxvVoqU1lh3JMKIghugG+ry3PmMM8nX4cQheL56omlMuAfz1PCPZSd/b2xVe2PBq50PWrJq2Ya2ZgN5uAAJtAA98XCrXrnKNULaQtIkBLu+m0lm22mAJjnjlGf4wWkNJkz5zyvjVllUa+TjKPudAmZoBDKVCSOv8sR5TKVa1xAA5kwMC1qpOJPvrKsGRFvfGSnQ6ho+VekD4oMSNoI5x54LSrU0ALUBDCWXbxX+dsIRndcK7QJ3wRmNVIeF9S9emI7+S9zqhhToOu9NefiYGLedxh/wbtbSogTlE1C+rUQx87qR+mC/s6z4rI9GvGlo0BjBY3DaZ3ItMdcbN9nxFWoGdm8GpVSEF2I0szTEWMxjVDBNVKD7MkssepqxN2m4xRzR1pSqU35kMrKw6mADPn88V9FHMx6g4Ypl3So1AJTZ2YAFYcg/uuDzxZ/8A/PamiC4JPXYHqbSfQYU8eTI7G+rigqfBS81TSF0tLXmbAdIn3wBWqelsP6/AKqPBpO4vYBh6Xg+uGHD/ALOMxVALaKQP5iS0fwj+uBhgm/BJZcfyVCjXI2wbRruy2kgb3w7432ErZZDUJV1HxFZteASCOvTA3ZHhbVswEHwjxOCYGgEA7Xkk4p4JOSjXJfqx27hYlXqdM9dsPMpnaqoE1skHWALAyBfztF8WrOfZ3l3nQz0/cMPrf64rud7B5pCdDLUUbS0GBtZtrWgHpg5aLIlwKWfHIhr/AGhZlG06mMR+JenmuMwh4rkc61Uk5ersotS/KoA2XyxmF+lP7/uHUflHXG3xINsZjMen8HLXZuMbLjMZgWQkKg7ica0qCqPCoG+wAxmMxnkluQyPRXOH5RDmLopudwMNalFTmKkqDCNEjolsZjMcTVJUv+Ruxd/0ObZZrnzsfMdD1x7xxvFTHLRty+JsZjMZI9sfE8rH9B+mIqp8A/iP6DGYzCUGR9806dR07xNp5Wwy4MJqU5/OP1x5jMakC+0Wvi1ZgcuAxANK4B39euB6CA5mCBuP1H8sZjMH4OkXbgf+Qo83HtqNvTHJu1GWRalcKqqBWYAAAACdhHLHmMxrzfQjjfzH+pWsuJdZvcfrjoHEsmndHwL8B/COmMxmOfm/hHLs5md/fBif5bf3zxmMxpfgkuzqPYqgtThtVXUOqhiAwBAMAyAdjPPGcJzbvwaszOzN3biWJJiQNz5YzGY6f8tmCH1f1F32d0x95cwLUxFtrjbHRmx5jMVh+hCs31s1OJRtjMZhrAgaugMggEGxB2I9MUvsBRULmSFAPfMsgX0jYeg6YzGYi+pBv6GWom2NWxmMw9CYkbi+PMZjMJZoP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data:image/jpeg;base64,/9j/4AAQSkZJRgABAQAAAQABAAD/2wCEAAkGBhQSERQUExQWFRUWGBgYFxgYFhcYGBoYGBcYGBcYHBgaHCYeHBsjGhUXHy8gIycpLC0sFR4xNTAqNSYrLCkBCQoKDgwOGg8PGiwlHyQsLCwsLCwsLCwpLCwsLCksLCwsLCwsLCwsKSwpLCwsLCwsLCwpKSwsLCwsLCwsLCwsLP/AABEIAQMAwgMBIgACEQEDEQH/xAAcAAACAgMBAQAAAAAAAAAAAAAEBQMGAAIHAQj/xABHEAABAgQEAwYCBwUFBwUBAAABAhEAAwQhBRIxQVFhcQYTIoGRoTKxBxQjQsHR8FJicoLhFTOSovEXVJOywtLiNENTY6MW/8QAGgEAAwEBAQEAAAAAAAAAAAAAAgMEAQAFBv/EADARAAICAgECBAQFBAMAAAAAAAABAhEDITESQQQTIlEyYXHwFFKBkaHB0eHxU2KS/9oADAMBAAIRAxEAPwCOmxJNRNSKybMygBJIuphoL/O56ww7SY9JXL+rU0hKJTjxlP2hy3d9rPcuTyhn2/wWUZqppXKlDKGyuqYtd9UJDX0fk8UqmqMqh3gBBBD8iGcHiPwhco3ajq+fn9SN/IsXZXs1Mm0tXOQk5lI7uWNy5GcD+W380K8dwkU5TTkusALWAAQFqHw5mcsnm146/wBm6uQunT9XYIAbLuk8FDjz3jmXa7D3rKiYkpWApyBMTmGYBi2pCTYwGWKhBJfT9DpKlorc7DhKmALImJHxd2sK8J1AWHAPWBq+RkKVJcy1FOZPEAuR116RaartPVzUKQUKMsoLCWjKEgDV0i6eIJIIfQ3FbppyS6FsEH2OxiaXSn6V+/3wCLJ8uXnVkJKAqxPxZX8JIBZ9HY6mAy+/6eHeI4eiWhJzOslWZOX4QGyqCtCFA+xhUpOrX+UTStOju5pRqyLCjpobag2t8/KJcZkKROzEMzltGWksrzzN6wNMBGu36DQyBM2Q+qk6vu35p90w2G1QxPRrVyQtKwNCy09F39jaBRKSiWRcqcXezDZuLtflBck5paePiR6+JHu4gellyyib3rlYQ8sBaUjMFB3za2dki5jKcnpgPYGqcokAXcgcWvBHaA/btwSmBqSY60JypDzE3bxagM76b6QVj5+3X5f8ogq6UdwRybwZTpu/AOefD3gCWSBDSjJCH43HlYe7nyhK+KzIpXYRRU+eelKi6JYK1DYcfNSojxuqK9S2Y5jxYOED5n0hhK8MlI0MzxK5S0/o+0K5cvvJhURq3NhsPRhDrfTXdhPivc3w+UEIKyNPfgPMxiCZrhQUQXUyEOXAISH1Cb/6xlTUgjKl7aWsS4f2Fj+Zgtcgo7tUhaj9kFrUlWUpXbvEliCAklPXW8dXZcLkB+x4JoRLQhCCFfEtSkMXc5AjgjKx2cnkI2UpQ1SrMQ5Khe93vx1eCp+NqqEIRNCMySGmsQoiwPeMCV2AvqG3eJaykWMrkEEeFSVBSCB+yoWtw1D6QjNG11Qtpfx9+4UIqRLgfaBdMtKwgLazquQNwkn4XFnix9uscNRSSFIlqCJijdQZQUnYXYhn8UUOY4JEbFRAsT+HpGYvGyxxcWtBvEglMwAAFYtzjIAYcvQRkT+bH2C6Ilhp8Kmz86gklMtLqbiWAHvprHRqLsPJVQokTEOogrzaKStQ2PKwblDDsjSSkUw7rPkKifG2YnQm1toeR9DjgoLXc2MUjieKYXU4cspUpQRMBSFoJAUDqCRvyhL/AGc/iSsa2d39h+njvuIYfLnS1S5iQpKtQfmOB5xyTtT2UXQLCkkrkKPhP3knVj0/a+UdOCktgSh3FUjCKinKZziVlLpMwtmbUBHxKB0LBrwunTFEZSoZcxUEgWBOrcOnKHkmqlTVhVUZqwWHeBbqSNgUqBcDkR5w3xfs5Q05lFap0yXNGZK0ZCGT8Q1GoI6RLPB7OkA49ypS5OdIQp3+6SNLOB5vaB5eFJOfMopypJAAclQ0HIM5JhhitSJpKpSEypcsBAGcZyNiXOZSugYNyiAyRNGUkKWA4UC4Itvx5G/G4MIaV+5nIgqJNif0P6wThAyliGzWHXVJ6FyPODKlRbudZeZKyB+1lZ3PAFm5R7OluEjMfCGTYAi5VqNbqPrE7yLHpnJ0ezaWUAoS+8SspCgFFJSVJ8XhYAjRQYvryvXMQlfaKbQ+IdFB/wAYsNQfgWzlJBI8/EP1sqAqqmYt+zmTzLF0+yobLJqwnoV0Er7ZH8Q+cEY4PtlHiSPQCCKGZ9qkNvawjTGpTrP8Svwgeu1b9/6MGwSlTmZO5LCHtPTZpiEDTfkkAh/QKP8ANCzCpBKnZmFv4jYfN/KHFCfsyoWVNJQjkhOp9B7GCjGwlwRYnUlR8P3zlTyQn8yP8p4wRVYd3VKmYVAGYsoA3ZIdauQchP8AMYhUEpJWeiBuzWHtf+sB1U0kMSS7n8/ntBuaXPL4BkzZdcChKCiWMu4SAo9Van5RtTrG3h8n9jAdPIK0qNvAxNxo7aO5uRppDGmpNCsZQdt4nm3ywVHq4JxQzUIROSHBUchKQHKbltrQRh2JzkBaWl5VqzELSlbG90voWLOOXCI1TGZrgWAiMLBN7HeBWeUX6NDVjS5MXz0JjQSQWYl9+EYZ7a6QNNrk3Z4m8tjrCTJPKMhf9fVw9o9gvIn7HWi5Sl1yJWlQJSbukTE5ebbRYOyfa2Yo5JtUkCzGYjMTfTNZv5jDUfSKMxKpeVAHElZ5CzP1iBFNh+Jk5QZM/WzJUebfCv5x9BCcZfCwElemXdKApNyFg9GIPTaKP2q7KylFS5U050gky85WrmQCSWG44CK1i/f0OaVLqkzZarFMuYyx1Q9j0MIU4kvMFoUy0kEbKBG8ZOaWmDOd6oKXgc5MvvpctSpd87BwG+I2e3ItAiphVLZKiUAvlfQkM4EeyMUnypgmJUULfMDa/GzM3KISsk5wwWok5R95+QsD7H5q8yLXSLjIFmSm/PaJ5KzLCVgP4jrxSM2Usdfz5ROkpX4rhtWDkEDhqQ/mOekBTKbQp9H16H8NYnnj6NmuPsN8SlEzJgyhC0KUFJS7MDYh9rwqRM8TMSeHH8hE/wBdWtRmLLzCdWA5C3S0Shj9oARsofiOUTZorNbXK/kzkhQgAEbklXW1x6f8ogaoQzbulPqg5D/lYxLUEOFpuU7ciWJ/XGNqlIYcErZ/3ZiSAfYRmFN46kEtx+gHRU3jCuCvwMe4lSZiOqvnDVdH3eob9NHipF78z8oBqSxX8wWuAKlpCAEp1P8A1eEe2Y+UTzWKi1kI+zTsGF1nzt6qiQTsktUwfEqyOp8KR7E/zQHVhgJYNgBmPLU+pdXRorx1CNsJugSrmlStCANPz89fSD8KpJKlK79SwlKSRkSCpSnHhD2Dubm1oDp5hSSBoxDHgYMqMImJSlTBixBCkqF3sWJY20PCFRuT6uRXLIKWkCVFTWewN26njBK5hf8ATRPRYdOmIWZSDMyfGQxbkBqo9IFl4gU5gpILgi4uk2uOdvQmCWKT2+BvUoo2l0ylBwCz3UbJD8ToPON6ijyBJMyWc2gQoLI6s7R4uoKn8RdXxNYKe+gtrtyESSMOGsxSUj1J8g5aGwxp6iv1B623oFSgNmJcO3meD/q0H02DEJTNUj7NRZKi2XMNR7G0TYtPkKRKRJQoZCSZiixWS33RYANs5hz2c7GLqUoWpYMouSxsCCxBDu5A5WIjZeHUpdKfbsHb7m6O1YAA+xsG/uEbfyx7EU/BqIKUBUmxI/ugdDxy36xkF+Hy/wDI/wD0bQGabNpfpr6flBNZRSUN3Uxa1bnJkA6E39WguZIIpkIygL79dywVZKAA+rOo+kF9msKNRMyLDpAKlKvmFmAB67HnDY4l8NV8zKvRVF4Yr9lgdHyj5/q8RU+EqmqyIQVqAJZILsNSNPQR0HGPo17y6VhdhZbgsAwDh3sBrC+n7KCQ3eyJ9vvSpgI/5besN8mJ3lSTKBMLWdxwWGPr+cbJI4ZSeIcnzOsdHp8GwtVlGYDwmFQ+QaHtJ2bw5SChCJKwf38x8i7g9GgfIQSx+5zShwKfWEKkygFIASVhkgtpnLs5G494XTZCkzFS5iTLmpPiQfmPzEWWv7OVEmqP1BFQlIsCoKAfdlsPD/E8Iu0VdOmTSmszCajwgkJBTvYpsRfR4yajVSMaoHp0pKnUDlBZRAGZnuz28+jxqrwzCUuoOQHF1B7OxOo5xkisIUlMwgasoAMsFgb6vYa6HbixMhQGdBs4IILMoaaaKB29IT5PeP8AkF+r6g2MYDMkzEFIbOl0uCxChcMQOYPTpCyrmJy5Lg5W1fQuItFPjomI7qqmKKQXTNUSooLc3JD63+TRVqiiSZiViYNXZixHIwvOlqUdWNURjS1fes50SDryFn2gSpqjlUdC5HXMzewhSVqFklmcHiWNm8oM7zxeIeFAzKPl4feFK2t8AxruHTZ3jAbwSEhx+8qyfxPlEc+SFOUZyGdRIGpNzbQOREFLindyyH8U0la/P4U/4W9Ykk1QWHW/d/eAOXNuA/UA+UZkl1NQFyVs2oZKcxKyUpY3CQq+wLkW5wVTyASnvSuXKXooJcqHEBx4Ol+ERS5JLFTJSLgK+ZG/SHqa2fXFEmWhMzLoEoQhI4ks1r8d9Iow4db/ANmVXB7M7LSglRM6VlbPJmAhlNZUpSfiSbgi3HyV4TVSpC1KmSUVDhgFvYv8X69Yu+EfRmSAqpmN/wDXLt6r/IecUXtlg5pqlcuWVZUsUvuFAG+x1I8ov6eKMkulWwddWmYtSkBCA/wodk8hct6xZU4ailpZU6ZKTNmziSkTCopSgMxKQQCouNeMVfs94p0qWoABSwLsAzh+WnH1i99raddRXGUn4UJSB+yhOUKUo8Bf2AgXGUb/AIBU20UiqBUvOUgZiTYMnQ2HIQzwXHJkiXOQhvtQASdQz6dQSIM7RYomaJcuWnLJkgpR+0XF1nqzt1jTE6imVIlCXIKJqQM6sxYsGNnu+uzaRI41JyUtmx5I09malQBFOog3BAsQdCLxkLe/5mMhNYvyv9/8D7Z1qZ2gopzZlAEKCg6VA5g13A5NB+HV1In+6XKS7OygCW0d7nWCp2ESF/FKlq/kT82hbX9mqJCSpaAgcQpQ9gfaPV0P2tjuXPSrRQPQgxI0ULA+zUmp71aTMQhK8qGUCWa7uIZ//wAOU/3dVNT+uREYYpNqyxz6NC/jQlXVIPzhNivZ+jQgrmICEjcEj0D68mgQ9nK1HwVhP8QV+JVCrFMExCoRkWpK0JLi4RmLa3SDudYxtpaObdcFYqcbEpRMiZMCc1g6kMna4UQfSFlVVJnKKpmYqVqSxfmYnraNMt0KSkqf4kzAshtQyVFPqHgf6r4QohQCiyTlOUtYh2udNIgySndE3qBpmDulXdqzJAzFCi2m6SdDeBKHFlSlMTycjUfsqH64gw87QY3np5aESk96lxMWkBJKAAEONzq9thFInZlqZDlXDUefARrl0tJM1q2WPFK6WUFkMVZQQpQIZw2U6m4Dk3vqYVqRMWvQsCNBYN8o0n5pBCVeJBA2sCQHDHZ3AO7bQTPxlCQlKBbK77PwhWRW+oKUnVMAq8yZpAs5PSJcRrszINs58XHKNvn7RuB327Ab634R5IwwCYVrVntYMzcYyMLSYvrS5IU0oKu8mlhskb9YbUFLMnKTlSAPulRCUAcXNttdBCwYoCsukZUszjfjePavtTMqFAzFE5RlTpZIJYW6mChG3bO69cFlR3MqfdqpCbF8yEqLXKWuwOhLvwg7DKgypwnyRMKEKS76h/uqKbMWIez8Ipia9o6r9DyVLlz5ihYlCRzAzEvzv7xTjj1MXG5OmdGEAVeBSJqiuZKQtRTldQcsH04am4vDCPIsKmgOThUpBdMpAsE2SNBoIW9rZJFLN7seJRQFMLkFQS1tbMIfGNSI0Bo47i2GiRlQq87VYHwoB+FPNTXPWFZkkx0vGuwwmrmzEKCVKylIOmb7xJ1v8yYpxxgUBWAnPU3SHH2aB+1+8otZrfKEPC3LXAFV2FIwqYf/AG1f4VflGQV/YmLL8bVHi8X96RrfTMG10j2D8mHz+/1Nv5F67EYwSrulKfMCUh7gpZ/Igv8AymM+kWtHdhCfiSQtXIF0j3iqzTNpKkFSQlaFAgAeEjlyIjTtjiKZtStSVBSTlIILhsgMA5KgnL0Uy4fRwD3Mw/vAeYDn5+0NMR7VS0TUyUeOYVBJY2S5a548hFMpO0n1ehly5R+1mFS1kfdBLDzI9POK/QYmuVNE0AFQcjNo5BDm/N455N0jeukkjtsx2LM7WfTzjm3aWhUlbzqsLUdEpBJH8rgJHnC7EO2k6ZI7pS2dytX3lcE8h84BoVOnKilmTl7q+0I6MgAAeca96Nm+tEEvD1LRMUkhpYClXuxUE2HUiIE4llSEZmyKKg2yiEueR8I9IeSsKxBbmXTd2CjuyDkSMu751O/OK5X4RNlqOcyUqFiCt1b6sk7hvMQiWOvhEuFcguM40ucXmTFLPMwuw2YRNSSlS5YPiTmKQR/EXY+RjJ06aCwy+whiQ5CQf1xhaTv1GN1tMBxFEs5mBCbtmVmLcHYerRUptRlJSC4i51QS7MG53hBilAlQJSkPytDowjZ0Mu6kG4ZUJTISAdXfq8ErqAA7j1iq06ZmU5QojdgS3pB+G4eVqdZOUa9eED0erk2ePltmk0lU1YBZLxIjBSB4FOeBH5QdNwxILoOXrf8ArAs3EpstQS4voRvHOMk/TwdGSfDNqTDZ2YPLW25Af0uAfWOxdmu2MikkJky6eeWuVK7pJUo6lgsttblHKKWtmn4lt0/OGMqYf2lHzaGQcl2O8yCejrJ+kobU6vOYn8AYjV9JKtqb/wDX/wAY52KaYAFqRPRLP3spKW5K0PrFswmlwyYkA1M5Kt8xSkP5JUB6w5NsPrbGv+0lf+7j/if+MZ/tImf7uP8AiH/tgmT2AppgeXUTFDilUtQ9kxt/s1l//PN/yflBbCpgo+kWZ/u6f+If+2NJn0hq1NOjzWT/ANMME/RrI3mzj/Mgf9MVTH+yy6ckkHuySEnNm6OeLQE5SjG0bQQv6RKkksJYD2GV25O8exV/q44j1jIj/FP3/gzy2Oa/tSZyUpUgLKUZM2VyQ7gvsRa458YTLKtkAdecWag+j2oWXKQj+JR+WsQYzgX1ZWTvAos9nZJOxfk1+cMn1coxp8sSIplqLFbHQaAealFgIadncEkkTZtQt0Sg+TMxWS7AcnGoG8AVEtSSQpOU8wf00EVOCzJcmXOVlyzXysSWI48ND6QEZTjdoxclhw7tbIkoDU0srLnwpSgJDsE5mJUdySd4ZL7epWk5HQsaJUxSRuAdH3DgaRz+U2YFnuCQXu20WRfaiaq/cyUAOE/ZjwjgHjVklNVdBqTPcT7ezTKVlVlKixLMQwYgcH4xQKys1cuTBeKTSVZUBRA3YgPvc83hPMo1k3IHm/ygouSVck0/U9gNdVkMRsX9IPRi6UqlrJsq55ON4EqqAgaFfm3trGtN2fBRnmOkfdQLFuJO3SOk1VyDUY1yFVWJpSVMHO0QKlTVJcIZxZyAfQ3hnSUqJSBlF9STc9HO0az5+8GqQmTXZCmXjypSO7yZctiAN+PUxlPioIvHtfTBd9C0JVIY2uBHLHGNv3HpRyKywS52a7wBilS2Xjf8IWoWo20jyeXNybcYOCoyOJdXIfTVx0F4byJ53tCKkmhOkME1Yg6QrJGnpHUexX0ipppXczUqWkE5Skh0g6hjqHvrvF2CMOrUhTSFFXFkTH4WZTx8+IrWhphGNIExIWFKSTcILK6gkH5bQX0OhlktPg7HP+jaWDmp502QrrnHuyveITJxam+FUuqQNvveimP+Ywb2f7V0YCZKJixsDNe/8xLDpYQ+xaeUSJqgzhCmcsHZhfa5EYmmVJRe0VCi+lSXpPlLlnRxcehb2Jg7HcdpamjmhE1JOVwNFOCCLG/+sc5osRMqYSwcO4UAoXcEFJ1i99oOzFJ9U+solCWvKhYMskJJU1ikHK1+EJhk60/czG3I56QOHvGR6XjI82h1nWMTpqmcshLy0CwcsG423MU2fSFU7u1FznCH1+83HlFhxTE509KsqVd2NWTa3P8AXlFXMtRzKAcJDqPAEgA+/vDepOdpP32LkOe0HZxNNKVM75SipQ7tLAg/tOC+24ipzMQVoySNg34CH1f2rkijTJCSVvcliANSUnZyBCCpwuf3KZ2UIQokAn4rfu6xTkUuYvRj+Rhr8urJHIAGBk4gFgq1As53MQIwxJ1dSuJ0fkNPWF1biKh4VBimxHPoNIXjqTFTk6JKusKjAalxAqqERqqhFJPTN5s2F9RVHS8TzJ4MA1Mwa8IJJMZBbH6JrbwHWYmAQAzbwsXiDi0eUUjvZgB0Fz0hSTT2M6NbG9FJMwZjZO3P+kEpoZSQwQn0eCQsAADSB5kyOcxFexp/Z8r9hMA4jgSVpeX4VDZ7Hlyg9CxxjO8beGxdmdUou0KaXAgB41eQ/ODRh0sbe5gKqqcswh9bxIisjXaNk5vZPMwlJ+FRSedx+cT4FhJEwlbMBY6i8DprIMp6rgY27VA9TXJZaEplLzLQmbwCioDW5ZJGa3GLzM7VSaqnmU/9yvKMgcZVFLEJB5sAx4xzAVmge3O49donUTlfbleI59eDjaGwm+xlSs5trWNg7c+OuvKLmnHM+EBBPiRNEs9A60+zDyimhIUknMAobMb9CN+vONBVlKMr2UQojZwCAfQxHi8R0233TG4rsnKhxj2BPP5RkJ6ykueMdtVK8CSW0CU+EdGFz0gHCsJmVMwImL7oK0s5KvugjQPDWXhSJbBCQknc3Pmo3gmfSKkTho4IIIuOII5RRHxC6rite7F77lf/ALLElSk5fELEm6g3P8ocdoyru6eU3wSwo9VuT7NFvxfDJRKJ6yEEZSq1laFm3MI8ZoJ1XnnoSUIysP2lpHAcG+W8V+XJJm9DVlNUlISkD475yT4ANtA768YrXaWR4s40Pzi1CifwhnLi5YBO6yeA3iuVyPEpGbNLAss2cgM7bO2kZg4ehUlqysKMRuSWAJPARPVyWiw0GGiQkOPGQ6jwf7o5CKeNgcCWTgiz8RCOWp9I2mYLLAupRPJh+EH1tY1oBzlXSOUgOp9hdPwlAuknoWMb4ZMCHAF9y+uvoIJmotCupSQXEHyg4yctNjlVVA0yrhfLrHjVUyJnHYax1yTTaskwRKqmhWpUYZ/CHQVBOFm2IVOZfQR5LnGBSDvEiFQbD6FVBgqjE8mtIMABUSoQTACpQRYpNY6Fcg/uIJwxUxnQbcC59xeAcFwQzSzhI1zKLDi34R0DBu0iaWmVJl08tzqtXjJOxIPB7DSFZ80IKpvYuEVF8iBNelZCVju1gMLAfLX3gepphmcl+AZhaDJeFzJiVLEozEIcrLW8Ic3DNbgXgSklTAfCQQxLLIGmwUbPwdusebccnKpvuOToi7nrHkECtRumZ6H/ALYyA/Dv3OtnUpkhU1ajqQL+VrAcIkrZqDKlC6pqSyUi5IfQt7QTInrmOilTbRU5QYB9Qn9P0hzhWBIkXHiWdVnXy4CLPD+Fa3N88j1EDo8FXNUJtSXI+GX91PB+J5fOHM+cmWgqUQlKRcnQCMqalMtJUsgJFyTFRmrXiCipTy6SW5PFTXPt6dY9ELgpOP4giZMWZYKUEtzVd/IOdByirV87WHfaDEUrmKKEhKdEgWCUiwHp7xV6xcBSiQTbkwGZOZaX0cP0cPFl7QVgQpuLmKjUDWH2LzBOlJUNglvRjHPa2bQsKwS5j1VUBpC4lo172MYXlhk2rhfUzXjxU6B5i4JMOOOmQKUxgiSFqFkk9AYaYRgmbxrFtgfmYeCnaAeSN0FkyUUqcFAsQR5RvTiLXUUyVBiAYQYhh2TxJ0+X9INO+AY5VLXB6EJI4QumyylTPG4nc4yZNcxqGRi4s8lu8NKdCSGMAIEFSY5SF5djOStUu4NuP5w4pcVdOUtfffp0/KE0iYCGO8DqmFCsuu45jjGZMcMi9SI1d6OgYZjk2RJWhCk5Jr5kkBW2XcWcHblA2H4cqfNTKQQFKds2hN2DgFn04RD2Lm94pu6M8pBKUXYlrZgLkDVuXWDsPqVyV95LUUKD3HB7i+0eN4jH5UlGb9Pb6D4u1slV2XqwSO4m2tZCiPIgN6RkXCT9JKsqXlhRYOQbEtr5xkZ0+F/M/v8AQZUfcbYj2qTIo0TEJCCt0oS3wqA4cuEOZOMo+rpnLUAMoKmINyNOvKOSL7QfWQEzPGlFxmFh5DQmHnY7DxVTSFE91LD5SSc2gAcksLegtxj2ITbVSVMoUrY/RImYjMCluimSbDdX647aCLPNw5CpXdMyGysmzDk0bGoloKZbpSTZKbCw4CMra1MqWpajZIJPkIZYRybtT9H0+UVLQO9l8RqBzTr5iOe1qSksbR2Hs39IBnVS0zFNLOYpBAtewfo/WEvafEaGbNnFdMCEnKlaFKllSg+Z9vNvnHauieUI1aOV0coLmoSdCb9ACfwg2trMiiAPDo0A1s0Im55YygKdIJdr6Pva0eVk4L8SdDtuORhc2BVg01YOhgda4xaY8TQKVcC3HQRlruPigdc8Q47P4X3n2ihYGw/GFi8NUDt5Ra+y6x3OXQoJB+Y+ftAZZrp9LCkqiMZcprRHOTwgwmBSq8RTn0KyeMepgi5RgSokuCDvDSvn5E2GY8BAU9aSHe8d4fxLb2MyeFcVZXEYMD94+0FJwBH7SvaJZk0CYR0+UMZdxDcmeUJclEYuUbFK8CUA6FPyNjASgUFlAg8ItAS0a1FCmaLjzGo5wcMylyKljYgkz4nnKcA7iAaykVKWUnqDxHGCcMqkhY71JWj7yQrKSG2VsXv5RUtomljp2PaSdOpgFy5yAZiC4RMBIB1CgNDd2hv2a7XikSSqWmetzlC9EPu+73t7iEuDdm5lXn7lClhIeypYy8CrMU25iNF4LUIBzSVsnUgOzalw9ohm0mup99WcvkXNOEmaBM+oSRn8bd+Utmu2XNbXTaMij/2lM/8AkX/iVGR3mT9o/scPK+f3QCQkpBGZIINwfvF7nQ+kH4D2vEieiZmJShIdrFbDdra+wh522pUzJBKEOpPiHiukt4iOI/d5PHKRMfcgn9GKPAeIj4nF19+46dxejomKfSB3tT3yUuQBkCjZI3HrfjGmM9taqokmWSVSyQpwLuQHSVcAS3zimUxCCorDjQPoXgyfUIMrMPiHhZIL2D3VzDgN+ybRU1T0A5MKw2nX3gWVlJF1Wu3B+Jj3FK8qfYbAaCNqY5JAJ1X4i+t/hHkPnAVNRKnqLFki6lbAfmYVKQltt0LPqipqmSH/AA5mJzgaU6qc8rCHcxaZYyIsNzuTxMK585zEeTO+IlGNJcnuGdmQs51PkGz/ABf0gqup+AYCw5Q/nJCZQSNGDemsKZzCJcuZppNlkIdSsSTJbRBRV/dTXPwqsr8D+uMGVs0bGEdUp4PF6+Q3FpbLia1LO8K5+JXtFdTiSkhjcRv/AGgIa/DN8k1NPQyXXl4imVLBzpC4VyRsTA66tSlPtw2hmPw/S7oJuUtMJE05iTqYY02INCnveNolSnhG5calyGm48D1OIPBUisaK+iUekTSpwBZ3iSWH8occlP1BGPzc4SW0NjuzX8nA9YTpmcIdTJWZjwhdW0jeIaHXkYuwTqKiyfL6pWZR4guWrMhRSeILf6jlHSux3aQVQKFgJmpD2sFAaqHA8Rz9OWCDsKqzLmBQ2cHmCCFDzBMD4vwsfEwp89mI44LrNnUOY/ZLNzoWHkHsOUZFZNUOD8+POMjz/wAL/wB3+4u5F9wntF9YlqKAkTALpU+UKLtcXYsY53PkKMxSMuVQKsw4HcH1HtFt7YrEpaailnMVj7TIkhCg5AUxDOSlQIb7r8YWYjUd/KTPCci7IU5YL1ZQ46EeQh/goeS+uEajLs+U/Z/IpkKJtMp05x4XY+X9IlRVy87pTktcAnYM7PqfxMYKolJQ6kpJT3mUnQFg43Y8dzCoJzEsPfQc49XlCaLPiU0shIucqQOLsAIYTCJMkShrqo8VHW/AaDpAWGSFKMuasgsHa+wYF/eI6+ocmPNy+ISbijYYm1YNUTYDnzY9mKgZahE62UQx1yWJNeTIlE7Ap/wn8mgCoqDrANFUqPgAdJPpxMGT5KgOQhU4JTtlsJXoXTy8BrgifNgCfNcWi/DBsDIgeYXNo8ykaiGFLQEIzHeNZ4DRSsqukIquQCCJFI5tGjC0WGkowBGZ83loZix9WxUaV4gnUhGkPBKvEFRKeJYZ3YckqYrkpJ1+cFy6doGQWURzMHyy8MzSaFqNoJplNaCFU4WCOIb8j6wIA0TU88gvE0Z+qwZRoUIplPpBv1azaQ0racIzLsxuBuX/ANTA6KZeUrynKkhJUxYKUHYnj/WKXmbtLsRN7oiE/wDdEewcnFCABkllrOUXjInv5gWD4zXGZnShau5ll0JUokJCzdIHUm/LnC+TNBSBqzsOv+sHS5JTUKS3hUsoKT95BPh6/dLiPMUoRKUwDB7He2z8RbTWxj0lJWod6GthtHhilmYlXhOXLw8YKVJD+XoYW4rIyzESw/eABC3ZnfwsByb1h9LrHSlX7QCj1sD8oxVMO+VPUHYJCRxW2vlb06RJj8X8XWuDkt0aFBlSxKKsx35DXK+97wNNlAxPPBUUkP8AEc54hnHS4bzjRTABSiyTw1O1h+tI8+SlKSku5je9C6fQpDkrOUb2gqlw6WZIXlOZRLZjsLC2nGBivNqHIuEuA9ra9YPl1Ly2VYuWSLtpqbC7nR9IqnGUIV3++BuKST9R7R0LAq5t6f6xJVy/C3GC6eWUynU1y4829NIWYhVWiGStqi/C05X2EdYkAwOaQ6wUmXmWOZhlVyQEBo9SFxRN4jLukKKmqWrgOW0LsqlQynbwCFXLQ/FFJaQCm5PZ4ENaHWG14UwUwIDdecDy6IM6rlujQJU04AcOOR1jsuNZVTKIycB/UFhAUxYTzO0DUuIKUMqrkaGJ005d9YiWPytSCyzUloDmU+8bU8sk+H84OCI2ppN1J5OIPruLbI5TcWeJkq0LesFJw5gFE25ERIuVKKRkUoryuoKSBe7hLEuBxPpEcmepKXKcyCpgb2VqwVoC20TU23QP4iXAPUk6G7aDltEqqlSUGXmOV3KXLFTXLcdo8lzzMIKgwTtz2gmVh8xbLyKUhJBUvKSm2x2/1hvqitiZOwEd5wV/h/pGR08fS5OFhLQwtoRpye0ZB1j9/wCDaj+YquJ0aZiWZlAuk7g9Rty841xCSJiWXoWuOLXI9TAdX2glSyXzuf2gSR0cC0eyMRTMTmSS3MEN5m0eevPilJp64f1GdPsQYfJVlyHVKrcMpdj08J6QdOOYFnYWFuOp6mPJiQBYeI69CXbzLHyjYTvARzf2EHlyKTbXc56QBW0ilBABYFbK/hYkn0B9YIXTS1Zc4Jy6B/CALCw1sBEmJoYDuibIGbM3xakjl+Ahciv1Cwx9jBKU1FKL4/qC3WiZZzFyAkCyUgAMN9Ny3lYcYwyLcCdHjSprgmWFZC+YgAgettohkIN87FRL6BmBiuOOT9U/7gOk7LdIolVOZMlBLIfkABy2/pFZxjClyyEryubkJVmbkeHHziy9mcAragH6vnlyyLrzFCC3Pc7Wi6UP0QSO7BnLmKmEHNlICXI6PbreG4/CRjsfDJOqRxVKQkjc7tokcuJiaak3d2i8YR2IKq/6ssZcpJUQHskOCH2NmP7wi5Y/9GCamqMwLEuUtitIHicattfV+L2MVeWqFU57OBzpZVYCIfqBCvFH0difYuRIoJ8unlBJKHKtVqyEKLqN9Em2kcS+oZlFR4m2zbQ3pSWh0FXIpQ6RxtAqpZLvDyqokhClqASQ4Dbq2Dc4UzBeAocmQGmy3EH0lQCLxChDG5aJZ0sKWSmzNtE2bG56oy9hDRigQlxY/o/hG4k5ebRYMGwVS5K5uXNLlkBd7XykDqc217RFKGTHygMqj06KsZI1JL8xx5weikQJKiX0csSLjloeT8YPxjC0ypuVC0rQyVBQ0uOBuGu42jK/FiqnRITLSkJmGYVaqUpmvszAW/dEMhjnklSdV90TwiJEywEgKJ49LtFi7L9uFUHeJKCuWtJBSFMAohgpiDqw9Irs2Qog3/Q0gJZLMdR8ouxwcHsyUXHaDDiaOPsfyjIVZYyMeKLFUi9TUpfQHbR7cOkQSKZMtJCEkAqdKSXGZmJA4W0iQT5aklSVZkvqMwc7i4EREE3NunyEfORcoqnZYlRvLsQdwX89YZ1ipZPiTY3SRZTbO2ukL5Us/Er4eG5/pA9VUBiAq3Ai7wFOT5Bk6C5spOY5VZhtZukA/V5SnKnG2pZ9jaIZc2/DqfnBaKRtb8Lhv6xbBdK2LdvYum5gkJfMAbAWH9YaYR2fmVEyXLQwUs3J+6NX52vEgSgfdyne5byfT1jRWICUykzBxAB8SW4Np5x62CW0krA6bO7dmMGNLTplFWdnLs2tyNTu8NY5x2M+ktCgUVMxtMq1D2UR84uqe0dMf/fl+awPYxc8cuaKo8BSaFAmKmhIzqASVbkJcge/sOEEQqndqaVNzOQ3Un5CFtZ9IlIjRSl/wpPzU0csU32ZvA7xeapMiapABUlCiAbhwOG/SPn+sX4y2m0XXtX9IP1mUZcpC5d3zZ7kXcEAaF+MUKcS76w1Y6jTBb2ATkFanPPTQRvJoAQzc4ZIp7dY2ky7+vz/AKxPIZEUJonUsNcZfxBjWXJYmGcyW0480J9lEfiIhqadv10gGF3I5i9+QPrB1NWzUylS0HwlWfKfhzMA7cWtAMyWwvuPkYOpR8vwjL6k0wZR0C07rUoqsX04N8oIEgEA84GWWqVc2PsIPl6HrGY8cca6YgRVIHm08J6ijLqYOpx6MQfcGLHORaAUI+0PMH/Kr/ygmrRrVicYQf1/pGRYO6jIDo+bM6EYBc8hb/SJzLGX+WMjI+bfJr4AV3APIQCLqvxjIyDgIY2pkgAgC0TZAHbgT53jIyDb9ISK4suS940aMjI+ljoag6RoP1tFy7F9qKozpaDOWpKlywQplWdm8QJFuEZGRfg3aZncdfSTWLVNQgqOVIJA2ckh/QRSdjGRkK9v0BfxGkebxkZASNQREaBp1HyEZGRMxiBqr++/kP8AzoiaeNPOMjIBhIGqtB1PziWj0HQfhGRkDE18AlV/6kdE/KGEvRXnGRkMAJ1/DCpJ+2b+L5D8oyMjGb7hrxkZGRwJ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2" name="AutoShape 18" descr="data:image/jpeg;base64,/9j/4AAQSkZJRgABAQAAAQABAAD/2wCEAAkGBhQSERQUExQWFRUWGBgYFxgYFhcYGBoYGBcYGBcYHBgaHCYeHBsjGhUXHy8gIycpLC0sFR4xNTAqNSYrLCkBCQoKDgwOGg8PGiwlHyQsLCwsLCwsLCwpLCwsLCksLCwsLCwsLCwsKSwpLCwsLCwsLCwpKSwsLCwsLCwsLCwsLP/AABEIAQMAwgMBIgACEQEDEQH/xAAcAAACAgMBAQAAAAAAAAAAAAAEBQMGAAIHAQj/xABHEAABAgQEAwYCBwUFBwUBAAABAhEAAwQhBRIxQVFhcQYTIoGRoTKxBxQjQsHR8FJicoLhFTOSovEXVJOywtLiNENTY6MW/8QAGgEAAwEBAQEAAAAAAAAAAAAAAgMEAQAFBv/EADARAAICAgECBAQFBAMAAAAAAAABAhEDITESQQQTIlEyYXHwFFKBkaHB0eHxU2KS/9oADAMBAAIRAxEAPwCOmxJNRNSKybMygBJIuphoL/O56ww7SY9JXL+rU0hKJTjxlP2hy3d9rPcuTyhn2/wWUZqppXKlDKGyuqYtd9UJDX0fk8UqmqMqh3gBBBD8iGcHiPwhco3ajq+fn9SN/IsXZXs1Mm0tXOQk5lI7uWNy5GcD+W380K8dwkU5TTkusALWAAQFqHw5mcsnm146/wBm6uQunT9XYIAbLuk8FDjz3jmXa7D3rKiYkpWApyBMTmGYBi2pCTYwGWKhBJfT9DpKlorc7DhKmALImJHxd2sK8J1AWHAPWBq+RkKVJcy1FOZPEAuR116RaartPVzUKQUKMsoLCWjKEgDV0i6eIJIIfQ3FbppyS6FsEH2OxiaXSn6V+/3wCLJ8uXnVkJKAqxPxZX8JIBZ9HY6mAy+/6eHeI4eiWhJzOslWZOX4QGyqCtCFA+xhUpOrX+UTStOju5pRqyLCjpobag2t8/KJcZkKROzEMzltGWksrzzN6wNMBGu36DQyBM2Q+qk6vu35p90w2G1QxPRrVyQtKwNCy09F39jaBRKSiWRcqcXezDZuLtflBck5paePiR6+JHu4gellyyib3rlYQ8sBaUjMFB3za2dki5jKcnpgPYGqcokAXcgcWvBHaA/btwSmBqSY60JypDzE3bxagM76b6QVj5+3X5f8ogq6UdwRybwZTpu/AOefD3gCWSBDSjJCH43HlYe7nyhK+KzIpXYRRU+eelKi6JYK1DYcfNSojxuqK9S2Y5jxYOED5n0hhK8MlI0MzxK5S0/o+0K5cvvJhURq3NhsPRhDrfTXdhPivc3w+UEIKyNPfgPMxiCZrhQUQXUyEOXAISH1Cb/6xlTUgjKl7aWsS4f2Fj+Zgtcgo7tUhaj9kFrUlWUpXbvEliCAklPXW8dXZcLkB+x4JoRLQhCCFfEtSkMXc5AjgjKx2cnkI2UpQ1SrMQ5Khe93vx1eCp+NqqEIRNCMySGmsQoiwPeMCV2AvqG3eJaykWMrkEEeFSVBSCB+yoWtw1D6QjNG11Qtpfx9+4UIqRLgfaBdMtKwgLazquQNwkn4XFnix9uscNRSSFIlqCJijdQZQUnYXYhn8UUOY4JEbFRAsT+HpGYvGyxxcWtBvEglMwAAFYtzjIAYcvQRkT+bH2C6Ilhp8Kmz86gklMtLqbiWAHvprHRqLsPJVQokTEOogrzaKStQ2PKwblDDsjSSkUw7rPkKifG2YnQm1toeR9DjgoLXc2MUjieKYXU4cspUpQRMBSFoJAUDqCRvyhL/AGc/iSsa2d39h+njvuIYfLnS1S5iQpKtQfmOB5xyTtT2UXQLCkkrkKPhP3knVj0/a+UdOCktgSh3FUjCKinKZziVlLpMwtmbUBHxKB0LBrwunTFEZSoZcxUEgWBOrcOnKHkmqlTVhVUZqwWHeBbqSNgUqBcDkR5w3xfs5Q05lFap0yXNGZK0ZCGT8Q1GoI6RLPB7OkA49ypS5OdIQp3+6SNLOB5vaB5eFJOfMopypJAAclQ0HIM5JhhitSJpKpSEypcsBAGcZyNiXOZSugYNyiAyRNGUkKWA4UC4Itvx5G/G4MIaV+5nIgqJNif0P6wThAyliGzWHXVJ6FyPODKlRbudZeZKyB+1lZ3PAFm5R7OluEjMfCGTYAi5VqNbqPrE7yLHpnJ0ezaWUAoS+8SspCgFFJSVJ8XhYAjRQYvryvXMQlfaKbQ+IdFB/wAYsNQfgWzlJBI8/EP1sqAqqmYt+zmTzLF0+yobLJqwnoV0Er7ZH8Q+cEY4PtlHiSPQCCKGZ9qkNvawjTGpTrP8Svwgeu1b9/6MGwSlTmZO5LCHtPTZpiEDTfkkAh/QKP8ANCzCpBKnZmFv4jYfN/KHFCfsyoWVNJQjkhOp9B7GCjGwlwRYnUlR8P3zlTyQn8yP8p4wRVYd3VKmYVAGYsoA3ZIdauQchP8AMYhUEpJWeiBuzWHtf+sB1U0kMSS7n8/ntBuaXPL4BkzZdcChKCiWMu4SAo9Van5RtTrG3h8n9jAdPIK0qNvAxNxo7aO5uRppDGmpNCsZQdt4nm3ywVHq4JxQzUIROSHBUchKQHKbltrQRh2JzkBaWl5VqzELSlbG90voWLOOXCI1TGZrgWAiMLBN7HeBWeUX6NDVjS5MXz0JjQSQWYl9+EYZ7a6QNNrk3Z4m8tjrCTJPKMhf9fVw9o9gvIn7HWi5Sl1yJWlQJSbukTE5ebbRYOyfa2Yo5JtUkCzGYjMTfTNZv5jDUfSKMxKpeVAHElZ5CzP1iBFNh+Jk5QZM/WzJUebfCv5x9BCcZfCwElemXdKApNyFg9GIPTaKP2q7KylFS5U050gky85WrmQCSWG44CK1i/f0OaVLqkzZarFMuYyx1Q9j0MIU4kvMFoUy0kEbKBG8ZOaWmDOd6oKXgc5MvvpctSpd87BwG+I2e3ItAiphVLZKiUAvlfQkM4EeyMUnypgmJUULfMDa/GzM3KISsk5wwWok5R95+QsD7H5q8yLXSLjIFmSm/PaJ5KzLCVgP4jrxSM2Usdfz5ROkpX4rhtWDkEDhqQ/mOekBTKbQp9H16H8NYnnj6NmuPsN8SlEzJgyhC0KUFJS7MDYh9rwqRM8TMSeHH8hE/wBdWtRmLLzCdWA5C3S0Shj9oARsofiOUTZorNbXK/kzkhQgAEbklXW1x6f8ogaoQzbulPqg5D/lYxLUEOFpuU7ciWJ/XGNqlIYcErZ/3ZiSAfYRmFN46kEtx+gHRU3jCuCvwMe4lSZiOqvnDVdH3eob9NHipF78z8oBqSxX8wWuAKlpCAEp1P8A1eEe2Y+UTzWKi1kI+zTsGF1nzt6qiQTsktUwfEqyOp8KR7E/zQHVhgJYNgBmPLU+pdXRorx1CNsJugSrmlStCANPz89fSD8KpJKlK79SwlKSRkSCpSnHhD2Dubm1oDp5hSSBoxDHgYMqMImJSlTBixBCkqF3sWJY20PCFRuT6uRXLIKWkCVFTWewN26njBK5hf8ATRPRYdOmIWZSDMyfGQxbkBqo9IFl4gU5gpILgi4uk2uOdvQmCWKT2+BvUoo2l0ylBwCz3UbJD8ToPON6ijyBJMyWc2gQoLI6s7R4uoKn8RdXxNYKe+gtrtyESSMOGsxSUj1J8g5aGwxp6iv1B623oFSgNmJcO3meD/q0H02DEJTNUj7NRZKi2XMNR7G0TYtPkKRKRJQoZCSZiixWS33RYANs5hz2c7GLqUoWpYMouSxsCCxBDu5A5WIjZeHUpdKfbsHb7m6O1YAA+xsG/uEbfyx7EU/BqIKUBUmxI/ugdDxy36xkF+Hy/wDI/wD0bQGabNpfpr6flBNZRSUN3Uxa1bnJkA6E39WguZIIpkIygL79dywVZKAA+rOo+kF9msKNRMyLDpAKlKvmFmAB67HnDY4l8NV8zKvRVF4Yr9lgdHyj5/q8RU+EqmqyIQVqAJZILsNSNPQR0HGPo17y6VhdhZbgsAwDh3sBrC+n7KCQ3eyJ9vvSpgI/5besN8mJ3lSTKBMLWdxwWGPr+cbJI4ZSeIcnzOsdHp8GwtVlGYDwmFQ+QaHtJ2bw5SChCJKwf38x8i7g9GgfIQSx+5zShwKfWEKkygFIASVhkgtpnLs5G494XTZCkzFS5iTLmpPiQfmPzEWWv7OVEmqP1BFQlIsCoKAfdlsPD/E8Iu0VdOmTSmszCajwgkJBTvYpsRfR4yajVSMaoHp0pKnUDlBZRAGZnuz28+jxqrwzCUuoOQHF1B7OxOo5xkisIUlMwgasoAMsFgb6vYa6HbixMhQGdBs4IILMoaaaKB29IT5PeP8AkF+r6g2MYDMkzEFIbOl0uCxChcMQOYPTpCyrmJy5Lg5W1fQuItFPjomI7qqmKKQXTNUSooLc3JD63+TRVqiiSZiViYNXZixHIwvOlqUdWNURjS1fes50SDryFn2gSpqjlUdC5HXMzewhSVqFklmcHiWNm8oM7zxeIeFAzKPl4feFK2t8AxruHTZ3jAbwSEhx+8qyfxPlEc+SFOUZyGdRIGpNzbQOREFLindyyH8U0la/P4U/4W9Ykk1QWHW/d/eAOXNuA/UA+UZkl1NQFyVs2oZKcxKyUpY3CQq+wLkW5wVTyASnvSuXKXooJcqHEBx4Ol+ERS5JLFTJSLgK+ZG/SHqa2fXFEmWhMzLoEoQhI4ks1r8d9Iow4db/ANmVXB7M7LSglRM6VlbPJmAhlNZUpSfiSbgi3HyV4TVSpC1KmSUVDhgFvYv8X69Yu+EfRmSAqpmN/wDXLt6r/IecUXtlg5pqlcuWVZUsUvuFAG+x1I8ov6eKMkulWwddWmYtSkBCA/wodk8hct6xZU4ailpZU6ZKTNmziSkTCopSgMxKQQCouNeMVfs94p0qWoABSwLsAzh+WnH1i99raddRXGUn4UJSB+yhOUKUo8Bf2AgXGUb/AIBU20UiqBUvOUgZiTYMnQ2HIQzwXHJkiXOQhvtQASdQz6dQSIM7RYomaJcuWnLJkgpR+0XF1nqzt1jTE6imVIlCXIKJqQM6sxYsGNnu+uzaRI41JyUtmx5I09malQBFOog3BAsQdCLxkLe/5mMhNYvyv9/8D7Z1qZ2gopzZlAEKCg6VA5g13A5NB+HV1In+6XKS7OygCW0d7nWCp2ESF/FKlq/kT82hbX9mqJCSpaAgcQpQ9gfaPV0P2tjuXPSrRQPQgxI0ULA+zUmp71aTMQhK8qGUCWa7uIZ//wAOU/3dVNT+uREYYpNqyxz6NC/jQlXVIPzhNivZ+jQgrmICEjcEj0D68mgQ9nK1HwVhP8QV+JVCrFMExCoRkWpK0JLi4RmLa3SDudYxtpaObdcFYqcbEpRMiZMCc1g6kMna4UQfSFlVVJnKKpmYqVqSxfmYnraNMt0KSkqf4kzAshtQyVFPqHgf6r4QohQCiyTlOUtYh2udNIgySndE3qBpmDulXdqzJAzFCi2m6SdDeBKHFlSlMTycjUfsqH64gw87QY3np5aESk96lxMWkBJKAAEONzq9thFInZlqZDlXDUefARrl0tJM1q2WPFK6WUFkMVZQQpQIZw2U6m4Dk3vqYVqRMWvQsCNBYN8o0n5pBCVeJBA2sCQHDHZ3AO7bQTPxlCQlKBbK77PwhWRW+oKUnVMAq8yZpAs5PSJcRrszINs58XHKNvn7RuB327Ab634R5IwwCYVrVntYMzcYyMLSYvrS5IU0oKu8mlhskb9YbUFLMnKTlSAPulRCUAcXNttdBCwYoCsukZUszjfjePavtTMqFAzFE5RlTpZIJYW6mChG3bO69cFlR3MqfdqpCbF8yEqLXKWuwOhLvwg7DKgypwnyRMKEKS76h/uqKbMWIez8Ipia9o6r9DyVLlz5ihYlCRzAzEvzv7xTjj1MXG5OmdGEAVeBSJqiuZKQtRTldQcsH04am4vDCPIsKmgOThUpBdMpAsE2SNBoIW9rZJFLN7seJRQFMLkFQS1tbMIfGNSI0Bo47i2GiRlQq87VYHwoB+FPNTXPWFZkkx0vGuwwmrmzEKCVKylIOmb7xJ1v8yYpxxgUBWAnPU3SHH2aB+1+8otZrfKEPC3LXAFV2FIwqYf/AG1f4VflGQV/YmLL8bVHi8X96RrfTMG10j2D8mHz+/1Nv5F67EYwSrulKfMCUh7gpZ/Igv8AymM+kWtHdhCfiSQtXIF0j3iqzTNpKkFSQlaFAgAeEjlyIjTtjiKZtStSVBSTlIILhsgMA5KgnL0Uy4fRwD3Mw/vAeYDn5+0NMR7VS0TUyUeOYVBJY2S5a548hFMpO0n1ehly5R+1mFS1kfdBLDzI9POK/QYmuVNE0AFQcjNo5BDm/N455N0jeukkjtsx2LM7WfTzjm3aWhUlbzqsLUdEpBJH8rgJHnC7EO2k6ZI7pS2dytX3lcE8h84BoVOnKilmTl7q+0I6MgAAeca96Nm+tEEvD1LRMUkhpYClXuxUE2HUiIE4llSEZmyKKg2yiEueR8I9IeSsKxBbmXTd2CjuyDkSMu751O/OK5X4RNlqOcyUqFiCt1b6sk7hvMQiWOvhEuFcguM40ucXmTFLPMwuw2YRNSSlS5YPiTmKQR/EXY+RjJ06aCwy+whiQ5CQf1xhaTv1GN1tMBxFEs5mBCbtmVmLcHYerRUptRlJSC4i51QS7MG53hBilAlQJSkPytDowjZ0Mu6kG4ZUJTISAdXfq8ErqAA7j1iq06ZmU5QojdgS3pB+G4eVqdZOUa9eED0erk2ePltmk0lU1YBZLxIjBSB4FOeBH5QdNwxILoOXrf8ArAs3EpstQS4voRvHOMk/TwdGSfDNqTDZ2YPLW25Af0uAfWOxdmu2MikkJky6eeWuVK7pJUo6lgsttblHKKWtmn4lt0/OGMqYf2lHzaGQcl2O8yCejrJ+kobU6vOYn8AYjV9JKtqb/wDX/wAY52KaYAFqRPRLP3spKW5K0PrFswmlwyYkA1M5Kt8xSkP5JUB6w5NsPrbGv+0lf+7j/if+MZ/tImf7uP8AiH/tgmT2AppgeXUTFDilUtQ9kxt/s1l//PN/yflBbCpgo+kWZ/u6f+If+2NJn0hq1NOjzWT/ANMME/RrI3mzj/Mgf9MVTH+yy6ckkHuySEnNm6OeLQE5SjG0bQQv6RKkksJYD2GV25O8exV/q44j1jIj/FP3/gzy2Oa/tSZyUpUgLKUZM2VyQ7gvsRa458YTLKtkAdecWag+j2oWXKQj+JR+WsQYzgX1ZWTvAos9nZJOxfk1+cMn1coxp8sSIplqLFbHQaAealFgIadncEkkTZtQt0Sg+TMxWS7AcnGoG8AVEtSSQpOU8wf00EVOCzJcmXOVlyzXysSWI48ND6QEZTjdoxclhw7tbIkoDU0srLnwpSgJDsE5mJUdySd4ZL7epWk5HQsaJUxSRuAdH3DgaRz+U2YFnuCQXu20WRfaiaq/cyUAOE/ZjwjgHjVklNVdBqTPcT7ezTKVlVlKixLMQwYgcH4xQKys1cuTBeKTSVZUBRA3YgPvc83hPMo1k3IHm/ygouSVck0/U9gNdVkMRsX9IPRi6UqlrJsq55ON4EqqAgaFfm3trGtN2fBRnmOkfdQLFuJO3SOk1VyDUY1yFVWJpSVMHO0QKlTVJcIZxZyAfQ3hnSUqJSBlF9STc9HO0az5+8GqQmTXZCmXjypSO7yZctiAN+PUxlPioIvHtfTBd9C0JVIY2uBHLHGNv3HpRyKywS52a7wBilS2Xjf8IWoWo20jyeXNybcYOCoyOJdXIfTVx0F4byJ53tCKkmhOkME1Yg6QrJGnpHUexX0ipppXczUqWkE5Skh0g6hjqHvrvF2CMOrUhTSFFXFkTH4WZTx8+IrWhphGNIExIWFKSTcILK6gkH5bQX0OhlktPg7HP+jaWDmp502QrrnHuyveITJxam+FUuqQNvveimP+Ywb2f7V0YCZKJixsDNe/8xLDpYQ+xaeUSJqgzhCmcsHZhfa5EYmmVJRe0VCi+lSXpPlLlnRxcehb2Jg7HcdpamjmhE1JOVwNFOCCLG/+sc5osRMqYSwcO4UAoXcEFJ1i99oOzFJ9U+solCWvKhYMskJJU1ikHK1+EJhk60/czG3I56QOHvGR6XjI82h1nWMTpqmcshLy0CwcsG423MU2fSFU7u1FznCH1+83HlFhxTE509KsqVd2NWTa3P8AXlFXMtRzKAcJDqPAEgA+/vDepOdpP32LkOe0HZxNNKVM75SipQ7tLAg/tOC+24ipzMQVoySNg34CH1f2rkijTJCSVvcliANSUnZyBCCpwuf3KZ2UIQokAn4rfu6xTkUuYvRj+Rhr8urJHIAGBk4gFgq1As53MQIwxJ1dSuJ0fkNPWF1biKh4VBimxHPoNIXjqTFTk6JKusKjAalxAqqERqqhFJPTN5s2F9RVHS8TzJ4MA1Mwa8IJJMZBbH6JrbwHWYmAQAzbwsXiDi0eUUjvZgB0Fz0hSTT2M6NbG9FJMwZjZO3P+kEpoZSQwQn0eCQsAADSB5kyOcxFexp/Z8r9hMA4jgSVpeX4VDZ7Hlyg9CxxjO8beGxdmdUou0KaXAgB41eQ/ODRh0sbe5gKqqcswh9bxIisjXaNk5vZPMwlJ+FRSedx+cT4FhJEwlbMBY6i8DprIMp6rgY27VA9TXJZaEplLzLQmbwCioDW5ZJGa3GLzM7VSaqnmU/9yvKMgcZVFLEJB5sAx4xzAVmge3O49donUTlfbleI59eDjaGwm+xlSs5trWNg7c+OuvKLmnHM+EBBPiRNEs9A60+zDyimhIUknMAobMb9CN+vONBVlKMr2UQojZwCAfQxHi8R0233TG4rsnKhxj2BPP5RkJ6ykueMdtVK8CSW0CU+EdGFz0gHCsJmVMwImL7oK0s5KvugjQPDWXhSJbBCQknc3Pmo3gmfSKkTho4IIIuOII5RRHxC6rite7F77lf/ALLElSk5fELEm6g3P8ocdoyru6eU3wSwo9VuT7NFvxfDJRKJ6yEEZSq1laFm3MI8ZoJ1XnnoSUIysP2lpHAcG+W8V+XJJm9DVlNUlISkD475yT4ANtA768YrXaWR4s40Pzi1CifwhnLi5YBO6yeA3iuVyPEpGbNLAss2cgM7bO2kZg4ehUlqysKMRuSWAJPARPVyWiw0GGiQkOPGQ6jwf7o5CKeNgcCWTgiz8RCOWp9I2mYLLAupRPJh+EH1tY1oBzlXSOUgOp9hdPwlAuknoWMb4ZMCHAF9y+uvoIJmotCupSQXEHyg4yctNjlVVA0yrhfLrHjVUyJnHYax1yTTaskwRKqmhWpUYZ/CHQVBOFm2IVOZfQR5LnGBSDvEiFQbD6FVBgqjE8mtIMABUSoQTACpQRYpNY6Fcg/uIJwxUxnQbcC59xeAcFwQzSzhI1zKLDi34R0DBu0iaWmVJl08tzqtXjJOxIPB7DSFZ80IKpvYuEVF8iBNelZCVju1gMLAfLX3gepphmcl+AZhaDJeFzJiVLEozEIcrLW8Ic3DNbgXgSklTAfCQQxLLIGmwUbPwdusebccnKpvuOToi7nrHkECtRumZ6H/ALYyA/Dv3OtnUpkhU1ajqQL+VrAcIkrZqDKlC6pqSyUi5IfQt7QTInrmOilTbRU5QYB9Qn9P0hzhWBIkXHiWdVnXy4CLPD+Fa3N88j1EDo8FXNUJtSXI+GX91PB+J5fOHM+cmWgqUQlKRcnQCMqalMtJUsgJFyTFRmrXiCipTy6SW5PFTXPt6dY9ELgpOP4giZMWZYKUEtzVd/IOdByirV87WHfaDEUrmKKEhKdEgWCUiwHp7xV6xcBSiQTbkwGZOZaX0cP0cPFl7QVgQpuLmKjUDWH2LzBOlJUNglvRjHPa2bQsKwS5j1VUBpC4lo172MYXlhk2rhfUzXjxU6B5i4JMOOOmQKUxgiSFqFkk9AYaYRgmbxrFtgfmYeCnaAeSN0FkyUUqcFAsQR5RvTiLXUUyVBiAYQYhh2TxJ0+X9INO+AY5VLXB6EJI4QumyylTPG4nc4yZNcxqGRi4s8lu8NKdCSGMAIEFSY5SF5djOStUu4NuP5w4pcVdOUtfffp0/KE0iYCGO8DqmFCsuu45jjGZMcMi9SI1d6OgYZjk2RJWhCk5Jr5kkBW2XcWcHblA2H4cqfNTKQQFKds2hN2DgFn04RD2Lm94pu6M8pBKUXYlrZgLkDVuXWDsPqVyV95LUUKD3HB7i+0eN4jH5UlGb9Pb6D4u1slV2XqwSO4m2tZCiPIgN6RkXCT9JKsqXlhRYOQbEtr5xkZ0+F/M/v8AQZUfcbYj2qTIo0TEJCCt0oS3wqA4cuEOZOMo+rpnLUAMoKmINyNOvKOSL7QfWQEzPGlFxmFh5DQmHnY7DxVTSFE91LD5SSc2gAcksLegtxj2ITbVSVMoUrY/RImYjMCluimSbDdX647aCLPNw5CpXdMyGysmzDk0bGoloKZbpSTZKbCw4CMra1MqWpajZIJPkIZYRybtT9H0+UVLQO9l8RqBzTr5iOe1qSksbR2Hs39IBnVS0zFNLOYpBAtewfo/WEvafEaGbNnFdMCEnKlaFKllSg+Z9vNvnHauieUI1aOV0coLmoSdCb9ACfwg2trMiiAPDo0A1s0Im55YygKdIJdr6Pva0eVk4L8SdDtuORhc2BVg01YOhgda4xaY8TQKVcC3HQRlruPigdc8Q47P4X3n2ihYGw/GFi8NUDt5Ra+y6x3OXQoJB+Y+ftAZZrp9LCkqiMZcprRHOTwgwmBSq8RTn0KyeMepgi5RgSokuCDvDSvn5E2GY8BAU9aSHe8d4fxLb2MyeFcVZXEYMD94+0FJwBH7SvaJZk0CYR0+UMZdxDcmeUJclEYuUbFK8CUA6FPyNjASgUFlAg8ItAS0a1FCmaLjzGo5wcMylyKljYgkz4nnKcA7iAaykVKWUnqDxHGCcMqkhY71JWj7yQrKSG2VsXv5RUtomljp2PaSdOpgFy5yAZiC4RMBIB1CgNDd2hv2a7XikSSqWmetzlC9EPu+73t7iEuDdm5lXn7lClhIeypYy8CrMU25iNF4LUIBzSVsnUgOzalw9ohm0mup99WcvkXNOEmaBM+oSRn8bd+Utmu2XNbXTaMij/2lM/8AkX/iVGR3mT9o/scPK+f3QCQkpBGZIINwfvF7nQ+kH4D2vEieiZmJShIdrFbDdra+wh522pUzJBKEOpPiHiukt4iOI/d5PHKRMfcgn9GKPAeIj4nF19+46dxejomKfSB3tT3yUuQBkCjZI3HrfjGmM9taqokmWSVSyQpwLuQHSVcAS3zimUxCCorDjQPoXgyfUIMrMPiHhZIL2D3VzDgN+ybRU1T0A5MKw2nX3gWVlJF1Wu3B+Jj3FK8qfYbAaCNqY5JAJ1X4i+t/hHkPnAVNRKnqLFki6lbAfmYVKQltt0LPqipqmSH/AA5mJzgaU6qc8rCHcxaZYyIsNzuTxMK585zEeTO+IlGNJcnuGdmQs51PkGz/ABf0gqup+AYCw5Q/nJCZQSNGDemsKZzCJcuZppNlkIdSsSTJbRBRV/dTXPwqsr8D+uMGVs0bGEdUp4PF6+Q3FpbLia1LO8K5+JXtFdTiSkhjcRv/AGgIa/DN8k1NPQyXXl4imVLBzpC4VyRsTA66tSlPtw2hmPw/S7oJuUtMJE05iTqYY02INCnveNolSnhG5calyGm48D1OIPBUisaK+iUekTSpwBZ3iSWH8occlP1BGPzc4SW0NjuzX8nA9YTpmcIdTJWZjwhdW0jeIaHXkYuwTqKiyfL6pWZR4guWrMhRSeILf6jlHSux3aQVQKFgJmpD2sFAaqHA8Rz9OWCDsKqzLmBQ2cHmCCFDzBMD4vwsfEwp89mI44LrNnUOY/ZLNzoWHkHsOUZFZNUOD8+POMjz/wAL/wB3+4u5F9wntF9YlqKAkTALpU+UKLtcXYsY53PkKMxSMuVQKsw4HcH1HtFt7YrEpaailnMVj7TIkhCg5AUxDOSlQIb7r8YWYjUd/KTPCci7IU5YL1ZQ46EeQh/goeS+uEajLs+U/Z/IpkKJtMp05x4XY+X9IlRVy87pTktcAnYM7PqfxMYKolJQ6kpJT3mUnQFg43Y8dzCoJzEsPfQc49XlCaLPiU0shIucqQOLsAIYTCJMkShrqo8VHW/AaDpAWGSFKMuasgsHa+wYF/eI6+ocmPNy+ISbijYYm1YNUTYDnzY9mKgZahE62UQx1yWJNeTIlE7Ap/wn8mgCoqDrANFUqPgAdJPpxMGT5KgOQhU4JTtlsJXoXTy8BrgifNgCfNcWi/DBsDIgeYXNo8ykaiGFLQEIzHeNZ4DRSsqukIquQCCJFI5tGjC0WGkowBGZ83loZix9WxUaV4gnUhGkPBKvEFRKeJYZ3YckqYrkpJ1+cFy6doGQWURzMHyy8MzSaFqNoJplNaCFU4WCOIb8j6wIA0TU88gvE0Z+qwZRoUIplPpBv1azaQ0racIzLsxuBuX/ANTA6KZeUrynKkhJUxYKUHYnj/WKXmbtLsRN7oiE/wDdEewcnFCABkllrOUXjInv5gWD4zXGZnShau5ll0JUokJCzdIHUm/LnC+TNBSBqzsOv+sHS5JTUKS3hUsoKT95BPh6/dLiPMUoRKUwDB7He2z8RbTWxj0lJWod6GthtHhilmYlXhOXLw8YKVJD+XoYW4rIyzESw/eABC3ZnfwsByb1h9LrHSlX7QCj1sD8oxVMO+VPUHYJCRxW2vlb06RJj8X8XWuDkt0aFBlSxKKsx35DXK+97wNNlAxPPBUUkP8AEc54hnHS4bzjRTABSiyTw1O1h+tI8+SlKSku5je9C6fQpDkrOUb2gqlw6WZIXlOZRLZjsLC2nGBivNqHIuEuA9ra9YPl1Ly2VYuWSLtpqbC7nR9IqnGUIV3++BuKST9R7R0LAq5t6f6xJVy/C3GC6eWUynU1y4829NIWYhVWiGStqi/C05X2EdYkAwOaQ6wUmXmWOZhlVyQEBo9SFxRN4jLukKKmqWrgOW0LsqlQynbwCFXLQ/FFJaQCm5PZ4ENaHWG14UwUwIDdecDy6IM6rlujQJU04AcOOR1jsuNZVTKIycB/UFhAUxYTzO0DUuIKUMqrkaGJ005d9YiWPytSCyzUloDmU+8bU8sk+H84OCI2ppN1J5OIPruLbI5TcWeJkq0LesFJw5gFE25ERIuVKKRkUoryuoKSBe7hLEuBxPpEcmepKXKcyCpgb2VqwVoC20TU23QP4iXAPUk6G7aDltEqqlSUGXmOV3KXLFTXLcdo8lzzMIKgwTtz2gmVh8xbLyKUhJBUvKSm2x2/1hvqitiZOwEd5wV/h/pGR08fS5OFhLQwtoRpye0ZB1j9/wCDaj+YquJ0aZiWZlAuk7g9Rty841xCSJiWXoWuOLXI9TAdX2glSyXzuf2gSR0cC0eyMRTMTmSS3MEN5m0eevPilJp64f1GdPsQYfJVlyHVKrcMpdj08J6QdOOYFnYWFuOp6mPJiQBYeI69CXbzLHyjYTvARzf2EHlyKTbXc56QBW0ilBABYFbK/hYkn0B9YIXTS1Zc4Jy6B/CALCw1sBEmJoYDuibIGbM3xakjl+Ahciv1Cwx9jBKU1FKL4/qC3WiZZzFyAkCyUgAMN9Ny3lYcYwyLcCdHjSprgmWFZC+YgAgettohkIN87FRL6BmBiuOOT9U/7gOk7LdIolVOZMlBLIfkABy2/pFZxjClyyEryubkJVmbkeHHziy9mcAragH6vnlyyLrzFCC3Pc7Wi6UP0QSO7BnLmKmEHNlICXI6PbreG4/CRjsfDJOqRxVKQkjc7tokcuJiaak3d2i8YR2IKq/6ssZcpJUQHskOCH2NmP7wi5Y/9GCamqMwLEuUtitIHicattfV+L2MVeWqFU57OBzpZVYCIfqBCvFH0difYuRIoJ8unlBJKHKtVqyEKLqN9Em2kcS+oZlFR4m2zbQ3pSWh0FXIpQ6RxtAqpZLvDyqokhClqASQ4Dbq2Dc4UzBeAocmQGmy3EH0lQCLxChDG5aJZ0sKWSmzNtE2bG56oy9hDRigQlxY/o/hG4k5ebRYMGwVS5K5uXNLlkBd7XykDqc217RFKGTHygMqj06KsZI1JL8xx5weikQJKiX0csSLjloeT8YPxjC0ypuVC0rQyVBQ0uOBuGu42jK/FiqnRITLSkJmGYVaqUpmvszAW/dEMhjnklSdV90TwiJEywEgKJ49LtFi7L9uFUHeJKCuWtJBSFMAohgpiDqw9Irs2Qog3/Q0gJZLMdR8ouxwcHsyUXHaDDiaOPsfyjIVZYyMeKLFUi9TUpfQHbR7cOkQSKZMtJCEkAqdKSXGZmJA4W0iQT5aklSVZkvqMwc7i4EREE3NunyEfORcoqnZYlRvLsQdwX89YZ1ipZPiTY3SRZTbO2ukL5Us/Er4eG5/pA9VUBiAq3Ai7wFOT5Bk6C5spOY5VZhtZukA/V5SnKnG2pZ9jaIZc2/DqfnBaKRtb8Lhv6xbBdK2LdvYum5gkJfMAbAWH9YaYR2fmVEyXLQwUs3J+6NX52vEgSgfdyne5byfT1jRWICUykzBxAB8SW4Np5x62CW0krA6bO7dmMGNLTplFWdnLs2tyNTu8NY5x2M+ktCgUVMxtMq1D2UR84uqe0dMf/fl+awPYxc8cuaKo8BSaFAmKmhIzqASVbkJcge/sOEEQqndqaVNzOQ3Un5CFtZ9IlIjRSl/wpPzU0csU32ZvA7xeapMiapABUlCiAbhwOG/SPn+sX4y2m0XXtX9IP1mUZcpC5d3zZ7kXcEAaF+MUKcS76w1Y6jTBb2ATkFanPPTQRvJoAQzc4ZIp7dY2ky7+vz/AKxPIZEUJonUsNcZfxBjWXJYmGcyW0480J9lEfiIhqadv10gGF3I5i9+QPrB1NWzUylS0HwlWfKfhzMA7cWtAMyWwvuPkYOpR8vwjL6k0wZR0C07rUoqsX04N8oIEgEA84GWWqVc2PsIPl6HrGY8cca6YgRVIHm08J6ijLqYOpx6MQfcGLHORaAUI+0PMH/Kr/ygmrRrVicYQf1/pGRYO6jIDo+bM6EYBc8hb/SJzLGX+WMjI+bfJr4AV3APIQCLqvxjIyDgIY2pkgAgC0TZAHbgT53jIyDb9ISK4suS940aMjI+ljoag6RoP1tFy7F9qKozpaDOWpKlywQplWdm8QJFuEZGRfg3aZncdfSTWLVNQgqOVIJA2ckh/QRSdjGRkK9v0BfxGkebxkZASNQREaBp1HyEZGRMxiBqr++/kP8AzoiaeNPOMjIBhIGqtB1PziWj0HQfhGRkDE18AlV/6kdE/KGEvRXnGRkMAJ1/DCpJ+2b+L5D8oyMjGb7hrxkZGRwJ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44" name="Picture 20" descr="https://encrypted-tbn2.gstatic.com/images?q=tbn:ANd9GcRopyRcwUl_alCLcVLvp6Wx8RNijNfj_vY9Jj1bXpfJp4IXfF7Ea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00399" y="2742808"/>
            <a:ext cx="2171479" cy="28990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</a:rPr>
              <a:t>Tuber crops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3010" name="AutoShape 2" descr="data:image/jpeg;base64,/9j/4AAQSkZJRgABAQAAAQABAAD/2wCEAAkGBhQSERQUExQWFRUWGBgYFxgYFhcYGBoYGBcYGBcYHBgaHCYeHBsjGhUXHy8gIycpLC0sFR4xNTAqNSYrLCkBCQoKDgwOGg8PGiwlHyQsLCwsLCwsLCwpLCwsLCksLCwsLCwsLCwsKSwpLCwsLCwsLCwpKSwsLCwsLCwsLCwsLP/AABEIAQMAwgMBIgACEQEDEQH/xAAcAAACAgMBAQAAAAAAAAAAAAAEBQMGAAIHAQj/xABHEAABAgQEAwYCBwUFBwUBAAABAhEAAwQhBRIxQVFhcQYTIoGRoTKxBxQjQsHR8FJicoLhFTOSovEXVJOywtLiNENTY6MW/8QAGgEAAwEBAQEAAAAAAAAAAAAAAgMEAQAFBv/EADARAAICAgECBAQFBAMAAAAAAAABAhEDITESQQQTIlEyYXHwFFKBkaHB0eHxU2KS/9oADAMBAAIRAxEAPwCOmxJNRNSKybMygBJIuphoL/O56ww7SY9JXL+rU0hKJTjxlP2hy3d9rPcuTyhn2/wWUZqppXKlDKGyuqYtd9UJDX0fk8UqmqMqh3gBBBD8iGcHiPwhco3ajq+fn9SN/IsXZXs1Mm0tXOQk5lI7uWNy5GcD+W380K8dwkU5TTkusALWAAQFqHw5mcsnm146/wBm6uQunT9XYIAbLuk8FDjz3jmXa7D3rKiYkpWApyBMTmGYBi2pCTYwGWKhBJfT9DpKlorc7DhKmALImJHxd2sK8J1AWHAPWBq+RkKVJcy1FOZPEAuR116RaartPVzUKQUKMsoLCWjKEgDV0i6eIJIIfQ3FbppyS6FsEH2OxiaXSn6V+/3wCLJ8uXnVkJKAqxPxZX8JIBZ9HY6mAy+/6eHeI4eiWhJzOslWZOX4QGyqCtCFA+xhUpOrX+UTStOju5pRqyLCjpobag2t8/KJcZkKROzEMzltGWksrzzN6wNMBGu36DQyBM2Q+qk6vu35p90w2G1QxPRrVyQtKwNCy09F39jaBRKSiWRcqcXezDZuLtflBck5paePiR6+JHu4gellyyib3rlYQ8sBaUjMFB3za2dki5jKcnpgPYGqcokAXcgcWvBHaA/btwSmBqSY60JypDzE3bxagM76b6QVj5+3X5f8ogq6UdwRybwZTpu/AOefD3gCWSBDSjJCH43HlYe7nyhK+KzIpXYRRU+eelKi6JYK1DYcfNSojxuqK9S2Y5jxYOED5n0hhK8MlI0MzxK5S0/o+0K5cvvJhURq3NhsPRhDrfTXdhPivc3w+UEIKyNPfgPMxiCZrhQUQXUyEOXAISH1Cb/6xlTUgjKl7aWsS4f2Fj+Zgtcgo7tUhaj9kFrUlWUpXbvEliCAklPXW8dXZcLkB+x4JoRLQhCCFfEtSkMXc5AjgjKx2cnkI2UpQ1SrMQ5Khe93vx1eCp+NqqEIRNCMySGmsQoiwPeMCV2AvqG3eJaykWMrkEEeFSVBSCB+yoWtw1D6QjNG11Qtpfx9+4UIqRLgfaBdMtKwgLazquQNwkn4XFnix9uscNRSSFIlqCJijdQZQUnYXYhn8UUOY4JEbFRAsT+HpGYvGyxxcWtBvEglMwAAFYtzjIAYcvQRkT+bH2C6Ilhp8Kmz86gklMtLqbiWAHvprHRqLsPJVQokTEOogrzaKStQ2PKwblDDsjSSkUw7rPkKifG2YnQm1toeR9DjgoLXc2MUjieKYXU4cspUpQRMBSFoJAUDqCRvyhL/AGc/iSsa2d39h+njvuIYfLnS1S5iQpKtQfmOB5xyTtT2UXQLCkkrkKPhP3knVj0/a+UdOCktgSh3FUjCKinKZziVlLpMwtmbUBHxKB0LBrwunTFEZSoZcxUEgWBOrcOnKHkmqlTVhVUZqwWHeBbqSNgUqBcDkR5w3xfs5Q05lFap0yXNGZK0ZCGT8Q1GoI6RLPB7OkA49ypS5OdIQp3+6SNLOB5vaB5eFJOfMopypJAAclQ0HIM5JhhitSJpKpSEypcsBAGcZyNiXOZSugYNyiAyRNGUkKWA4UC4Itvx5G/G4MIaV+5nIgqJNif0P6wThAyliGzWHXVJ6FyPODKlRbudZeZKyB+1lZ3PAFm5R7OluEjMfCGTYAi5VqNbqPrE7yLHpnJ0ezaWUAoS+8SspCgFFJSVJ8XhYAjRQYvryvXMQlfaKbQ+IdFB/wAYsNQfgWzlJBI8/EP1sqAqqmYt+zmTzLF0+yobLJqwnoV0Er7ZH8Q+cEY4PtlHiSPQCCKGZ9qkNvawjTGpTrP8Svwgeu1b9/6MGwSlTmZO5LCHtPTZpiEDTfkkAh/QKP8ANCzCpBKnZmFv4jYfN/KHFCfsyoWVNJQjkhOp9B7GCjGwlwRYnUlR8P3zlTyQn8yP8p4wRVYd3VKmYVAGYsoA3ZIdauQchP8AMYhUEpJWeiBuzWHtf+sB1U0kMSS7n8/ntBuaXPL4BkzZdcChKCiWMu4SAo9Van5RtTrG3h8n9jAdPIK0qNvAxNxo7aO5uRppDGmpNCsZQdt4nm3ywVHq4JxQzUIROSHBUchKQHKbltrQRh2JzkBaWl5VqzELSlbG90voWLOOXCI1TGZrgWAiMLBN7HeBWeUX6NDVjS5MXz0JjQSQWYl9+EYZ7a6QNNrk3Z4m8tjrCTJPKMhf9fVw9o9gvIn7HWi5Sl1yJWlQJSbukTE5ebbRYOyfa2Yo5JtUkCzGYjMTfTNZv5jDUfSKMxKpeVAHElZ5CzP1iBFNh+Jk5QZM/WzJUebfCv5x9BCcZfCwElemXdKApNyFg9GIPTaKP2q7KylFS5U050gky85WrmQCSWG44CK1i/f0OaVLqkzZarFMuYyx1Q9j0MIU4kvMFoUy0kEbKBG8ZOaWmDOd6oKXgc5MvvpctSpd87BwG+I2e3ItAiphVLZKiUAvlfQkM4EeyMUnypgmJUULfMDa/GzM3KISsk5wwWok5R95+QsD7H5q8yLXSLjIFmSm/PaJ5KzLCVgP4jrxSM2Usdfz5ROkpX4rhtWDkEDhqQ/mOekBTKbQp9H16H8NYnnj6NmuPsN8SlEzJgyhC0KUFJS7MDYh9rwqRM8TMSeHH8hE/wBdWtRmLLzCdWA5C3S0Shj9oARsofiOUTZorNbXK/kzkhQgAEbklXW1x6f8ogaoQzbulPqg5D/lYxLUEOFpuU7ciWJ/XGNqlIYcErZ/3ZiSAfYRmFN46kEtx+gHRU3jCuCvwMe4lSZiOqvnDVdH3eob9NHipF78z8oBqSxX8wWuAKlpCAEp1P8A1eEe2Y+UTzWKi1kI+zTsGF1nzt6qiQTsktUwfEqyOp8KR7E/zQHVhgJYNgBmPLU+pdXRorx1CNsJugSrmlStCANPz89fSD8KpJKlK79SwlKSRkSCpSnHhD2Dubm1oDp5hSSBoxDHgYMqMImJSlTBixBCkqF3sWJY20PCFRuT6uRXLIKWkCVFTWewN26njBK5hf8ATRPRYdOmIWZSDMyfGQxbkBqo9IFl4gU5gpILgi4uk2uOdvQmCWKT2+BvUoo2l0ylBwCz3UbJD8ToPON6ijyBJMyWc2gQoLI6s7R4uoKn8RdXxNYKe+gtrtyESSMOGsxSUj1J8g5aGwxp6iv1B623oFSgNmJcO3meD/q0H02DEJTNUj7NRZKi2XMNR7G0TYtPkKRKRJQoZCSZiixWS33RYANs5hz2c7GLqUoWpYMouSxsCCxBDu5A5WIjZeHUpdKfbsHb7m6O1YAA+xsG/uEbfyx7EU/BqIKUBUmxI/ugdDxy36xkF+Hy/wDI/wD0bQGabNpfpr6flBNZRSUN3Uxa1bnJkA6E39WguZIIpkIygL79dywVZKAA+rOo+kF9msKNRMyLDpAKlKvmFmAB67HnDY4l8NV8zKvRVF4Yr9lgdHyj5/q8RU+EqmqyIQVqAJZILsNSNPQR0HGPo17y6VhdhZbgsAwDh3sBrC+n7KCQ3eyJ9vvSpgI/5besN8mJ3lSTKBMLWdxwWGPr+cbJI4ZSeIcnzOsdHp8GwtVlGYDwmFQ+QaHtJ2bw5SChCJKwf38x8i7g9GgfIQSx+5zShwKfWEKkygFIASVhkgtpnLs5G494XTZCkzFS5iTLmpPiQfmPzEWWv7OVEmqP1BFQlIsCoKAfdlsPD/E8Iu0VdOmTSmszCajwgkJBTvYpsRfR4yajVSMaoHp0pKnUDlBZRAGZnuz28+jxqrwzCUuoOQHF1B7OxOo5xkisIUlMwgasoAMsFgb6vYa6HbixMhQGdBs4IILMoaaaKB29IT5PeP8AkF+r6g2MYDMkzEFIbOl0uCxChcMQOYPTpCyrmJy5Lg5W1fQuItFPjomI7qqmKKQXTNUSooLc3JD63+TRVqiiSZiViYNXZixHIwvOlqUdWNURjS1fes50SDryFn2gSpqjlUdC5HXMzewhSVqFklmcHiWNm8oM7zxeIeFAzKPl4feFK2t8AxruHTZ3jAbwSEhx+8qyfxPlEc+SFOUZyGdRIGpNzbQOREFLindyyH8U0la/P4U/4W9Ykk1QWHW/d/eAOXNuA/UA+UZkl1NQFyVs2oZKcxKyUpY3CQq+wLkW5wVTyASnvSuXKXooJcqHEBx4Ol+ERS5JLFTJSLgK+ZG/SHqa2fXFEmWhMzLoEoQhI4ks1r8d9Iow4db/ANmVXB7M7LSglRM6VlbPJmAhlNZUpSfiSbgi3HyV4TVSpC1KmSUVDhgFvYv8X69Yu+EfRmSAqpmN/wDXLt6r/IecUXtlg5pqlcuWVZUsUvuFAG+x1I8ov6eKMkulWwddWmYtSkBCA/wodk8hct6xZU4ailpZU6ZKTNmziSkTCopSgMxKQQCouNeMVfs94p0qWoABSwLsAzh+WnH1i99raddRXGUn4UJSB+yhOUKUo8Bf2AgXGUb/AIBU20UiqBUvOUgZiTYMnQ2HIQzwXHJkiXOQhvtQASdQz6dQSIM7RYomaJcuWnLJkgpR+0XF1nqzt1jTE6imVIlCXIKJqQM6sxYsGNnu+uzaRI41JyUtmx5I09malQBFOog3BAsQdCLxkLe/5mMhNYvyv9/8D7Z1qZ2gopzZlAEKCg6VA5g13A5NB+HV1In+6XKS7OygCW0d7nWCp2ESF/FKlq/kT82hbX9mqJCSpaAgcQpQ9gfaPV0P2tjuXPSrRQPQgxI0ULA+zUmp71aTMQhK8qGUCWa7uIZ//wAOU/3dVNT+uREYYpNqyxz6NC/jQlXVIPzhNivZ+jQgrmICEjcEj0D68mgQ9nK1HwVhP8QV+JVCrFMExCoRkWpK0JLi4RmLa3SDudYxtpaObdcFYqcbEpRMiZMCc1g6kMna4UQfSFlVVJnKKpmYqVqSxfmYnraNMt0KSkqf4kzAshtQyVFPqHgf6r4QohQCiyTlOUtYh2udNIgySndE3qBpmDulXdqzJAzFCi2m6SdDeBKHFlSlMTycjUfsqH64gw87QY3np5aESk96lxMWkBJKAAEONzq9thFInZlqZDlXDUefARrl0tJM1q2WPFK6WUFkMVZQQpQIZw2U6m4Dk3vqYVqRMWvQsCNBYN8o0n5pBCVeJBA2sCQHDHZ3AO7bQTPxlCQlKBbK77PwhWRW+oKUnVMAq8yZpAs5PSJcRrszINs58XHKNvn7RuB327Ab634R5IwwCYVrVntYMzcYyMLSYvrS5IU0oKu8mlhskb9YbUFLMnKTlSAPulRCUAcXNttdBCwYoCsukZUszjfjePavtTMqFAzFE5RlTpZIJYW6mChG3bO69cFlR3MqfdqpCbF8yEqLXKWuwOhLvwg7DKgypwnyRMKEKS76h/uqKbMWIez8Ipia9o6r9DyVLlz5ihYlCRzAzEvzv7xTjj1MXG5OmdGEAVeBSJqiuZKQtRTldQcsH04am4vDCPIsKmgOThUpBdMpAsE2SNBoIW9rZJFLN7seJRQFMLkFQS1tbMIfGNSI0Bo47i2GiRlQq87VYHwoB+FPNTXPWFZkkx0vGuwwmrmzEKCVKylIOmb7xJ1v8yYpxxgUBWAnPU3SHH2aB+1+8otZrfKEPC3LXAFV2FIwqYf/AG1f4VflGQV/YmLL8bVHi8X96RrfTMG10j2D8mHz+/1Nv5F67EYwSrulKfMCUh7gpZ/Igv8AymM+kWtHdhCfiSQtXIF0j3iqzTNpKkFSQlaFAgAeEjlyIjTtjiKZtStSVBSTlIILhsgMA5KgnL0Uy4fRwD3Mw/vAeYDn5+0NMR7VS0TUyUeOYVBJY2S5a548hFMpO0n1ehly5R+1mFS1kfdBLDzI9POK/QYmuVNE0AFQcjNo5BDm/N455N0jeukkjtsx2LM7WfTzjm3aWhUlbzqsLUdEpBJH8rgJHnC7EO2k6ZI7pS2dytX3lcE8h84BoVOnKilmTl7q+0I6MgAAeca96Nm+tEEvD1LRMUkhpYClXuxUE2HUiIE4llSEZmyKKg2yiEueR8I9IeSsKxBbmXTd2CjuyDkSMu751O/OK5X4RNlqOcyUqFiCt1b6sk7hvMQiWOvhEuFcguM40ucXmTFLPMwuw2YRNSSlS5YPiTmKQR/EXY+RjJ06aCwy+whiQ5CQf1xhaTv1GN1tMBxFEs5mBCbtmVmLcHYerRUptRlJSC4i51QS7MG53hBilAlQJSkPytDowjZ0Mu6kG4ZUJTISAdXfq8ErqAA7j1iq06ZmU5QojdgS3pB+G4eVqdZOUa9eED0erk2ePltmk0lU1YBZLxIjBSB4FOeBH5QdNwxILoOXrf8ArAs3EpstQS4voRvHOMk/TwdGSfDNqTDZ2YPLW25Af0uAfWOxdmu2MikkJky6eeWuVK7pJUo6lgsttblHKKWtmn4lt0/OGMqYf2lHzaGQcl2O8yCejrJ+kobU6vOYn8AYjV9JKtqb/wDX/wAY52KaYAFqRPRLP3spKW5K0PrFswmlwyYkA1M5Kt8xSkP5JUB6w5NsPrbGv+0lf+7j/if+MZ/tImf7uP8AiH/tgmT2AppgeXUTFDilUtQ9kxt/s1l//PN/yflBbCpgo+kWZ/u6f+If+2NJn0hq1NOjzWT/ANMME/RrI3mzj/Mgf9MVTH+yy6ckkHuySEnNm6OeLQE5SjG0bQQv6RKkksJYD2GV25O8exV/q44j1jIj/FP3/gzy2Oa/tSZyUpUgLKUZM2VyQ7gvsRa458YTLKtkAdecWag+j2oWXKQj+JR+WsQYzgX1ZWTvAos9nZJOxfk1+cMn1coxp8sSIplqLFbHQaAealFgIadncEkkTZtQt0Sg+TMxWS7AcnGoG8AVEtSSQpOU8wf00EVOCzJcmXOVlyzXysSWI48ND6QEZTjdoxclhw7tbIkoDU0srLnwpSgJDsE5mJUdySd4ZL7epWk5HQsaJUxSRuAdH3DgaRz+U2YFnuCQXu20WRfaiaq/cyUAOE/ZjwjgHjVklNVdBqTPcT7ezTKVlVlKixLMQwYgcH4xQKys1cuTBeKTSVZUBRA3YgPvc83hPMo1k3IHm/ygouSVck0/U9gNdVkMRsX9IPRi6UqlrJsq55ON4EqqAgaFfm3trGtN2fBRnmOkfdQLFuJO3SOk1VyDUY1yFVWJpSVMHO0QKlTVJcIZxZyAfQ3hnSUqJSBlF9STc9HO0az5+8GqQmTXZCmXjypSO7yZctiAN+PUxlPioIvHtfTBd9C0JVIY2uBHLHGNv3HpRyKywS52a7wBilS2Xjf8IWoWo20jyeXNybcYOCoyOJdXIfTVx0F4byJ53tCKkmhOkME1Yg6QrJGnpHUexX0ipppXczUqWkE5Skh0g6hjqHvrvF2CMOrUhTSFFXFkTH4WZTx8+IrWhphGNIExIWFKSTcILK6gkH5bQX0OhlktPg7HP+jaWDmp502QrrnHuyveITJxam+FUuqQNvveimP+Ywb2f7V0YCZKJixsDNe/8xLDpYQ+xaeUSJqgzhCmcsHZhfa5EYmmVJRe0VCi+lSXpPlLlnRxcehb2Jg7HcdpamjmhE1JOVwNFOCCLG/+sc5osRMqYSwcO4UAoXcEFJ1i99oOzFJ9U+solCWvKhYMskJJU1ikHK1+EJhk60/czG3I56QOHvGR6XjI82h1nWMTpqmcshLy0CwcsG423MU2fSFU7u1FznCH1+83HlFhxTE509KsqVd2NWTa3P8AXlFXMtRzKAcJDqPAEgA+/vDepOdpP32LkOe0HZxNNKVM75SipQ7tLAg/tOC+24ipzMQVoySNg34CH1f2rkijTJCSVvcliANSUnZyBCCpwuf3KZ2UIQokAn4rfu6xTkUuYvRj+Rhr8urJHIAGBk4gFgq1As53MQIwxJ1dSuJ0fkNPWF1biKh4VBimxHPoNIXjqTFTk6JKusKjAalxAqqERqqhFJPTN5s2F9RVHS8TzJ4MA1Mwa8IJJMZBbH6JrbwHWYmAQAzbwsXiDi0eUUjvZgB0Fz0hSTT2M6NbG9FJMwZjZO3P+kEpoZSQwQn0eCQsAADSB5kyOcxFexp/Z8r9hMA4jgSVpeX4VDZ7Hlyg9CxxjO8beGxdmdUou0KaXAgB41eQ/ODRh0sbe5gKqqcswh9bxIisjXaNk5vZPMwlJ+FRSedx+cT4FhJEwlbMBY6i8DprIMp6rgY27VA9TXJZaEplLzLQmbwCioDW5ZJGa3GLzM7VSaqnmU/9yvKMgcZVFLEJB5sAx4xzAVmge3O49donUTlfbleI59eDjaGwm+xlSs5trWNg7c+OuvKLmnHM+EBBPiRNEs9A60+zDyimhIUknMAobMb9CN+vONBVlKMr2UQojZwCAfQxHi8R0233TG4rsnKhxj2BPP5RkJ6ykueMdtVK8CSW0CU+EdGFz0gHCsJmVMwImL7oK0s5KvugjQPDWXhSJbBCQknc3Pmo3gmfSKkTho4IIIuOII5RRHxC6rite7F77lf/ALLElSk5fELEm6g3P8ocdoyru6eU3wSwo9VuT7NFvxfDJRKJ6yEEZSq1laFm3MI8ZoJ1XnnoSUIysP2lpHAcG+W8V+XJJm9DVlNUlISkD475yT4ANtA768YrXaWR4s40Pzi1CifwhnLi5YBO6yeA3iuVyPEpGbNLAss2cgM7bO2kZg4ehUlqysKMRuSWAJPARPVyWiw0GGiQkOPGQ6jwf7o5CKeNgcCWTgiz8RCOWp9I2mYLLAupRPJh+EH1tY1oBzlXSOUgOp9hdPwlAuknoWMb4ZMCHAF9y+uvoIJmotCupSQXEHyg4yctNjlVVA0yrhfLrHjVUyJnHYax1yTTaskwRKqmhWpUYZ/CHQVBOFm2IVOZfQR5LnGBSDvEiFQbD6FVBgqjE8mtIMABUSoQTACpQRYpNY6Fcg/uIJwxUxnQbcC59xeAcFwQzSzhI1zKLDi34R0DBu0iaWmVJl08tzqtXjJOxIPB7DSFZ80IKpvYuEVF8iBNelZCVju1gMLAfLX3gepphmcl+AZhaDJeFzJiVLEozEIcrLW8Ic3DNbgXgSklTAfCQQxLLIGmwUbPwdusebccnKpvuOToi7nrHkECtRumZ6H/ALYyA/Dv3OtnUpkhU1ajqQL+VrAcIkrZqDKlC6pqSyUi5IfQt7QTInrmOilTbRU5QYB9Qn9P0hzhWBIkXHiWdVnXy4CLPD+Fa3N88j1EDo8FXNUJtSXI+GX91PB+J5fOHM+cmWgqUQlKRcnQCMqalMtJUsgJFyTFRmrXiCipTy6SW5PFTXPt6dY9ELgpOP4giZMWZYKUEtzVd/IOdByirV87WHfaDEUrmKKEhKdEgWCUiwHp7xV6xcBSiQTbkwGZOZaX0cP0cPFl7QVgQpuLmKjUDWH2LzBOlJUNglvRjHPa2bQsKwS5j1VUBpC4lo172MYXlhk2rhfUzXjxU6B5i4JMOOOmQKUxgiSFqFkk9AYaYRgmbxrFtgfmYeCnaAeSN0FkyUUqcFAsQR5RvTiLXUUyVBiAYQYhh2TxJ0+X9INO+AY5VLXB6EJI4QumyylTPG4nc4yZNcxqGRi4s8lu8NKdCSGMAIEFSY5SF5djOStUu4NuP5w4pcVdOUtfffp0/KE0iYCGO8DqmFCsuu45jjGZMcMi9SI1d6OgYZjk2RJWhCk5Jr5kkBW2XcWcHblA2H4cqfNTKQQFKds2hN2DgFn04RD2Lm94pu6M8pBKUXYlrZgLkDVuXWDsPqVyV95LUUKD3HB7i+0eN4jH5UlGb9Pb6D4u1slV2XqwSO4m2tZCiPIgN6RkXCT9JKsqXlhRYOQbEtr5xkZ0+F/M/v8AQZUfcbYj2qTIo0TEJCCt0oS3wqA4cuEOZOMo+rpnLUAMoKmINyNOvKOSL7QfWQEzPGlFxmFh5DQmHnY7DxVTSFE91LD5SSc2gAcksLegtxj2ITbVSVMoUrY/RImYjMCluimSbDdX647aCLPNw5CpXdMyGysmzDk0bGoloKZbpSTZKbCw4CMra1MqWpajZIJPkIZYRybtT9H0+UVLQO9l8RqBzTr5iOe1qSksbR2Hs39IBnVS0zFNLOYpBAtewfo/WEvafEaGbNnFdMCEnKlaFKllSg+Z9vNvnHauieUI1aOV0coLmoSdCb9ACfwg2trMiiAPDo0A1s0Im55YygKdIJdr6Pva0eVk4L8SdDtuORhc2BVg01YOhgda4xaY8TQKVcC3HQRlruPigdc8Q47P4X3n2ihYGw/GFi8NUDt5Ra+y6x3OXQoJB+Y+ftAZZrp9LCkqiMZcprRHOTwgwmBSq8RTn0KyeMepgi5RgSokuCDvDSvn5E2GY8BAU9aSHe8d4fxLb2MyeFcVZXEYMD94+0FJwBH7SvaJZk0CYR0+UMZdxDcmeUJclEYuUbFK8CUA6FPyNjASgUFlAg8ItAS0a1FCmaLjzGo5wcMylyKljYgkz4nnKcA7iAaykVKWUnqDxHGCcMqkhY71JWj7yQrKSG2VsXv5RUtomljp2PaSdOpgFy5yAZiC4RMBIB1CgNDd2hv2a7XikSSqWmetzlC9EPu+73t7iEuDdm5lXn7lClhIeypYy8CrMU25iNF4LUIBzSVsnUgOzalw9ohm0mup99WcvkXNOEmaBM+oSRn8bd+Utmu2XNbXTaMij/2lM/8AkX/iVGR3mT9o/scPK+f3QCQkpBGZIINwfvF7nQ+kH4D2vEieiZmJShIdrFbDdra+wh522pUzJBKEOpPiHiukt4iOI/d5PHKRMfcgn9GKPAeIj4nF19+46dxejomKfSB3tT3yUuQBkCjZI3HrfjGmM9taqokmWSVSyQpwLuQHSVcAS3zimUxCCorDjQPoXgyfUIMrMPiHhZIL2D3VzDgN+ybRU1T0A5MKw2nX3gWVlJF1Wu3B+Jj3FK8qfYbAaCNqY5JAJ1X4i+t/hHkPnAVNRKnqLFki6lbAfmYVKQltt0LPqipqmSH/AA5mJzgaU6qc8rCHcxaZYyIsNzuTxMK585zEeTO+IlGNJcnuGdmQs51PkGz/ABf0gqup+AYCw5Q/nJCZQSNGDemsKZzCJcuZppNlkIdSsSTJbRBRV/dTXPwqsr8D+uMGVs0bGEdUp4PF6+Q3FpbLia1LO8K5+JXtFdTiSkhjcRv/AGgIa/DN8k1NPQyXXl4imVLBzpC4VyRsTA66tSlPtw2hmPw/S7oJuUtMJE05iTqYY02INCnveNolSnhG5calyGm48D1OIPBUisaK+iUekTSpwBZ3iSWH8occlP1BGPzc4SW0NjuzX8nA9YTpmcIdTJWZjwhdW0jeIaHXkYuwTqKiyfL6pWZR4guWrMhRSeILf6jlHSux3aQVQKFgJmpD2sFAaqHA8Rz9OWCDsKqzLmBQ2cHmCCFDzBMD4vwsfEwp89mI44LrNnUOY/ZLNzoWHkHsOUZFZNUOD8+POMjz/wAL/wB3+4u5F9wntF9YlqKAkTALpU+UKLtcXYsY53PkKMxSMuVQKsw4HcH1HtFt7YrEpaailnMVj7TIkhCg5AUxDOSlQIb7r8YWYjUd/KTPCci7IU5YL1ZQ46EeQh/goeS+uEajLs+U/Z/IpkKJtMp05x4XY+X9IlRVy87pTktcAnYM7PqfxMYKolJQ6kpJT3mUnQFg43Y8dzCoJzEsPfQc49XlCaLPiU0shIucqQOLsAIYTCJMkShrqo8VHW/AaDpAWGSFKMuasgsHa+wYF/eI6+ocmPNy+ISbijYYm1YNUTYDnzY9mKgZahE62UQx1yWJNeTIlE7Ap/wn8mgCoqDrANFUqPgAdJPpxMGT5KgOQhU4JTtlsJXoXTy8BrgifNgCfNcWi/DBsDIgeYXNo8ykaiGFLQEIzHeNZ4DRSsqukIquQCCJFI5tGjC0WGkowBGZ83loZix9WxUaV4gnUhGkPBKvEFRKeJYZ3YckqYrkpJ1+cFy6doGQWURzMHyy8MzSaFqNoJplNaCFU4WCOIb8j6wIA0TU88gvE0Z+qwZRoUIplPpBv1azaQ0racIzLsxuBuX/ANTA6KZeUrynKkhJUxYKUHYnj/WKXmbtLsRN7oiE/wDdEewcnFCABkllrOUXjInv5gWD4zXGZnShau5ll0JUokJCzdIHUm/LnC+TNBSBqzsOv+sHS5JTUKS3hUsoKT95BPh6/dLiPMUoRKUwDB7He2z8RbTWxj0lJWod6GthtHhilmYlXhOXLw8YKVJD+XoYW4rIyzESw/eABC3ZnfwsByb1h9LrHSlX7QCj1sD8oxVMO+VPUHYJCRxW2vlb06RJj8X8XWuDkt0aFBlSxKKsx35DXK+97wNNlAxPPBUUkP8AEc54hnHS4bzjRTABSiyTw1O1h+tI8+SlKSku5je9C6fQpDkrOUb2gqlw6WZIXlOZRLZjsLC2nGBivNqHIuEuA9ra9YPl1Ly2VYuWSLtpqbC7nR9IqnGUIV3++BuKST9R7R0LAq5t6f6xJVy/C3GC6eWUynU1y4829NIWYhVWiGStqi/C05X2EdYkAwOaQ6wUmXmWOZhlVyQEBo9SFxRN4jLukKKmqWrgOW0LsqlQynbwCFXLQ/FFJaQCm5PZ4ENaHWG14UwUwIDdecDy6IM6rlujQJU04AcOOR1jsuNZVTKIycB/UFhAUxYTzO0DUuIKUMqrkaGJ005d9YiWPytSCyzUloDmU+8bU8sk+H84OCI2ppN1J5OIPruLbI5TcWeJkq0LesFJw5gFE25ERIuVKKRkUoryuoKSBe7hLEuBxPpEcmepKXKcyCpgb2VqwVoC20TU23QP4iXAPUk6G7aDltEqqlSUGXmOV3KXLFTXLcdo8lzzMIKgwTtz2gmVh8xbLyKUhJBUvKSm2x2/1hvqitiZOwEd5wV/h/pGR08fS5OFhLQwtoRpye0ZB1j9/wCDaj+YquJ0aZiWZlAuk7g9Rty841xCSJiWXoWuOLXI9TAdX2glSyXzuf2gSR0cC0eyMRTMTmSS3MEN5m0eevPilJp64f1GdPsQYfJVlyHVKrcMpdj08J6QdOOYFnYWFuOp6mPJiQBYeI69CXbzLHyjYTvARzf2EHlyKTbXc56QBW0ilBABYFbK/hYkn0B9YIXTS1Zc4Jy6B/CALCw1sBEmJoYDuibIGbM3xakjl+Ahciv1Cwx9jBKU1FKL4/qC3WiZZzFyAkCyUgAMN9Ny3lYcYwyLcCdHjSprgmWFZC+YgAgettohkIN87FRL6BmBiuOOT9U/7gOk7LdIolVOZMlBLIfkABy2/pFZxjClyyEryubkJVmbkeHHziy9mcAragH6vnlyyLrzFCC3Pc7Wi6UP0QSO7BnLmKmEHNlICXI6PbreG4/CRjsfDJOqRxVKQkjc7tokcuJiaak3d2i8YR2IKq/6ssZcpJUQHskOCH2NmP7wi5Y/9GCamqMwLEuUtitIHicattfV+L2MVeWqFU57OBzpZVYCIfqBCvFH0difYuRIoJ8unlBJKHKtVqyEKLqN9Em2kcS+oZlFR4m2zbQ3pSWh0FXIpQ6RxtAqpZLvDyqokhClqASQ4Dbq2Dc4UzBeAocmQGmy3EH0lQCLxChDG5aJZ0sKWSmzNtE2bG56oy9hDRigQlxY/o/hG4k5ebRYMGwVS5K5uXNLlkBd7XykDqc217RFKGTHygMqj06KsZI1JL8xx5weikQJKiX0csSLjloeT8YPxjC0ypuVC0rQyVBQ0uOBuGu42jK/FiqnRITLSkJmGYVaqUpmvszAW/dEMhjnklSdV90TwiJEywEgKJ49LtFi7L9uFUHeJKCuWtJBSFMAohgpiDqw9Irs2Qog3/Q0gJZLMdR8ouxwcHsyUXHaDDiaOPsfyjIVZYyMeKLFUi9TUpfQHbR7cOkQSKZMtJCEkAqdKSXGZmJA4W0iQT5aklSVZkvqMwc7i4EREE3NunyEfORcoqnZYlRvLsQdwX89YZ1ipZPiTY3SRZTbO2ukL5Us/Er4eG5/pA9VUBiAq3Ai7wFOT5Bk6C5spOY5VZhtZukA/V5SnKnG2pZ9jaIZc2/DqfnBaKRtb8Lhv6xbBdK2LdvYum5gkJfMAbAWH9YaYR2fmVEyXLQwUs3J+6NX52vEgSgfdyne5byfT1jRWICUykzBxAB8SW4Np5x62CW0krA6bO7dmMGNLTplFWdnLs2tyNTu8NY5x2M+ktCgUVMxtMq1D2UR84uqe0dMf/fl+awPYxc8cuaKo8BSaFAmKmhIzqASVbkJcge/sOEEQqndqaVNzOQ3Un5CFtZ9IlIjRSl/wpPzU0csU32ZvA7xeapMiapABUlCiAbhwOG/SPn+sX4y2m0XXtX9IP1mUZcpC5d3zZ7kXcEAaF+MUKcS76w1Y6jTBb2ATkFanPPTQRvJoAQzc4ZIp7dY2ky7+vz/AKxPIZEUJonUsNcZfxBjWXJYmGcyW0480J9lEfiIhqadv10gGF3I5i9+QPrB1NWzUylS0HwlWfKfhzMA7cWtAMyWwvuPkYOpR8vwjL6k0wZR0C07rUoqsX04N8oIEgEA84GWWqVc2PsIPl6HrGY8cca6YgRVIHm08J6ijLqYOpx6MQfcGLHORaAUI+0PMH/Kr/ygmrRrVicYQf1/pGRYO6jIDo+bM6EYBc8hb/SJzLGX+WMjI+bfJr4AV3APIQCLqvxjIyDgIY2pkgAgC0TZAHbgT53jIyDb9ISK4suS940aMjI+ljoag6RoP1tFy7F9qKozpaDOWpKlywQplWdm8QJFuEZGRfg3aZncdfSTWLVNQgqOVIJA2ckh/QRSdjGRkK9v0BfxGkebxkZASNQREaBp1HyEZGRMxiBqr++/kP8AzoiaeNPOMjIBhIGqtB1PziWj0HQfhGRkDE18AlV/6kdE/KGEvRXnGRkMAJ1/DCpJ+2b+L5D8oyMjGb7hrxkZGRwJ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2" name="AutoShape 4" descr="data:image/jpeg;base64,/9j/4AAQSkZJRgABAQAAAQABAAD/2wCEAAkGBhQSERQUExQWFRUWGBgYFxgYFhcYGBoYGBcYGBcYHBgaHCYeHBsjGhUXHy8gIycpLC0sFR4xNTAqNSYrLCkBCQoKDgwOGg8PGiwlHyQsLCwsLCwsLCwpLCwsLCksLCwsLCwsLCwsKSwpLCwsLCwsLCwpKSwsLCwsLCwsLCwsLP/AABEIAQMAwgMBIgACEQEDEQH/xAAcAAACAgMBAQAAAAAAAAAAAAAEBQMGAAIHAQj/xABHEAABAgQEAwYCBwUFBwUBAAABAhEAAwQhBRIxQVFhcQYTIoGRoTKxBxQjQsHR8FJicoLhFTOSovEXVJOywtLiNENTY6MW/8QAGgEAAwEBAQEAAAAAAAAAAAAAAgMEAQAFBv/EADARAAICAgECBAQFBAMAAAAAAAABAhEDITESQQQTIlEyYXHwFFKBkaHB0eHxU2KS/9oADAMBAAIRAxEAPwCOmxJNRNSKybMygBJIuphoL/O56ww7SY9JXL+rU0hKJTjxlP2hy3d9rPcuTyhn2/wWUZqppXKlDKGyuqYtd9UJDX0fk8UqmqMqh3gBBBD8iGcHiPwhco3ajq+fn9SN/IsXZXs1Mm0tXOQk5lI7uWNy5GcD+W380K8dwkU5TTkusALWAAQFqHw5mcsnm146/wBm6uQunT9XYIAbLuk8FDjz3jmXa7D3rKiYkpWApyBMTmGYBi2pCTYwGWKhBJfT9DpKlorc7DhKmALImJHxd2sK8J1AWHAPWBq+RkKVJcy1FOZPEAuR116RaartPVzUKQUKMsoLCWjKEgDV0i6eIJIIfQ3FbppyS6FsEH2OxiaXSn6V+/3wCLJ8uXnVkJKAqxPxZX8JIBZ9HY6mAy+/6eHeI4eiWhJzOslWZOX4QGyqCtCFA+xhUpOrX+UTStOju5pRqyLCjpobag2t8/KJcZkKROzEMzltGWksrzzN6wNMBGu36DQyBM2Q+qk6vu35p90w2G1QxPRrVyQtKwNCy09F39jaBRKSiWRcqcXezDZuLtflBck5paePiR6+JHu4gellyyib3rlYQ8sBaUjMFB3za2dki5jKcnpgPYGqcokAXcgcWvBHaA/btwSmBqSY60JypDzE3bxagM76b6QVj5+3X5f8ogq6UdwRybwZTpu/AOefD3gCWSBDSjJCH43HlYe7nyhK+KzIpXYRRU+eelKi6JYK1DYcfNSojxuqK9S2Y5jxYOED5n0hhK8MlI0MzxK5S0/o+0K5cvvJhURq3NhsPRhDrfTXdhPivc3w+UEIKyNPfgPMxiCZrhQUQXUyEOXAISH1Cb/6xlTUgjKl7aWsS4f2Fj+Zgtcgo7tUhaj9kFrUlWUpXbvEliCAklPXW8dXZcLkB+x4JoRLQhCCFfEtSkMXc5AjgjKx2cnkI2UpQ1SrMQ5Khe93vx1eCp+NqqEIRNCMySGmsQoiwPeMCV2AvqG3eJaykWMrkEEeFSVBSCB+yoWtw1D6QjNG11Qtpfx9+4UIqRLgfaBdMtKwgLazquQNwkn4XFnix9uscNRSSFIlqCJijdQZQUnYXYhn8UUOY4JEbFRAsT+HpGYvGyxxcWtBvEglMwAAFYtzjIAYcvQRkT+bH2C6Ilhp8Kmz86gklMtLqbiWAHvprHRqLsPJVQokTEOogrzaKStQ2PKwblDDsjSSkUw7rPkKifG2YnQm1toeR9DjgoLXc2MUjieKYXU4cspUpQRMBSFoJAUDqCRvyhL/AGc/iSsa2d39h+njvuIYfLnS1S5iQpKtQfmOB5xyTtT2UXQLCkkrkKPhP3knVj0/a+UdOCktgSh3FUjCKinKZziVlLpMwtmbUBHxKB0LBrwunTFEZSoZcxUEgWBOrcOnKHkmqlTVhVUZqwWHeBbqSNgUqBcDkR5w3xfs5Q05lFap0yXNGZK0ZCGT8Q1GoI6RLPB7OkA49ypS5OdIQp3+6SNLOB5vaB5eFJOfMopypJAAclQ0HIM5JhhitSJpKpSEypcsBAGcZyNiXOZSugYNyiAyRNGUkKWA4UC4Itvx5G/G4MIaV+5nIgqJNif0P6wThAyliGzWHXVJ6FyPODKlRbudZeZKyB+1lZ3PAFm5R7OluEjMfCGTYAi5VqNbqPrE7yLHpnJ0ezaWUAoS+8SspCgFFJSVJ8XhYAjRQYvryvXMQlfaKbQ+IdFB/wAYsNQfgWzlJBI8/EP1sqAqqmYt+zmTzLF0+yobLJqwnoV0Er7ZH8Q+cEY4PtlHiSPQCCKGZ9qkNvawjTGpTrP8Svwgeu1b9/6MGwSlTmZO5LCHtPTZpiEDTfkkAh/QKP8ANCzCpBKnZmFv4jYfN/KHFCfsyoWVNJQjkhOp9B7GCjGwlwRYnUlR8P3zlTyQn8yP8p4wRVYd3VKmYVAGYsoA3ZIdauQchP8AMYhUEpJWeiBuzWHtf+sB1U0kMSS7n8/ntBuaXPL4BkzZdcChKCiWMu4SAo9Van5RtTrG3h8n9jAdPIK0qNvAxNxo7aO5uRppDGmpNCsZQdt4nm3ywVHq4JxQzUIROSHBUchKQHKbltrQRh2JzkBaWl5VqzELSlbG90voWLOOXCI1TGZrgWAiMLBN7HeBWeUX6NDVjS5MXz0JjQSQWYl9+EYZ7a6QNNrk3Z4m8tjrCTJPKMhf9fVw9o9gvIn7HWi5Sl1yJWlQJSbukTE5ebbRYOyfa2Yo5JtUkCzGYjMTfTNZv5jDUfSKMxKpeVAHElZ5CzP1iBFNh+Jk5QZM/WzJUebfCv5x9BCcZfCwElemXdKApNyFg9GIPTaKP2q7KylFS5U050gky85WrmQCSWG44CK1i/f0OaVLqkzZarFMuYyx1Q9j0MIU4kvMFoUy0kEbKBG8ZOaWmDOd6oKXgc5MvvpctSpd87BwG+I2e3ItAiphVLZKiUAvlfQkM4EeyMUnypgmJUULfMDa/GzM3KISsk5wwWok5R95+QsD7H5q8yLXSLjIFmSm/PaJ5KzLCVgP4jrxSM2Usdfz5ROkpX4rhtWDkEDhqQ/mOekBTKbQp9H16H8NYnnj6NmuPsN8SlEzJgyhC0KUFJS7MDYh9rwqRM8TMSeHH8hE/wBdWtRmLLzCdWA5C3S0Shj9oARsofiOUTZorNbXK/kzkhQgAEbklXW1x6f8ogaoQzbulPqg5D/lYxLUEOFpuU7ciWJ/XGNqlIYcErZ/3ZiSAfYRmFN46kEtx+gHRU3jCuCvwMe4lSZiOqvnDVdH3eob9NHipF78z8oBqSxX8wWuAKlpCAEp1P8A1eEe2Y+UTzWKi1kI+zTsGF1nzt6qiQTsktUwfEqyOp8KR7E/zQHVhgJYNgBmPLU+pdXRorx1CNsJugSrmlStCANPz89fSD8KpJKlK79SwlKSRkSCpSnHhD2Dubm1oDp5hSSBoxDHgYMqMImJSlTBixBCkqF3sWJY20PCFRuT6uRXLIKWkCVFTWewN26njBK5hf8ATRPRYdOmIWZSDMyfGQxbkBqo9IFl4gU5gpILgi4uk2uOdvQmCWKT2+BvUoo2l0ylBwCz3UbJD8ToPON6ijyBJMyWc2gQoLI6s7R4uoKn8RdXxNYKe+gtrtyESSMOGsxSUj1J8g5aGwxp6iv1B623oFSgNmJcO3meD/q0H02DEJTNUj7NRZKi2XMNR7G0TYtPkKRKRJQoZCSZiixWS33RYANs5hz2c7GLqUoWpYMouSxsCCxBDu5A5WIjZeHUpdKfbsHb7m6O1YAA+xsG/uEbfyx7EU/BqIKUBUmxI/ugdDxy36xkF+Hy/wDI/wD0bQGabNpfpr6flBNZRSUN3Uxa1bnJkA6E39WguZIIpkIygL79dywVZKAA+rOo+kF9msKNRMyLDpAKlKvmFmAB67HnDY4l8NV8zKvRVF4Yr9lgdHyj5/q8RU+EqmqyIQVqAJZILsNSNPQR0HGPo17y6VhdhZbgsAwDh3sBrC+n7KCQ3eyJ9vvSpgI/5besN8mJ3lSTKBMLWdxwWGPr+cbJI4ZSeIcnzOsdHp8GwtVlGYDwmFQ+QaHtJ2bw5SChCJKwf38x8i7g9GgfIQSx+5zShwKfWEKkygFIASVhkgtpnLs5G494XTZCkzFS5iTLmpPiQfmPzEWWv7OVEmqP1BFQlIsCoKAfdlsPD/E8Iu0VdOmTSmszCajwgkJBTvYpsRfR4yajVSMaoHp0pKnUDlBZRAGZnuz28+jxqrwzCUuoOQHF1B7OxOo5xkisIUlMwgasoAMsFgb6vYa6HbixMhQGdBs4IILMoaaaKB29IT5PeP8AkF+r6g2MYDMkzEFIbOl0uCxChcMQOYPTpCyrmJy5Lg5W1fQuItFPjomI7qqmKKQXTNUSooLc3JD63+TRVqiiSZiViYNXZixHIwvOlqUdWNURjS1fes50SDryFn2gSpqjlUdC5HXMzewhSVqFklmcHiWNm8oM7zxeIeFAzKPl4feFK2t8AxruHTZ3jAbwSEhx+8qyfxPlEc+SFOUZyGdRIGpNzbQOREFLindyyH8U0la/P4U/4W9Ykk1QWHW/d/eAOXNuA/UA+UZkl1NQFyVs2oZKcxKyUpY3CQq+wLkW5wVTyASnvSuXKXooJcqHEBx4Ol+ERS5JLFTJSLgK+ZG/SHqa2fXFEmWhMzLoEoQhI4ks1r8d9Iow4db/ANmVXB7M7LSglRM6VlbPJmAhlNZUpSfiSbgi3HyV4TVSpC1KmSUVDhgFvYv8X69Yu+EfRmSAqpmN/wDXLt6r/IecUXtlg5pqlcuWVZUsUvuFAG+x1I8ov6eKMkulWwddWmYtSkBCA/wodk8hct6xZU4ailpZU6ZKTNmziSkTCopSgMxKQQCouNeMVfs94p0qWoABSwLsAzh+WnH1i99raddRXGUn4UJSB+yhOUKUo8Bf2AgXGUb/AIBU20UiqBUvOUgZiTYMnQ2HIQzwXHJkiXOQhvtQASdQz6dQSIM7RYomaJcuWnLJkgpR+0XF1nqzt1jTE6imVIlCXIKJqQM6sxYsGNnu+uzaRI41JyUtmx5I09malQBFOog3BAsQdCLxkLe/5mMhNYvyv9/8D7Z1qZ2gopzZlAEKCg6VA5g13A5NB+HV1In+6XKS7OygCW0d7nWCp2ESF/FKlq/kT82hbX9mqJCSpaAgcQpQ9gfaPV0P2tjuXPSrRQPQgxI0ULA+zUmp71aTMQhK8qGUCWa7uIZ//wAOU/3dVNT+uREYYpNqyxz6NC/jQlXVIPzhNivZ+jQgrmICEjcEj0D68mgQ9nK1HwVhP8QV+JVCrFMExCoRkWpK0JLi4RmLa3SDudYxtpaObdcFYqcbEpRMiZMCc1g6kMna4UQfSFlVVJnKKpmYqVqSxfmYnraNMt0KSkqf4kzAshtQyVFPqHgf6r4QohQCiyTlOUtYh2udNIgySndE3qBpmDulXdqzJAzFCi2m6SdDeBKHFlSlMTycjUfsqH64gw87QY3np5aESk96lxMWkBJKAAEONzq9thFInZlqZDlXDUefARrl0tJM1q2WPFK6WUFkMVZQQpQIZw2U6m4Dk3vqYVqRMWvQsCNBYN8o0n5pBCVeJBA2sCQHDHZ3AO7bQTPxlCQlKBbK77PwhWRW+oKUnVMAq8yZpAs5PSJcRrszINs58XHKNvn7RuB327Ab634R5IwwCYVrVntYMzcYyMLSYvrS5IU0oKu8mlhskb9YbUFLMnKTlSAPulRCUAcXNttdBCwYoCsukZUszjfjePavtTMqFAzFE5RlTpZIJYW6mChG3bO69cFlR3MqfdqpCbF8yEqLXKWuwOhLvwg7DKgypwnyRMKEKS76h/uqKbMWIez8Ipia9o6r9DyVLlz5ihYlCRzAzEvzv7xTjj1MXG5OmdGEAVeBSJqiuZKQtRTldQcsH04am4vDCPIsKmgOThUpBdMpAsE2SNBoIW9rZJFLN7seJRQFMLkFQS1tbMIfGNSI0Bo47i2GiRlQq87VYHwoB+FPNTXPWFZkkx0vGuwwmrmzEKCVKylIOmb7xJ1v8yYpxxgUBWAnPU3SHH2aB+1+8otZrfKEPC3LXAFV2FIwqYf/AG1f4VflGQV/YmLL8bVHi8X96RrfTMG10j2D8mHz+/1Nv5F67EYwSrulKfMCUh7gpZ/Igv8AymM+kWtHdhCfiSQtXIF0j3iqzTNpKkFSQlaFAgAeEjlyIjTtjiKZtStSVBSTlIILhsgMA5KgnL0Uy4fRwD3Mw/vAeYDn5+0NMR7VS0TUyUeOYVBJY2S5a548hFMpO0n1ehly5R+1mFS1kfdBLDzI9POK/QYmuVNE0AFQcjNo5BDm/N455N0jeukkjtsx2LM7WfTzjm3aWhUlbzqsLUdEpBJH8rgJHnC7EO2k6ZI7pS2dytX3lcE8h84BoVOnKilmTl7q+0I6MgAAeca96Nm+tEEvD1LRMUkhpYClXuxUE2HUiIE4llSEZmyKKg2yiEueR8I9IeSsKxBbmXTd2CjuyDkSMu751O/OK5X4RNlqOcyUqFiCt1b6sk7hvMQiWOvhEuFcguM40ucXmTFLPMwuw2YRNSSlS5YPiTmKQR/EXY+RjJ06aCwy+whiQ5CQf1xhaTv1GN1tMBxFEs5mBCbtmVmLcHYerRUptRlJSC4i51QS7MG53hBilAlQJSkPytDowjZ0Mu6kG4ZUJTISAdXfq8ErqAA7j1iq06ZmU5QojdgS3pB+G4eVqdZOUa9eED0erk2ePltmk0lU1YBZLxIjBSB4FOeBH5QdNwxILoOXrf8ArAs3EpstQS4voRvHOMk/TwdGSfDNqTDZ2YPLW25Af0uAfWOxdmu2MikkJky6eeWuVK7pJUo6lgsttblHKKWtmn4lt0/OGMqYf2lHzaGQcl2O8yCejrJ+kobU6vOYn8AYjV9JKtqb/wDX/wAY52KaYAFqRPRLP3spKW5K0PrFswmlwyYkA1M5Kt8xSkP5JUB6w5NsPrbGv+0lf+7j/if+MZ/tImf7uP8AiH/tgmT2AppgeXUTFDilUtQ9kxt/s1l//PN/yflBbCpgo+kWZ/u6f+If+2NJn0hq1NOjzWT/ANMME/RrI3mzj/Mgf9MVTH+yy6ckkHuySEnNm6OeLQE5SjG0bQQv6RKkksJYD2GV25O8exV/q44j1jIj/FP3/gzy2Oa/tSZyUpUgLKUZM2VyQ7gvsRa458YTLKtkAdecWag+j2oWXKQj+JR+WsQYzgX1ZWTvAos9nZJOxfk1+cMn1coxp8sSIplqLFbHQaAealFgIadncEkkTZtQt0Sg+TMxWS7AcnGoG8AVEtSSQpOU8wf00EVOCzJcmXOVlyzXysSWI48ND6QEZTjdoxclhw7tbIkoDU0srLnwpSgJDsE5mJUdySd4ZL7epWk5HQsaJUxSRuAdH3DgaRz+U2YFnuCQXu20WRfaiaq/cyUAOE/ZjwjgHjVklNVdBqTPcT7ezTKVlVlKixLMQwYgcH4xQKys1cuTBeKTSVZUBRA3YgPvc83hPMo1k3IHm/ygouSVck0/U9gNdVkMRsX9IPRi6UqlrJsq55ON4EqqAgaFfm3trGtN2fBRnmOkfdQLFuJO3SOk1VyDUY1yFVWJpSVMHO0QKlTVJcIZxZyAfQ3hnSUqJSBlF9STc9HO0az5+8GqQmTXZCmXjypSO7yZctiAN+PUxlPioIvHtfTBd9C0JVIY2uBHLHGNv3HpRyKywS52a7wBilS2Xjf8IWoWo20jyeXNybcYOCoyOJdXIfTVx0F4byJ53tCKkmhOkME1Yg6QrJGnpHUexX0ipppXczUqWkE5Skh0g6hjqHvrvF2CMOrUhTSFFXFkTH4WZTx8+IrWhphGNIExIWFKSTcILK6gkH5bQX0OhlktPg7HP+jaWDmp502QrrnHuyveITJxam+FUuqQNvveimP+Ywb2f7V0YCZKJixsDNe/8xLDpYQ+xaeUSJqgzhCmcsHZhfa5EYmmVJRe0VCi+lSXpPlLlnRxcehb2Jg7HcdpamjmhE1JOVwNFOCCLG/+sc5osRMqYSwcO4UAoXcEFJ1i99oOzFJ9U+solCWvKhYMskJJU1ikHK1+EJhk60/czG3I56QOHvGR6XjI82h1nWMTpqmcshLy0CwcsG423MU2fSFU7u1FznCH1+83HlFhxTE509KsqVd2NWTa3P8AXlFXMtRzKAcJDqPAEgA+/vDepOdpP32LkOe0HZxNNKVM75SipQ7tLAg/tOC+24ipzMQVoySNg34CH1f2rkijTJCSVvcliANSUnZyBCCpwuf3KZ2UIQokAn4rfu6xTkUuYvRj+Rhr8urJHIAGBk4gFgq1As53MQIwxJ1dSuJ0fkNPWF1biKh4VBimxHPoNIXjqTFTk6JKusKjAalxAqqERqqhFJPTN5s2F9RVHS8TzJ4MA1Mwa8IJJMZBbH6JrbwHWYmAQAzbwsXiDi0eUUjvZgB0Fz0hSTT2M6NbG9FJMwZjZO3P+kEpoZSQwQn0eCQsAADSB5kyOcxFexp/Z8r9hMA4jgSVpeX4VDZ7Hlyg9CxxjO8beGxdmdUou0KaXAgB41eQ/ODRh0sbe5gKqqcswh9bxIisjXaNk5vZPMwlJ+FRSedx+cT4FhJEwlbMBY6i8DprIMp6rgY27VA9TXJZaEplLzLQmbwCioDW5ZJGa3GLzM7VSaqnmU/9yvKMgcZVFLEJB5sAx4xzAVmge3O49donUTlfbleI59eDjaGwm+xlSs5trWNg7c+OuvKLmnHM+EBBPiRNEs9A60+zDyimhIUknMAobMb9CN+vONBVlKMr2UQojZwCAfQxHi8R0233TG4rsnKhxj2BPP5RkJ6ykueMdtVK8CSW0CU+EdGFz0gHCsJmVMwImL7oK0s5KvugjQPDWXhSJbBCQknc3Pmo3gmfSKkTho4IIIuOII5RRHxC6rite7F77lf/ALLElSk5fELEm6g3P8ocdoyru6eU3wSwo9VuT7NFvxfDJRKJ6yEEZSq1laFm3MI8ZoJ1XnnoSUIysP2lpHAcG+W8V+XJJm9DVlNUlISkD475yT4ANtA768YrXaWR4s40Pzi1CifwhnLi5YBO6yeA3iuVyPEpGbNLAss2cgM7bO2kZg4ehUlqysKMRuSWAJPARPVyWiw0GGiQkOPGQ6jwf7o5CKeNgcCWTgiz8RCOWp9I2mYLLAupRPJh+EH1tY1oBzlXSOUgOp9hdPwlAuknoWMb4ZMCHAF9y+uvoIJmotCupSQXEHyg4yctNjlVVA0yrhfLrHjVUyJnHYax1yTTaskwRKqmhWpUYZ/CHQVBOFm2IVOZfQR5LnGBSDvEiFQbD6FVBgqjE8mtIMABUSoQTACpQRYpNY6Fcg/uIJwxUxnQbcC59xeAcFwQzSzhI1zKLDi34R0DBu0iaWmVJl08tzqtXjJOxIPB7DSFZ80IKpvYuEVF8iBNelZCVju1gMLAfLX3gepphmcl+AZhaDJeFzJiVLEozEIcrLW8Ic3DNbgXgSklTAfCQQxLLIGmwUbPwdusebccnKpvuOToi7nrHkECtRumZ6H/ALYyA/Dv3OtnUpkhU1ajqQL+VrAcIkrZqDKlC6pqSyUi5IfQt7QTInrmOilTbRU5QYB9Qn9P0hzhWBIkXHiWdVnXy4CLPD+Fa3N88j1EDo8FXNUJtSXI+GX91PB+J5fOHM+cmWgqUQlKRcnQCMqalMtJUsgJFyTFRmrXiCipTy6SW5PFTXPt6dY9ELgpOP4giZMWZYKUEtzVd/IOdByirV87WHfaDEUrmKKEhKdEgWCUiwHp7xV6xcBSiQTbkwGZOZaX0cP0cPFl7QVgQpuLmKjUDWH2LzBOlJUNglvRjHPa2bQsKwS5j1VUBpC4lo172MYXlhk2rhfUzXjxU6B5i4JMOOOmQKUxgiSFqFkk9AYaYRgmbxrFtgfmYeCnaAeSN0FkyUUqcFAsQR5RvTiLXUUyVBiAYQYhh2TxJ0+X9INO+AY5VLXB6EJI4QumyylTPG4nc4yZNcxqGRi4s8lu8NKdCSGMAIEFSY5SF5djOStUu4NuP5w4pcVdOUtfffp0/KE0iYCGO8DqmFCsuu45jjGZMcMi9SI1d6OgYZjk2RJWhCk5Jr5kkBW2XcWcHblA2H4cqfNTKQQFKds2hN2DgFn04RD2Lm94pu6M8pBKUXYlrZgLkDVuXWDsPqVyV95LUUKD3HB7i+0eN4jH5UlGb9Pb6D4u1slV2XqwSO4m2tZCiPIgN6RkXCT9JKsqXlhRYOQbEtr5xkZ0+F/M/v8AQZUfcbYj2qTIo0TEJCCt0oS3wqA4cuEOZOMo+rpnLUAMoKmINyNOvKOSL7QfWQEzPGlFxmFh5DQmHnY7DxVTSFE91LD5SSc2gAcksLegtxj2ITbVSVMoUrY/RImYjMCluimSbDdX647aCLPNw5CpXdMyGysmzDk0bGoloKZbpSTZKbCw4CMra1MqWpajZIJPkIZYRybtT9H0+UVLQO9l8RqBzTr5iOe1qSksbR2Hs39IBnVS0zFNLOYpBAtewfo/WEvafEaGbNnFdMCEnKlaFKllSg+Z9vNvnHauieUI1aOV0coLmoSdCb9ACfwg2trMiiAPDo0A1s0Im55YygKdIJdr6Pva0eVk4L8SdDtuORhc2BVg01YOhgda4xaY8TQKVcC3HQRlruPigdc8Q47P4X3n2ihYGw/GFi8NUDt5Ra+y6x3OXQoJB+Y+ftAZZrp9LCkqiMZcprRHOTwgwmBSq8RTn0KyeMepgi5RgSokuCDvDSvn5E2GY8BAU9aSHe8d4fxLb2MyeFcVZXEYMD94+0FJwBH7SvaJZk0CYR0+UMZdxDcmeUJclEYuUbFK8CUA6FPyNjASgUFlAg8ItAS0a1FCmaLjzGo5wcMylyKljYgkz4nnKcA7iAaykVKWUnqDxHGCcMqkhY71JWj7yQrKSG2VsXv5RUtomljp2PaSdOpgFy5yAZiC4RMBIB1CgNDd2hv2a7XikSSqWmetzlC9EPu+73t7iEuDdm5lXn7lClhIeypYy8CrMU25iNF4LUIBzSVsnUgOzalw9ohm0mup99WcvkXNOEmaBM+oSRn8bd+Utmu2XNbXTaMij/2lM/8AkX/iVGR3mT9o/scPK+f3QCQkpBGZIINwfvF7nQ+kH4D2vEieiZmJShIdrFbDdra+wh522pUzJBKEOpPiHiukt4iOI/d5PHKRMfcgn9GKPAeIj4nF19+46dxejomKfSB3tT3yUuQBkCjZI3HrfjGmM9taqokmWSVSyQpwLuQHSVcAS3zimUxCCorDjQPoXgyfUIMrMPiHhZIL2D3VzDgN+ybRU1T0A5MKw2nX3gWVlJF1Wu3B+Jj3FK8qfYbAaCNqY5JAJ1X4i+t/hHkPnAVNRKnqLFki6lbAfmYVKQltt0LPqipqmSH/AA5mJzgaU6qc8rCHcxaZYyIsNzuTxMK585zEeTO+IlGNJcnuGdmQs51PkGz/ABf0gqup+AYCw5Q/nJCZQSNGDemsKZzCJcuZppNlkIdSsSTJbRBRV/dTXPwqsr8D+uMGVs0bGEdUp4PF6+Q3FpbLia1LO8K5+JXtFdTiSkhjcRv/AGgIa/DN8k1NPQyXXl4imVLBzpC4VyRsTA66tSlPtw2hmPw/S7oJuUtMJE05iTqYY02INCnveNolSnhG5calyGm48D1OIPBUisaK+iUekTSpwBZ3iSWH8occlP1BGPzc4SW0NjuzX8nA9YTpmcIdTJWZjwhdW0jeIaHXkYuwTqKiyfL6pWZR4guWrMhRSeILf6jlHSux3aQVQKFgJmpD2sFAaqHA8Rz9OWCDsKqzLmBQ2cHmCCFDzBMD4vwsfEwp89mI44LrNnUOY/ZLNzoWHkHsOUZFZNUOD8+POMjz/wAL/wB3+4u5F9wntF9YlqKAkTALpU+UKLtcXYsY53PkKMxSMuVQKsw4HcH1HtFt7YrEpaailnMVj7TIkhCg5AUxDOSlQIb7r8YWYjUd/KTPCci7IU5YL1ZQ46EeQh/goeS+uEajLs+U/Z/IpkKJtMp05x4XY+X9IlRVy87pTktcAnYM7PqfxMYKolJQ6kpJT3mUnQFg43Y8dzCoJzEsPfQc49XlCaLPiU0shIucqQOLsAIYTCJMkShrqo8VHW/AaDpAWGSFKMuasgsHa+wYF/eI6+ocmPNy+ISbijYYm1YNUTYDnzY9mKgZahE62UQx1yWJNeTIlE7Ap/wn8mgCoqDrANFUqPgAdJPpxMGT5KgOQhU4JTtlsJXoXTy8BrgifNgCfNcWi/DBsDIgeYXNo8ykaiGFLQEIzHeNZ4DRSsqukIquQCCJFI5tGjC0WGkowBGZ83loZix9WxUaV4gnUhGkPBKvEFRKeJYZ3YckqYrkpJ1+cFy6doGQWURzMHyy8MzSaFqNoJplNaCFU4WCOIb8j6wIA0TU88gvE0Z+qwZRoUIplPpBv1azaQ0racIzLsxuBuX/ANTA6KZeUrynKkhJUxYKUHYnj/WKXmbtLsRN7oiE/wDdEewcnFCABkllrOUXjInv5gWD4zXGZnShau5ll0JUokJCzdIHUm/LnC+TNBSBqzsOv+sHS5JTUKS3hUsoKT95BPh6/dLiPMUoRKUwDB7He2z8RbTWxj0lJWod6GthtHhilmYlXhOXLw8YKVJD+XoYW4rIyzESw/eABC3ZnfwsByb1h9LrHSlX7QCj1sD8oxVMO+VPUHYJCRxW2vlb06RJj8X8XWuDkt0aFBlSxKKsx35DXK+97wNNlAxPPBUUkP8AEc54hnHS4bzjRTABSiyTw1O1h+tI8+SlKSku5je9C6fQpDkrOUb2gqlw6WZIXlOZRLZjsLC2nGBivNqHIuEuA9ra9YPl1Ly2VYuWSLtpqbC7nR9IqnGUIV3++BuKST9R7R0LAq5t6f6xJVy/C3GC6eWUynU1y4829NIWYhVWiGStqi/C05X2EdYkAwOaQ6wUmXmWOZhlVyQEBo9SFxRN4jLukKKmqWrgOW0LsqlQynbwCFXLQ/FFJaQCm5PZ4ENaHWG14UwUwIDdecDy6IM6rlujQJU04AcOOR1jsuNZVTKIycB/UFhAUxYTzO0DUuIKUMqrkaGJ005d9YiWPytSCyzUloDmU+8bU8sk+H84OCI2ppN1J5OIPruLbI5TcWeJkq0LesFJw5gFE25ERIuVKKRkUoryuoKSBe7hLEuBxPpEcmepKXKcyCpgb2VqwVoC20TU23QP4iXAPUk6G7aDltEqqlSUGXmOV3KXLFTXLcdo8lzzMIKgwTtz2gmVh8xbLyKUhJBUvKSm2x2/1hvqitiZOwEd5wV/h/pGR08fS5OFhLQwtoRpye0ZB1j9/wCDaj+YquJ0aZiWZlAuk7g9Rty841xCSJiWXoWuOLXI9TAdX2glSyXzuf2gSR0cC0eyMRTMTmSS3MEN5m0eevPilJp64f1GdPsQYfJVlyHVKrcMpdj08J6QdOOYFnYWFuOp6mPJiQBYeI69CXbzLHyjYTvARzf2EHlyKTbXc56QBW0ilBABYFbK/hYkn0B9YIXTS1Zc4Jy6B/CALCw1sBEmJoYDuibIGbM3xakjl+Ahciv1Cwx9jBKU1FKL4/qC3WiZZzFyAkCyUgAMN9Ny3lYcYwyLcCdHjSprgmWFZC+YgAgettohkIN87FRL6BmBiuOOT9U/7gOk7LdIolVOZMlBLIfkABy2/pFZxjClyyEryubkJVmbkeHHziy9mcAragH6vnlyyLrzFCC3Pc7Wi6UP0QSO7BnLmKmEHNlICXI6PbreG4/CRjsfDJOqRxVKQkjc7tokcuJiaak3d2i8YR2IKq/6ssZcpJUQHskOCH2NmP7wi5Y/9GCamqMwLEuUtitIHicattfV+L2MVeWqFU57OBzpZVYCIfqBCvFH0difYuRIoJ8unlBJKHKtVqyEKLqN9Em2kcS+oZlFR4m2zbQ3pSWh0FXIpQ6RxtAqpZLvDyqokhClqASQ4Dbq2Dc4UzBeAocmQGmy3EH0lQCLxChDG5aJZ0sKWSmzNtE2bG56oy9hDRigQlxY/o/hG4k5ebRYMGwVS5K5uXNLlkBd7XykDqc217RFKGTHygMqj06KsZI1JL8xx5weikQJKiX0csSLjloeT8YPxjC0ypuVC0rQyVBQ0uOBuGu42jK/FiqnRITLSkJmGYVaqUpmvszAW/dEMhjnklSdV90TwiJEywEgKJ49LtFi7L9uFUHeJKCuWtJBSFMAohgpiDqw9Irs2Qog3/Q0gJZLMdR8ouxwcHsyUXHaDDiaOPsfyjIVZYyMeKLFUi9TUpfQHbR7cOkQSKZMtJCEkAqdKSXGZmJA4W0iQT5aklSVZkvqMwc7i4EREE3NunyEfORcoqnZYlRvLsQdwX89YZ1ipZPiTY3SRZTbO2ukL5Us/Er4eG5/pA9VUBiAq3Ai7wFOT5Bk6C5spOY5VZhtZukA/V5SnKnG2pZ9jaIZc2/DqfnBaKRtb8Lhv6xbBdK2LdvYum5gkJfMAbAWH9YaYR2fmVEyXLQwUs3J+6NX52vEgSgfdyne5byfT1jRWICUykzBxAB8SW4Np5x62CW0krA6bO7dmMGNLTplFWdnLs2tyNTu8NY5x2M+ktCgUVMxtMq1D2UR84uqe0dMf/fl+awPYxc8cuaKo8BSaFAmKmhIzqASVbkJcge/sOEEQqndqaVNzOQ3Un5CFtZ9IlIjRSl/wpPzU0csU32ZvA7xeapMiapABUlCiAbhwOG/SPn+sX4y2m0XXtX9IP1mUZcpC5d3zZ7kXcEAaF+MUKcS76w1Y6jTBb2ATkFanPPTQRvJoAQzc4ZIp7dY2ky7+vz/AKxPIZEUJonUsNcZfxBjWXJYmGcyW0480J9lEfiIhqadv10gGF3I5i9+QPrB1NWzUylS0HwlWfKfhzMA7cWtAMyWwvuPkYOpR8vwjL6k0wZR0C07rUoqsX04N8oIEgEA84GWWqVc2PsIPl6HrGY8cca6YgRVIHm08J6ijLqYOpx6MQfcGLHORaAUI+0PMH/Kr/ygmrRrVicYQf1/pGRYO6jIDo+bM6EYBc8hb/SJzLGX+WMjI+bfJr4AV3APIQCLqvxjIyDgIY2pkgAgC0TZAHbgT53jIyDb9ISK4suS940aMjI+ljoag6RoP1tFy7F9qKozpaDOWpKlywQplWdm8QJFuEZGRfg3aZncdfSTWLVNQgqOVIJA2ckh/QRSdjGRkK9v0BfxGkebxkZASNQREaBp1HyEZGRMxiBqr++/kP8AzoiaeNPOMjIBhIGqtB1PziWj0HQfhGRkDE18AlV/6kdE/KGEvRXnGRkMAJ1/DCpJ+2b+L5D8oyMjGb7hrxkZGRwJ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2" descr="C:\Documents and Settings\User\Desktop\Photos\Coconut - Tapioc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990600"/>
            <a:ext cx="3352800" cy="2514600"/>
          </a:xfrm>
          <a:prstGeom prst="rect">
            <a:avLst/>
          </a:prstGeom>
          <a:noFill/>
        </p:spPr>
      </p:pic>
      <p:pic>
        <p:nvPicPr>
          <p:cNvPr id="7" name="Picture 2" descr="C:\Documents and Settings\User\Desktop\Photos\CRS Photos\sept photos\DSC0016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1066800"/>
            <a:ext cx="3490381" cy="2617786"/>
          </a:xfrm>
          <a:prstGeom prst="rect">
            <a:avLst/>
          </a:prstGeom>
          <a:noFill/>
        </p:spPr>
      </p:pic>
      <p:sp>
        <p:nvSpPr>
          <p:cNvPr id="43014" name="AutoShape 6" descr="data:image/jpeg;base64,/9j/4AAQSkZJRgABAQAAAQABAAD/2wCEAAkGBxQTEhUUExQWFhUXGB0XGRgYGBoeGxscGhcYGBocIR0cHCggHholHBgdITEhJiorLi4uGh8zODMsNygtLisBCgoKDg0OGxAQGi0kHyYsLC4sNCwsLDQsNCwvLCwsLCwsLCwsLCwsLCwsLCwsNCwsLCwsLCwsLCwsLCwsLCwsLP/AABEIAMIBAwMBIgACEQEDEQH/xAAbAAACAgMBAAAAAAAAAAAAAAAFBgMEAAIHAf/EAEEQAAECAwUFBgMHAwIGAwAAAAECEQADIQQFEjFBBiJRYXETMoGRobFCwdEUI1Ji4fDxB3KSM4IVQ6KywtIWU5P/xAAaAQADAQEBAQAAAAAAAAAAAAACAwQBAAUG/8QALxEAAgIBAwIEBQMFAQAAAAAAAAECEQMSITFBUQQTMmEFInGBsSMz8EKhwdHhkf/aAAwDAQACEQMRAD8AUbYs9gpLElABfqR/B5iFe0ggkHJTHL5Q7WKUpcmYog4VIWAaM4QcvGvhCjbcWIqG8Kc8gdcsjCRfUqkEDEHI7p1Bq7P6wUsdoWpKuyq4LpZ3ZJJYZ5VDVcQOmSTgKkqJANQO7us3N2MGLmulUxCVncQxGMZqzALcgT5R0mkrZjqgXInBKXUy8RYg5gJwkF+bkeBh2uWwy51klylkHDOWmtO9LQvWoqM/fKFKRdCzO7JQYipLuCKsQdQQKGGe6bS6Zq0j/mhTcKFKjmXJOI+MBkbp6eaOb22C6ZCrNMM0IQlKUkAIfIjXTQPlkKZxDarfJtAdScKvxJof1EWJt4KIIKVMsB6A0YAsDlxpAuXdKlAqQkqALEpqQeBAqDyMeY8HmvXLaS7Esre7PESSiomq5FJIPvBGxX/MAab94g5k97hme94wGSpcpVRTUGLqpMtdUqCSfhVxgJx07ZFaAZds9xSbRMStLLwndGSm/Aoap828SIIqsssoWlCVS5g7yFBwkJNXriFK5mFR1JVQkEcIL2S9lLI7bFMSKEhsYGjnNQGjwcXOLtO0HGbRfUjtkEkDcws1NMJ82ECb3mmTMlrRoHHga+hgtIm7qzTDkC+fAdWGXWBV8gLlA6pPoaH1aJ822ddmgMvqHMTJdqlIC04gpsJo6Se6QdCPVqwQvFLlmoMoU/6fWgkhBrgV6EuD4K9xD5Plh+seVnvHLy72R1tqgXZU1c5k+kWLYpi37rHhlFJyoIrXotl9WiarYF0giuawSdWgTelxS5qVzJSQmdmcPxsMm4tk0XLUuif7Y1kTSACOMFjySxu4sOM6ZzW22kpUjBWZiO69AltS2eXm0e2e4DMUAlSCtSiplGmL4QNEigOejVyhg2ssZRNC0pJEx1MA4dhiDDXEXc0YiA5kqUZiXUlaUOAAxHeJ00YZx9R4fXKEZ46plrm2lp4I7TsvNRLBWZJZ6ich6FWQfNimjly/GGratZlWCSCScU1Iw0HwKPCFK140WiXJK8eIjSoZTh2FCRpprDztJeXYWeSmZJSpK8WMKDimFtAxrSLIym1ckvt/0KLelnP9pXMiS5JJCS/LAkAcmAbzilQrTKWe6lOjOMOJ4br5vGyz5KZZSqWFgoSEISVhYU6UkMHGKjjgHhGtNkVPtasJwpc7+gagPSnGDi7XYxOza85KzMZilJAwaUNQeVC8ErxtXZSEIBUxXMLjN0hMlGo3XCvUxSkWBQmS0lygLcvVWEMS/Bx7GLO0NpQ6ULCqypRIDUUSZrOTwW0ElR1C9MmqVQhnUfoR84tXZZ0rmpSWIKg5IyALq9Int81JnHAJeEJw0SycVASKO7uX5GLd2XeSgrDUlTGINVKUDkOIBanGuUdexzI51uSZalqA31k82JJ6uD7xoiekTZSmKWlqUHNXKcALnWrxduuSkKloWMSUgLVTJyAUuKkkJVTTzgdedkPbFKHIQgDLIUDmBSTkzktwZarxmKWSDTIUTkKDTlGQdXs1OUcUiSJko91S5iEKPHdJcVduIYxkNr2GKw7c4MyxoSCkJdWLC70W4ejEb3vxhCtYwrUgK7qlJI4kU9xDnsuhf2WckYkFK06aKKHz5peFDaKzqTaJpYnfJxMwdTK6PWMSAZSkpVjCEk76gAAfxbtfAx0IDCMKRupGEDkKCE/ZGUV2mWSXACldGSW9Wjpq7jXhChUH6wnM90hOV7pCypcxD9kUhYfCVAEAKDKFaMx84tbPWZKJSkAkrMsr4jHuKo9KknMRZVdqgo0P7aKikstQdQ1LvrvUOmZ1/RWFu3EGEuhXCvtEwICghqcEgCpIYGpapAijYVT5NoJRN7IlJOJYBStIDh3G8K0eoD5Vi2baoAAA1JLghyGfnVq0gXfaplUnE/cOJy285qaCoB5wa2dBIb7u2os9pARakJS4JTMrhOHdUXzRvA0LimcGZmxktQBlTGB473qGjn9gu4TJYlrYTCVFBAyKjRPBlADopQPGHZFpVJRJEvFRBYuWJBxMpJzCkqcPUU5wqUlpbW9MDQnbRrP2NmCoUC3nAmddMyWciCNflD/dd8CclynCeDg5M5DF2c6h4szLOiYKsx4QiM4SdREtHO5Y+IAVopJ/frGtuspKVFAJS1RmQ/0MPhudCSd139YpruxKFBaARoxyPI8+Bjp40zHESdjrX2drl8FnAf8Adl6tHVbQlxCBtBcOAi0SgUhwTTuqBd24PDfYr5lThuLZWqTRX0PhHkfEcEk1NLbqclRblnEGNFD1ileFEqLZDX5RbnPnqIqXpOBRzKkpLdajnRyDHlp7mMnlygwK1B20qY8UxIADcBHgW/cR4mN5MrDUlzGNnBOxoAUlwCQ7EjLj7RNNsMtanKXPHWvMezxQkTRjD5NBQK/ho+h+FxvB83dj4sW5uwVkM4TkiYmYCVUW4c50U9OjRavvZuXaAgLPcyo9HBIzFDhA8IOLmftoEX7fHYIChLXNJOEJRxZy5yAABMetq6IZqfCBcrZMpACTJKU0AUhQcO4fCpiQauRCONkLXZ5ilLlBSWNUHENSKBz4kQWvPbacZSpiFplFKTuAAqBJAS5UKtXKjEa0C1I2rts4KJnHdIJThSARV6pA5axzeSvlS/8Af+MJagzJuOYgKSJaqJ73EqGEnDmACoVprAW22NE61TUgZKwgkUCUNoHPwt0g3s4FlXbEkOvFQsAlJLh+BEtPnAO/EiXLVNVVawQKsyluqvGnvDYXW4xAe6rlVOkLnh04SqWVHJRICkeLFj4RbvOQgTZSfwigcUaj8Bup/ur0gv8A04vdJlpsv4lqUKfFhDHySlLcucWdqrKpKiVJdRqlTBvw4XDaDKuka5K6B1b0Xpez6lye3RMRhQQhSMJSXbM/m3tefjFsXdiJ1oti1P2WEIcZ4EpVMUzj8sv/AChgmXylVjQlmyWoigc0B6utv9ogFsfeyJci1rUWXNmHAkCmElIV0DS28RDI6eQ0CZ95CSoysHcp6RkDkWBU77x1bxJ9THscY5RGDYud2s5aFqd0gqGT4SwNCxaFzb26D9qm4XCGQSWdiKVL0yia1JMhby1EEFwRmCGcdI1va8VzSFTC+Ib5YbxGTgNEfnvhcivMsqbG3URaKmhQpjpkD5kD0MdOstv7FDKBNGhC2dmBNolu6QVEYXpvBg4LsxOYaHOVMMyYqWoUCQUq1FSFdasfGFTyNyTFzbbCsu1SVo4EZwqX1Z8C5U5IKgdxYByDjQ0dj/0xatktSHSdA/V6Uiq+JBSSBkQTxDkjqQ48YHVpeoC6dg+UiX2wTgSwUFBYUQRqNSCc3rXiMo2v+zJmTzhIDmoGRBzHI1ofAxHJlsqmQc+MTXbZlTZysIfCCo+3uYGcnVo5yYJt6QFsmlGHhl7CC028TMwzFkAlDO/xihdL1yB8YGX9Z1JWQRWka2RKZqAgPiLqIHEN/PhAxtJe4EW0GLPb1o35YCiD3T8VCWfTWGWxXsEhx8SnCX4gFQ5EEmsJqErSjdBURqBWmpERLvvAQFIIVo2jcjrARxxyVXKvf/AdWdXsVtRNS6Ty6HgRpE+AHT9RHMrTbpkqcZktZSVAKcZEEajIwRk7eqQ3aygqrEoLHqxcHzEdiyuSQtPoPcyW1NOGhhYvrZ2WxUl0a7ujVy4cgzQRu3aezz6JmMo/CoMr6HwMabQWwCSsJUCVAJLHjq3SGLJF7XuFaYu3JtKUns55xJyC9QOfEc8xzhhICpqBmACs+w9zHOLQln5VEM9w3o6QSQHARzZNBXKhNdag6R5fjfCxS8yCBocwqn8RGokn9+sB9pLyVIVLmhSUy0JSVg5KJahHxE5MK+8Ld7bfzZivuEIlIyqMSjzOngB4mJofDsmRXFoYoNjrPvOTZ6zyRjfCwJKsOYDddeUCLR/UEKpZpdMnmZ/4g/OFe2GZOnSitRWrAEkmgo1ABQByTprG1isYQJiXBbnq4FX1r7R9Bj8O8WFQi9xsYJIYbhvKfPmkzpj1cJO6EgHLCCPMxrbL1lLTa5U9TAzfuyW70sAAtwxS8+ZifZWT3lEFgWcihZq5jWuUc9kWlKpkxZB3pimy+PE2nOKkm0Pa2SN1rwyFFQopQSADnhKlF4qXMmZiIDJTh3iQSACXds9RR4IT7NikpSguaqwkbxyBwhyOPAxZs0zs7MtSxvTHZxXvNwozekGmqBLdxzUiRNTTEkBOJyCyzgYjLic9NKwqXrMM0kjGtqFWYYU0Sw9YYZ6j9imrJCscxLkBqFIVqAXc/wDdENiT91L03QfSF5cvlRToFz0qwVs8rDMMwAvJSJjDUhQAFcqF4eb9tfbKIQ+EhgMsVM6QvTZBAmLSkDH2aeZOIv6MIYrmsxXNQOBcjCMhWvDhEniMtqMkuf5+RU3wwVPmYJKsqKIHk5bo/qIG3XLV2ICQ5WigBqXUcXMHMwwbcXTgATKSAJhNA7JJIxE8AwHsOEDjfCbCkdhKC1lVSs6AOwSMhU1J8OF7zR2S5ZQnatBOxbN2ns0YTKbCOdWrUUzeMiGVOnzAFqUxVUhCJeEchiQTTmTGQGqQOp9wVtFaRMTjADjvcxoYCptBxsaACg9Xhnl7B2gOO2QUtkcWbV0iMf0/tJLqXKyzxKq3+3hCpKD6ifl7gFC+FVGo5cIarkvg4kTVggglK3HeSaE8+Lco9sWxc5JcmXXMgk4RowYOXaPbXsxa8BCeyJVRRKqgcsQp1hThGUXF9TG0OtssUsoxnRJA5VzJ14eMK94yrPNkmSn/AFAXCq+LaGlKcYI3fY7UmQkKUcQopGIKSoZHPilvF+MKgstqlgqnhSR8IUpIc5lmNdInxvJFPWrr+4D7myZWAYVODli5UoePX3hi2aGGUtZSEuCAAXoHqTqSdeQgHKtAXRQy11r7hoOpmsjBwQzeUG5xlTFuRXvKWheIKDgsfJ8ucKVnkdhOSt3AV4lOR9CYbQXVTgfAGAF62cgilP5gnJoFM121kiQuVNQtScQLhCsOTMoUzLjy5wO/4Yq0KRMWtVQBUOo1Oj51aKNpmtO31ndUkpCjQBwpg+QxE05w7WC9kShLUqWjFMVicmoSTmA1Ad5unSHSaglLqP4iiltDYBJwID0QkV6D2qPCFm8qFHMv5PDpft5S7SomWxCQkE8cWL0FKwj33NrL5A+5iTArnQEVuVJsysMFnQsuJlFBh5BnPEnN4X7BZVTVMlqAqrTL5mD9kWMD4iVPV8wzMDp5RTlgtIbjsaWpBSWJ0ccCImu4TFIwy2cTNdAU1IDjURuLMqcUigSnNVHocvGv7aLKpgkFfZuknAEEO4UoqS76MH8ucJ2W3J0VQY2zUhU9clQChLCSAVMXAIBFRUDnqYUpd2gKCgVAEuAoVrx5UiztlOxW6a4U6QgAuzukEl/FvCJrFaAVZu1AXyOY40g0pRxx09V+RqlW4xKsJD9kApWH8eEAkB1AHvCrdYDoQtOLECCWUcQYkdOFRXlBKx3wVYETJYAKQHIIdjxABaj58I8vS8FJQUKDEugOTQBg+E4iTxyy1hmObWxqTvYK3IsfZlrAdRQpyzVIf8I4cY59LsCuyJFGWQcgMXdAd6VBboeEOM28kypW8sYSyTk1SMsRzzNBpGWG7JVoChJdAAYHDuA1I7yjV1GoGTZQ5ZOg7I6Yp3jZFpAUHwhIQDo+teusHbPd1pmFCZcrcwAGYspSzjvB666A5Q43Ps4iWgYz2quJy001AajwWEvXXj9IKSUkIcrEyVsPikS5c60LGAlRMvMkkmilgkCv4Yv2e4JEpCUiWFABhjUoqPgCAYZJ0vQBz4+Z4mNBZ0jMPo51/SNktWzAk2xbMgfBKSkcRLTTxIPGKUuTMSuqzhOrqhvVZgvvOEjJIbzI+UYUSwGAroWc/wAx3lx6mae5BdcnAHOXMGvgfnTnFC3WCzzpiR2EsrJYFsn6RLbZxyJ+sId8bZISVIkYiS6VTadCEDhpi8uMdKuiNTfCCd57V9lNXLkECUg4E/dE90MS44lz4xkJCJZUMQFDGQr5u35D37DtaNvUILdis9FJ+cYf6gyh/wAqZ5p+ZjnFstRVMyAPvEKZwJZRCQ/NhzoCW6Q14kG8MTrNj25lrD9jaMLtiwApccwqCUrauzGhmYDwWFJPqIX9grNMTKXLW3ZL35c1EyWpDsxyU9QBo4IrBmVc0gpKZ6UTK8ST1H4T0iGeVRm4tbfUTPQnRbRtPZlFITOSSs4UsDU8HaAl/WmVaUBY7QEZEpanQtFezXLZ5E1SpZUS+7jD4eQOp5mNb2WsBsJYllHMdcQoIly+IetRxr7ipNX8oJkkpmS5aEqZSxiKmyd6YT7w0WhDKbi49AYD3FZxMtIImoUQFLwpUCWZtDlUekG717yiNGI+cNSTVgSKsiYAsuH+Fhrw8GMeWhAJUDw4eESS5rKxABsOvXMc9IqTZxauZcx0m9gSO0SLOqyTUTJaTOQxllgFkrKUpZQ3iArNJLVEUL12StFlRNnr3whSClYNMJJSpJGYUFFDaEFXhraJwRPkKUMQEwKPRBB92h4TtNZp5MiZksNvd0vo+b0fLSKcUrjTKMcttznt23oJ01ZwBBUioBoVJriHDdeh+cAb5/1ByEOt+bMSbFOJkYhjQ5SovhqRQmrFtSYS76S5DGv8x0IxWZ6Qopati/s/OwYh2ZVkcQ9ndm6iLZBBUSGxKKm4UAgfc13zEntFKUn8oPep6CCU5bx2SSuludNrgsWK1pQGJAJNH1Zo8umz9pOmAqJcpLqDhwzpHAV8H1gVae0lspQThByIHAsH0OvhBjY0AT0gF3FTxJAJhc4aYt9TkqNNoECZaJpQtlhbOHbdLMRrlFCzqMtRUp8SlM4TQiumWLVuESm0/eLUahSlqGlHKjXpDRc+0MmXLMsy6KO8V1B8k6dIbCWmKizNVcnl32fHLCpZSoUBBFR1ANIs2yxGYsBZCQ2TYnVhoTwA/dKResVskJDSkJSCXISUkPm+TvAu+pxY4EEk0SQSwc6pFGBrHaXyiuOWGj3K94XIqYnCZ2IIU7pTrqMTCmEmtc2houpATLRLQKUHQcPlEl0zAizpQRjUwSAwcqJz9zz6xeu+xlLnWp9SlI9CY7d7Es5ym7LUvXgKeOsS4aamJESUhIBNWdqVOZzpHgWofgbk/u8VJUglsaIeoBA9/pGsuRhqVE+XvnEpn9IgmTSdIy6MtIitFoED59uSASohIGZoB5xBelqRKQqYtYQgZqJzPAaqVyHtCLtBfKF4QXYh0pNa5YlAa6AdTlmL1ApOW4c2hUqdLKLOQ6uJYlLVwk0H8wg2i5jLQrtEKSsZOpIDVDAO5NHevTWCV2qYvVs6hqeMFrTaBLG/ugjM8PmIBTdbLdBJ6RPn2xMs4AHwgD0D+sZBmeoKUSEFQJzAoeeUZBrxcew7zUGTsBKUXM2Y/LD7EGNZv9OpJ7s2YD/tL+givaf6gJSWFnnU44R8zG3/AM9Glnm+JSPnA/qiqzBy6dnTZ5eFMwrAfRmcvxiZSCM4ADb4jKSX5rH/AKwauO/5dr3cPZzv/rOShxSdemfWI8uGabk0Kniyepo9CK1cjj9YKWOytUB/HSIkyCDTyg/Z0DCKN7QqNdeBCAtlu2XKmqmIlpStQKSQGJBIOQoTTPOI7VZy75g0PEPr4EQatEoVIiv+yI22+Ga22KX2XfwklhVs2LinSJkyACVLZm8GZ3/fGGQ2RBLkCozBY+f1gdeWz3bDCicEAd4KD9HIZoHkzkWp1gNpTjlkApJCQaYgcJJfTIQJvbskzVJchTOARhPLM+GdYaDKmWRJSqWVpFcctz5hsTcwDAe9p8q04cQAV3QsKrWoGX8c4pUE+BsUQWO+lTwETVYlJSyCcykaE6kEltWirZpSe2LgFQFH0qXMayNnStQ7KcgFOaZjpPNiAQfTLKPLLKImqx5pYUU9WINQWNI7LBK5XyMddC5aVQEt94BLjCFgNidQoNQ2b84J3raMCFK4Cg56QnWOTiJxglRq+LVXEc89IPwuNVqZuKCe7Cy5uMoS5YCgFQHq7ku7YRlRoP7MLwz0aMD7awKs1mDksBkAOQAA9ni7KDOrUkgdNfp5x2SmqMlInTRSXALtiGYPLmIs26QuX/pKKKAijpZmyOZ0ia7bPiBPQQQtVm7RHZghKxvSlcFfhfgrI+B0hMpuM76C1Npi1YLQtMzFNZSQ5YBnLFsubUfKHHZ2wrmh1mhyHAdc4Qp9onZKX4EJf2gtYL7tEqUZi5qiFAploZIc6rydhkOb8IfJVuhjWp7HSrpmyZK5pJUsyk4siw5vlSrDM1oaRlov5S0jsUCupJApoxYk9fKOPL2gtGEo7RkKLlLJ8Ks5yGZ0i5ddvtYJXLQ6SN4qS0s8yXCX8YGfmqNQaNlxSOxWW8gtLqUcQ7yWBIPgMuEeLvBLsyzzb9mOUI2inBQJSkKFAUqNOIoSCOWUb23aW0qbDNWjjRJB6boI9Y3HPK0lJV7/AM/0BcmdRVbU1ZqVJJy+kJF/7fBJKJUtcxQoFKBSh+Q7yvTrC1ardNWgPNmLmA/ErdbkCGSdeEUJUhRUVKBxH4iQRxNQWh625GRS6m9rvmZOZc51KFGIZI6DID5iPbKtC+AWOOZ8cjSK1uCitMtYAAZwku5ORzzbRxrBS77tTIQC2F14u0UwUye8E4SUsw/E5MY6q3yHWxBaipBIKNMwD6wTWtYCSndC2ExK0hdCxYYi0VVM5JWnEouUrJCa5AH8XMOM+psIkJQyimnxBJdtcxTnHfQEYbOqQUjEopPAJQRyYqLs3GMhQVeqnoUNo508YyBp+xxUmzCFsX48v1iVMvEreIAOpDn9K0eK9298EpmMDqk5Uyo0PYITLlpKqh1KwhOJzklJbdDZkVL6Rj2d9eBynTuTFBNinEELkrwigWE1cUZzpWLtlk4ZfZqHfzQXckVSQx+WmfBktybRMwIloIlqqWUMKOLucSlHy94q/wDBJoxOhSg2aimrlmoXYVLw69SHxlGuSe7b2UkhBBWBqpTqAc/FwA4+cNlltGJLpU4di4yIzHrAe4bslFRM5aQEnJxvqocMtDYlCrOQ2gBzBC9LyRiYMhqBKWKiPw4lbqKsWDmjmI8uFPdcicuCGT08llcx848WNRSBcu90qm9mULSSnEkkBlCr5aBs6ZiLRUf4iJ3F7rc83JCUHUkWQKuPEcYlEscH9/D6RXQsuzjrR4sDLP0jnKwCdOHRm5fMfOAV97KSZqitICJpFSBRX6wYQMKsWRI11/WPZoBTiHddlD8J49IOOWg0zml8bNLG9mRqDU+BqW5tC9KklE4JBB3sGId1TGrHxHmI6lfdlLY0kgjP/wBuoyMJ0y/JKET5SkEqMwKAFAleAhSgrQ4h5vFWGTm3Fjccm9mQKsuJYSpsLEqKg4SAHUrqACW5RDaLCJqRaQAmSF9jKSc1MlRfoCA51UVNQRLZ7HMta5clBorEpa2bCkYS3+VOo4QZvdaVol2UPL7FK8KWfEsLCEJz/CCXOQLmCitMaHNaVSFpYIDgas+jnIdeUekMQHcCn1PnFpdiwhKlFOIOpgXp3Ut8JrVwTlGS7M5HExid7CJc0GbrQyU8y8Wp8p+lR7Qfu+4wGrkn2AiS1XQEpIHAn2f3hWTG2rFtPkUF3TL3p82qTkhNCpetRWprTjBJN32eVLEy1CXiIyVkkAUQhOoA5VLxrbZiZMsTSMSpajgScnXkSNWwnzhFt1pXMUVTCSo6k/tukNwJtJsbF2hgt21EtO7ZZEtH5yhIPgAKeJPSF23W+bNLzFlR0c0HQZCIlg8P35RpvPlX98ooSDRshR6xOgk8fWNJalcB+/CLkmUTpBHEQS2ojJidRnyeLhlcvLSPZdhUtQSgEklgAM404isGJS2xF1Zqq/XEK+sHp1x2iWBMlK7eR3lyjvEEVfDqHqcOHpBO6NnjLFVjEc930yhlu+V2bHEP8f1jNJqbORoQVE7hCS6gE1CKkDcBJZyRkDURYuO0FMxKN2pG8e6N4B8qgGH/AGiuGWvFOklMuYxUuhwEAEklu6fzV5iEWZZxMKVITiKTRTluHiIx9gmya3SZ0uYtGFFFFmSGbMEcmaMiay7cIlJEt8WCjsrj0yGXhGRNrzrby7+5ly7DVZbsQnRJ6j6RcQhAySI5/bNvG3UIIJLDEDXnw984HHaqfMbeYHmwDufhTwEUVPojljk+h1VKhx8hG4UPhc8jHObDewSAZxmKOIHdWpIKQzioJrxESTbymrnqWi0okyMwjFjVT4fvHJJ1L+GQgU31OWN8WNW1YSqzzCaFKS2tTQCnOErZWxLUUplJ35ZcurIHUINfLKnGC1psapqQlVplqCmUClBZIP4gC5bwzHhKnZ6VhKEsV5pUCy6kOrdOTOG9Y7UupThwzTIrXealYLQFBJlTMC2SpQSlRCFOVBjvAGmmWTxXkX0uQs9mQuViLJLsz0w6ikEJxSuymXQYQRMBIcrLgM+YYJILZdYFLmS5iJYSwIQEka4g+J6l6uXpQwnLFTXBufHrW31HG7b+kzQHOAmjK4nR/wCILIkINQzHUH9iOYizKTk7fuvURXuq8F2S0AofCkKOBzhO4oVAoWd8tBEscKk6TPO8q+DrsuSkcfP6xvl3QOBc5iOZS9p7ctP3YxFyX7MHiWoOGmdIvWTaa1KRKmtLwTF4AyakhyoCubCBfhpPqjVgl0HSfLdJSSzZHOjGOP3zZVCZMUUkZFR0dyH84bb62ntsjAprOqXMcJILqSRmlSQt0q8GhRvO8plqYqO9XEz4c3BZ9BTwirw+KeKVvgOGKUHuF9ib17GYQylAhmTmScgOeIesSotSplonzFgBKUlcwJyoyUoB/MrCH1AMArFMWlaVSgrDLIKlhJOE6KUQGHJ4is1rWgr/ADOlQNQQC2XEFyDxirRqlYyuoXsM0rClKzK8/B29YP3DZ8c9HAbx8KwAugOhI44j6t8oetk7Fumbx3R4Z/LyhL3myeXqYyWWbo1Xb9+UezpzghqYT60HtHkkOS2b+VD6RoqZ3myyHQU9TAzlToxsVNpUAy5gbn5LA9iYSzLh72iknAoj8K6dASPNhCbZpalMya/vjHY3yvc6HBWEluXI5RsJI1EWggn+YnsdhKyXUEtx/besNG6JVdA8SBE0rNmNNY9nE4sMsY+bMP4gndl24lDEK+nlG6gbI7DYJk2qdO8ScuhavSG66LFLlBwHXqo/LhHltk4JITJ3phUmgKQAkKBVXoGbnGgsc8ihPiTGOTs0tWm0DUgdSBFD/iyEVJKg7MMvM/rAG+LstoJwJUx1SoKfwNR6wCRaJ0tQ7WXMGi3SpDnJ3aDq0ElYz39tGZssoSQmW+8mXVSv7iPakLlhkhBxd0KoUqbDUM5SfeBV521AVvdo5ycgn3qOFYls92rAExqljmym4ZQTjaDrYkFySzXtUDlw4jOMj3/hJVvbiX0Ir6UjI3Uu52pdyjN2cAIKV5F6ivnGn2Qy8WaUkuGBYDhSuvpBaVaD+zFhBCqGN1MPWwXYpKpoOLdTopRZ+g1gdaJOH6jKDlqudCqihit9lKSkFK1BmIS1eBFKeRjtugW0mDrNbFoBwqI0gxYL9KUBCRiU+4FByFHV9fFmgNNlCuFxWgPX0MQ4WjnFM2M5Q2Ge2Tik4phxqUwUQdBrQZvTwMaosqQmZMTNQMKgwBJYl2G6/A5/OAKbWclVApXhwhl2fSiYlKQSXdE1JqzHEhYBoagA1050VJaFYWtJWQypPaJxTZiUvwIxNxqzDOp4mKd1rlCekTD9ziLkfgJIPh+sH72uuWCcM/CojCkzMNOBYM2upzgGu4kykg/aJRozhTlqnuhy9YDzIy4YqWSD4GW5r5X2SuxUsSUrZGNixSxopgoZ5O/SsArPY5n2xEsP2alGcAGbEUlLsqgYnyaIbptwlKEqWMSFFiVPmdQkFm1q8HrRZZqZ1nXMScKscoJG6HKCrMJ5PrlpBcMrhKEoppb2D9r7HLQgFKcK1zQVEYd4BC3dg7gl+FekDUF1SwUsmYpS6vUBQJFGLVCfAxe2ls4UuSlAOJThsT/hCRyzyaL9rs6Da5aQwEiQAaA94kCgOe6pRBPxQPJkoasjXTYoX7ewFl7GWGC1AEAt3S+WlUgN9YA2pLgL4hieeXyeDN9SHtCDM/00pcd2qiHajUyr+WBi7QpKnlskBWJIICqkMe8CCOsHB9ifLpUnQVuBToSNQT7v846bs8gJSqS/dqOYNSfP3jnGyiDMmqYjEkFYSzYvxMwYM4pTOkPtyylVnAuE4gRwDUhE3WSiGXrCRmlONswADyrn5F40koJKU+J6D9Y0nTAStX5QlQ5hYIPRi/nFmzKQyllQAJCE10FKdSfaEyWrKvYF8lW9LOMDliwKuRqG8ISrPIkqSFIWXCSpSVJG6zPR8iTTPrSH22zEMUqGIaDKlX5sG8HjmtvZM7s5DLmBTbpcODUudAeteMFJJviw4oKqkVSlUspLDRxva4urBjUUrFqyXFNUk9kUYDQh94nVyatnSA983lMTKpLMyYXClqUcKOYQGrzOTRe2TvtWEApFO8qgxOS1OI9YXCM7tP5e1jZPbZ7Bqx7MqRVZDnQe3SC0qxJFAPnE1ltSV5V+UWwTxhjk+orkrJkNkD5fSJMB4GJgTl+/5jx+XvBI2jRCOUbBD6PGwHTzjcKbT1g1MJFWfd8pVJklKh+ZAI9RFFWyVmIIljs3qySw/wATQdA0HPtBZiDGnaDnD45F3DTRFdt2yJMpMsyErKRVSgHJJcmo4nLSMif7RzMZB64BXE4LZLwkJU03G35GfLmQBwzJh8uu9brloxJHarIYImAu/Nxh8o5Ym1qSgoASEngA4YvQiIZiicyT1MH5asa0joN42wTFEhCEcAgMP1iioOIWLBb5kvmOBPtwg1Z7zQvVjwP1jtNANUa2yzuKdch84o9kFKYZNU6v7NByawDnw4mB0wvC3LsY57UeWO0IkuRLClcV1A6ACnnFmZfM5QYEIH5RX6xVCIzs9YU4Rbt7imk+TSudeb/vOPJqaxMlNDG6ZBOQJPIR10zrKSFFCgpPeGXWLlqvpaxLUFEFCwqpchTEDM6AxRveSZeE1CkqqnIigILeMRzbSCnEGejnI0UD0NR1hlakUQb00ErGnFNDrCWrjOgSMRMZ9uCrRNmj/TUt2chwkAJfWgAPWAc60lT/ALck/WGVF5y5V2pk4HmzAQmgchai5focI6iF+W0qDhF096IbHP7WTMWr4N7DwQWAY6lzFQykkOkvDLfNi7Gyos6GcAmcRXEpSg9eG4ktoGFYTJcwodo6FNuhEo02h2/pjZgq2KDt9ytuuJDeEPsmzFCVpS4d19KUB55xzr+nd4BFsST8aSjoSUq/8fWOiTrauXi7JILGpLvlw11heek02JyIpzVTAtSVNQoIV+IFJIBbPUesST7WlOFKRQb2LCHBD5J5nX0iMWiYtbrKQxfFhA3cLs2VHbxivZphWVEO6yyeSQfaJJTTlsKb32Nb2vBS0LKAQz1OmINw/bxyqWmbMmYEYitRCWSS5yIHSOuWizsggl8TivQ1y4D1EIVhny5BUsDHONEg92WBuknVzwGnWKoNq9hkGXTbjJKZVqUla2qtG8pI0C9FltRUDVWUXV3BMUgTLIpC0kuQhWfGhYuPwt9IWAntJilLNTV+sMNithsqRhUyiHGbeIhOSDv9Pn+wai5OkGVXguVLCGZahQBqc6VBOgi/cd941GVMIxgO4yUNfEawt3leiJ++kYZ1DMCWwqbJYJ1GvI6sYFTJuEpmhZExG+k1YMD5g68YelrjuqZX5C0V1OrhehjfFofA8YEXJeaLVJE2WQFZLQ/dVy5HMfzF6XaOOUB6XTIWnF0ySYkpqA41EbpINRGdr5RFgYuPKD2ZpJ6RhVzjHeNVJ4UMdpRx7WMiIrGo9I9jtLOOGq2dnFsId9Rl7Rta9npslOJZQ391fItFaXOAB7JagQ7glj5ih9Dyj3Cte8oqUeZJNG+usW1Jcst8prqVDLgnd11ntEIwhc6YWRLOQ/MvkBVuAjcrEgZBUzNjkkZ9cXSH7+nFxBKDa5ifvJj4M91BzNa73sBxMdbf0BkqVlqVs3KCQlQxqFCs0Kla5ZDloGEer2Vs5PdIAzOI1PAQwYATFe0zBl8I4a/pzhDVErAKdmrPipjYZjF82z08Yuytm7MCfunZINSo8eJi5ZSaPqXp/wBI9X8RFmWnvvwHzaMS2OKFmsyAAEpSA5NABSA+0V7diAEN2iyyATQczy+sGpoZwNAE/MxyC+7x7e0LmO6Xwo/tDgedT4wvHDVI6EdTIbTPUVlUypJZTsXJ6c4FzTUpB3Xp+/SLoGmkVp0oBNBUVfiIuRVE2sKhjzYJBV4hJKf+pou2eaRaZRmuOzCVBLM2EAyxXIOyvEnMwPsaA4JO6VJB6Eh/RzBKwHtDMmrriU7akCg6AZPygZINLoOdqtwng5YmqBllyhQt0pldfrFqyXgiWrdJw/hzI8cm8YvX5YlYBNbcxYQeZBPtEsY6JfUnyVrtAa7bSZcyWsfCoE+bH0jsaLQkqcF0qr5h44thz5R0HZW2dpIwvvIYc2Lg/LzMD4lXEVlVoL2rGfu1EApOEniEihrybygvYJYSgr47qB8/nA+WVrUAeG+aZJAHygtZiFKxAMhI3X8nPExDB/P+P57CepLPseIAAswy01FY4zfk/Ba5jAgYiG5PHU9pb0XITugAr+I6BgwHOrxyu12kLWUKqElknUcQ/B36eJj0IVyNiW1zglLpqVZfWLVklGdhxLIUAKEUKePWN7kuRM1KlLUQiTVQ4pLvUZMRXkdIaZV3WeYQqUpKV5Ag7uRodAOdDlnAqohwnpdoV5gSlZwl1AsCQTXknV65mN5diUXMxLJZiVEB+TNTo79Y2kyFyrSpK0MQ5Y88m89IuzJ2EgrIercc8gACBXRLQ+G6L8U9atmXIlcialUt27qkfiHBs31Bo3PVxVNoSASNW4/XlCvZbXiVhCMNM8Va0OQofF6w0XeaBIASBoBlCMrjLYj8TKDarkpSb63mUhaeZBb2pBaXOBDjXyMZOXiVhBo1fHL2941SBkTlRmrCuHsTkyTHuKIUhTOxI9WjYL4QSdmm2KPYiK+XpGRts04XdF0pmqUHAUzgHI8v0gubMJKdxsWXAJJFS3GkbqsolspKQVnugFgkfiOUXtpF4ZNmtMvdMxJSthXtEHDQmocu3QRVKTlNLoy67fsC7qupU2aAoEpd1qbIcK6n5x16WrChIFCQGHADLwhB2Ku5SRjX3phxGrkJFEiupLk+HCHitQMzmeHIRspW3QjLO3XY3BLc4qK3lNmNegz+j84nnGjDIevKKZLEcVFvAH6+0Ke7Esnkzd4f3O/SpblpEyZveOqjSKqyEqHifSNrNMCV7xASE4lE5ACpJ5Ae0ZexgF29vL7NZcAP3s90jiE/8xXkcI5kcI5UgQV2ovk2y0qm1CBuyxwQCW8S5UeZirZLKpaglIcksIdFKKHxWlEKBGT5TpLB6FvKGtGyKnDzEsdWP1i2jZNADqmEhjkAKgeMC8sUD5iTEq77qAlGbPJ7OjJBYqOQroIgm2lwyQEp/CPmcz4xte1pU+A5JyI1GjxDIklnNHDgnWrU4/pD1vux273PEKrDsLzE675UhRTjQssxDlIBzGYIxAcw3AsrmyoSpIM1OE94pBU3hT5xloAQpJlrxjMFiDTQgwucVMCSssLQ0XLivBUmclSWNQClVUnrHloCVjEjJga6O9PMHyiubOtJSooUAVBiUkAl6VIhTpqmL9jr91TEzkklJQgsVDFXiEuNMz/ETW22MwFACCgj4q68gQYV7imrd8klwaUIHuHaCk1bnxz1MeRPPpWlLcndgjbu8E9nLAWMTl0uCcqFuDvnHOFuC8dPtNjSrNOIahQSfeBNs2ckTMgZauIy/wAcm6NDsHjMcVplYyEkitsFfARPCVGiklBfUHLyIHhDRYLlEidMWkgoNZbVYE1Hhl0jnV53NOspCiHQ9Jie748D19YtXVea0EGWSOI+EsxL82fyi6LUlcXaDUb4Oi2tCF4SsOE5FOYHI6oOqD4NCzeyVypgCwATVKkjvJFCxIcNR00IPKDV33ombKxBn1HA/urxXvGYpt9lIJBIIBDgMDSoLUcaRknpNWRxVHtx3fKVZh2RwzJZIUCcwSVAu7vXODdjJwOTqHyDUck1yyhWu21SZUwqwlSSkjC9Qc3fUUyhnsl7gpCkoWHGRSnCR4nhwaEyuUrSF6XJ2izKCkqKmxBTOcQ55Uy+kXZctJqUKfiw9xHiAhYfCwNXDg+POISlSXaodnJPH3jE13MLqkCg0caxFbJKQCosls1DIAaqOTc4r/akipUCdag69YUb2t021z1yjOAkSiKAMFLzAICnJTm70IDCH44ah2PE5K+geTfCNFgjQ1qNDlGQrq3N3vNr68T7xkTSyqMmgJRabVCfeSz2qKmpU9fzGGQB7tsj6GaR/wDoqMjIunxH6/4ZZL0oY7gFE/2j2EHE9w/2/KMjIGHBGaTflFaZ8H+3/wAYyMjeoJ5eH+p4QE2yWRY7SQSO6PAzUAjoxaMjID+pfU1epHMZUNexaR2p/sPuI8jIdk4Gz4HJQ/7h7CNLd/pTP7fkYyMiSXJOclvofeDp84v3qgB2ADKmANoBMUAOgFBGRkXr+kvh6AaRSNYyMhjMHH+maAq1MoAgJdiHqMj1EdUtaAoKCgCCDQ1GUZGR8z8U/f8AsiWfqEvZ60LXPtONSlYEJSnEScKcat0PkKCg4CDEwZ9IyMjfG/uv7fgzJ6mV7SojIt/MRqLkPHsZEgosSEguCHBDEHI+Ec2lSx2s0MGExLBsvvkppwoSOhMexkeh8P5l9huH1DRskgCUGAG8dOQ+p84NWkZ9IyMi3L62bl9bE9Hx/wBw/wC4QYl2uYAGWsdFH6xkZDvD8sp8N1DWzlrmKmKClrUAksConUcTBm95h+zkuXGRf8qvpGRkJyL9f7AZv3RJm3lOr97M/wA1fWAdzWhaZG6pQdaiWJDl8zxMZGR6JdkCmInMmMjIyPGy+uX1ZBLln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3016" name="Picture 8" descr="https://encrypted-tbn3.gstatic.com/images?q=tbn:ANd9GcRZZeUSZHkfj-alxPm_BhDzNLMNfyasPjmr3i_OUTuMvIEDHYr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3648979"/>
            <a:ext cx="2362200" cy="2459806"/>
          </a:xfrm>
          <a:prstGeom prst="rect">
            <a:avLst/>
          </a:prstGeom>
          <a:noFill/>
        </p:spPr>
      </p:pic>
      <p:sp>
        <p:nvSpPr>
          <p:cNvPr id="43018" name="AutoShape 10" descr="data:image/jpeg;base64,/9j/4AAQSkZJRgABAQAAAQABAAD/2wCEAAkGBxMSEhUUExQVFhUXGBsaGRgYFx0bHRwaGyAcGx4bHBsgHiggHx0mGx0YITEhJSkrLi4uGiAzODMsNygtLisBCgoKDg0OGxAQGzQkICQvLCwsLDQsLCwsLyw0LCwsLCw0LCwsNCwsLCwsLCwsLCwsLCwsLCwsLCwsLCwsLCwsLP/AABEIAMIBAwMBIgACEQEDEQH/xAAbAAACAwEBAQAAAAAAAAAAAAADBAACBQYBB//EAEEQAAECBAQEBAQFAwMDAgcAAAECEQADITEEEkFRBSJhcRMygZGhscHwBkLR4fEUI1IVYnIHM4IWkiQ0Q1NzorL/xAAZAQADAQEBAAAAAAAAAAAAAAABAgMABAX/xAAxEQACAgEDAgMHBAEFAAAAAAAAAQIRIQMSMRNBBFHwImFxgZGhsTIzweHxFCNSYtH/2gAMAwEAAhEDEQA/AMCXMkZ2eWFCrU+HWKz8VKUWUP8AyIp2e8cpInAFmFAWLbub+preghhGPKnDOr8p9bdf3iW0j08cnZcPRKMwDMEkoZLKagY77P8AYjqMHIypPMTa/wDHSPnvARNlLzrSAAaOeY3Bppf9o6lH4oRkUyZhUmpy5T0u41gEnyC/EvEJ0hP/ANJSVuEkuFJO5TUKA3DaUjhMSg5nWXUqr0rpp2aNDivGFYibmnApFkg2Cf13P6Qv4WYoCWJsHLanUxqKRjSE5NPSOp4ePFYZMyl+YaADX1+hjGk4Aklg/dr6/GGBw7EIUVvlRlALKVpYsmtDCpZtiurOi42peGTySJYS3nyBYJ9UjKSNCD0MW4DxEzQp8PhmAChll/nl1DhwCQnNYULaQhInzPCIM+UtExLZZmZqGpDEKCtDDvDuFqlLlLD5QseIlKnGU0Ux1DE0Ne+rbr4NaM2fiMNNWcqzImZicq055bm7KABTXd2pGPxmdMl/21FQKqmgCVjdKhQptu8L8XlGTNmy1hRyLUi7VSSM3qz+sZxxiigJzKKQSQHJAPaw9BG2+YyiFXiMwGYCmoAHyD/zBcNNCj5gG070hYOXejNHhXWgaDQ9GkZhYBBBc2bX1DQ1gJqkGYVoClUU6npckGz73BGWmsJ4aeFFIIFKEqNB1+/hDsmdn5AS5SoKJAYuCA50q1/4W6F4PV8Y8RLK5AgpVLCaJzJIFhXyqmGpo5bQRsfifFMZanbxJYOYO6ikhJSWIemW/X14uY5UQS7OH3antHU8eJmYDCzDeUsofZK05vmgCHlnkov00UmS0Lw6JqHTOTlSwWVLWcpdXRIKLXGapLhnuKomJkYeYcwK5UnJRwUnKlR81GWtI6lFQHEc6MZMSjKFEA5nSDcKCQp+7J7tDKsUVoSgDygswokKOapen7DeBJquCborLWrxCFKKhRwAWBatOho/TrFeKYcZ/FSkiWojlcu2ta3reASVrC8yQaFjUGpoNGjdx8tMoMQJjkDMC4C0khiWZuvTrEnJpi3nAJEgqQ80JSjMFJSKVZ2cFxRr33hOZj5YWU+HRIVqHDJUTbq2pEVXxhRKklIGZOXKAzEJIA7ZiFb0ELIw08LC0AKKg+aih/uc20avWAo82aMPM18Hh0zSlQWkqqQlVOQPUtUMW7t2imImpRPSpJCgpQBOU3L0LszClC9NKxiTcaZYUkkcybJs9QxY0odNhFsHxEjInMcucK8rl9eah7H5QVBhSzZ1X4zQDLlKTlBBOtHKR70BFDHDTZp8xJIq1CO8d7+KVBeBllKXyzEgvuQq7drPr0jgVTuYEkUq2lK6/Zh4opJZNElJAS5UTypFmfct2EDzMpuVAApq6zQb1PwrCE6eVZSQS5JLb9hHkwGoyH/k28HaLRp4ETAvOySU5kl1ZcxF9Q56AjSKypOHJWuaa5lFKHNQFAVNS9SdLGM+UiYoAVCRZzQb9BFsNhyVNcnR6dYVx95qB4gIKiQlQHRyPemsex0eB/DCZqAsBId7zmqCQaZS1QdYkbel6/sTrQWLOfRL/uJF7ekGw+JmSlESyBmNeUElupiYjEkLC72A/nsYKMMVuyg/0YGg1q8UbKuqyNYzETpgUkrNKkAAOAWNqnf1hGXiPDIIAJFLliPQijQxgV/3QSai4N9A22pLdIFxHDEKdqGv38R6Qt9gYrAXGYvxS7BIygMSS1S9TUwxwnCZlf3EqyWKgXyihcDf9YzEKBYX0Ye7fSO/wWHXlIKBmABZJH8DSkBvabhWcnMxS5K+VRIBOgL33+XWN7h34mQxKwAKNQ03d/W0Z2OmBEzMEKKQCFJIZjr02MaKODS5qQUm4BcUvv8AvA7E513NrGcBk4lLpShKjXNlNf8A2qEYONlYzh+VQV4knyhP5QdAUu4GoL6N3YwHEMRglBE0Z5Fgauja2g/x9tj2QTLnymLLlzBXL7gg9DXuI1+Yl1zwclxbC4XE+EpREudPlpmJNakuCkkjKSFJIa/Z45HEcPmYdSpSkuVBgRYgGhD9fWOi/FcpKsIjlyrws9UhQA/ySFP/AMSpKiCb5+sYM/jpmSBKm8y0qBTMN2GhpXSuur3hyiTXHBiAXJr+/wB/CD5mAO/0p84GzknevxhnEoDJbZ3Ircv8oYpYKStqftG5wlBckEEUc5gAHF3Ptre0YkqVzBrRsYNeROcFIP8AhUkjckU0sT6ROatUJPgrxpLLSopKSfMFVc0q7aipBrGxgpJm4DES9QM4pX+2oKLb8oIPeM7i2fKDMWlZ0NAfYUN3oWsY0/wlxIpljLLClZlcyqgBrAakk16RoPA2kc9ldAJYMGNg1/jbTWHsTjlFBCEpCWom7tQ9dz6QrjpITMmJD5UzFNZ6Ha9mhcorQ1zPW3tGasRqxoKmBLlQSNEihewzkByb0qL1iiZigFiZNKDRQSB5iR0009YVxDqIGYMBoMoO9O8BJCnetGEBRCkbOC48CoKXKlqUGGZqmwbYsHLmF+GcamoT4YU8tKTQhm1IDWL69NIrg+B4oZf7E3msSgtu5Nh6mNP/ANM4pSXRKvmdOdGgrlVmYjq9/WFfT4v7hclxZgcUmpWtRQgIHTzF75ibmhqwvFEylpykqYJZgD1t0694cmcNxAKF+BNKVuU5UFWZmcjK/Sv6R7LweKmBkYefWx8NQAO7s2gh7pG7HX8TUDgpgJLpMs2LAZ0pLgtXmaxjicQU1UHoRVIHf6R9Bn8NWMBPAq8rlYvmKSlVKAm2o+kfPpPCsVOl5pUolG6RUs9buRQ1ZngRkmrsaTTdpgV4nlSpyS5d/hUvFZ2KBZySBQQUYFSQJZQfEq6Sk5q/7bijXj3/ANN4lsxkzAlnchgxfU0ehpekPce7M0hKZiUtQVi8pBmFwW67H94dm/hXFI80hQYPdJpuACSfTvaBpwcxCQSmYgPQkEBxs9zGuPZmx2LysEGH/wAQhH+05nHQ2iR4eHzFVyTC+oSr9I8gWvMFe8SV5nuzB2++saGFGZzmZQUKmzVHoTSFkI5VJ1v7fzGjgEgyyWcqdwX1o3uAYaXAXwAWS/Oo5wK0sBS/QBtbesaf9IVyJRNSEZSNeWoL9j89oXwEgJcgBKlAgBiVEG5Sk+o940sCoyxlSh6uzszZjXoQoj/x6QtoCkuDlZQKFgtZQ9a/GPrH9XKlkFakpSsUU4D0zA/COEmiQFHPLVdxlXRrhujbGH+Hfhvx5YnZ/DSpXKMhWWqKtufpCTrDZpNbabN7jiEzkAAh3otqkVGUmoKS4djoKRxcjETZSyuTmGh1FG5SNR9iPpWC4WmUjL4bjoynDipCiwID1B0o9oKeGylOkywAXcMQSX3fZtBWJdZI5uokqOQxHH1TkqQJbDKHCS6q69tWpTWJ+GcbNw6VBKkzJb+RWZJSTWlDf213fbm/hYKUVAkAuwBJIJ0Jow9T8ocw/B0gpBOdIpUkFtyFAk1oz63jdWFUDeqo5wifPRjROSAqeJakAEeeUoZRsAUOl+0czifwziEy1TMoITcBQKgNSwuB0+hj6ujAS3zAZdxv6Bh9fnDADOQAnUWfdqDbpp1oF4n3GWs0fDMOkUO+0b0ngq1JSZqZqJamyqEvM+tswIBFQavH1JHD5WbxUIRmNSoJGatXcByCQINLlptYkdrU+VPhC6ni64QZa/kjicFwKUpeVEkKQUllKKgGF+UnzWBu22sZ+G/CE6qTMQEkhwCp3uxGUB7epEfSJmHloqTUkmouQw1PpEUQlWReUOKEgkkGrMBZtHPVojp6rjfL+Lv4CLUkjiJ//T5WV/GFNC/lD629toP+GuAKQwUsMWUlCASupBc/4lm0Po1e3l4mWEAhqMbg3qO1BfTpCj1UU5Eq/KELJJ3zczamoYxV60nHDCtWS7i6/wAM4fxf6ghQmCr57sCATuWaseTuAyVFRyALZytzmJIuFuXuzdqWjRE2hzKLkFnAFTp/yozU9YDMlEKBMwpSlrSzMKuhANDSp+MQfUk7sW5N8nOYj8DSFFRzrDmhUQXJuGS1K6FyQYxsN+BP6ecDOWmZKukpDOoVZaVFgNGdV+8dvhMSCFqWEhP5aKG5IIY0Ac16eiiMJJWc00l2OXMVKINCGQTVzZxdo3V1EqvkZTksWMycQnwyUqSAAHAYAC3QXItDsybR8yQoizv6sPT5RkL4UpEwOSc1GK8xAYqLpBvQ29IbxHDleIUlYJLEKbsCwZm0o5pEOhqU3Wffx8fMltGsPiJaRzqOUC5AUVHZm+XWPFzuQ5c8w6JokoG6gCT8h6xXEzJYJIlKJQpIKtmAJcamu2oNHjMxbzM5JUVBiEqGUG1HdgW15qlrxXpNKnl+fH5/FDJGrhsMhQTNJQUqDBSAWBYnmAY6WpVg8KS5YXmUt2V5eUAFRoEGr12cwhgsYg8gSUpzBK5QUxIJN1UPma9OsMYmY5C0oCTlqKrDWzXFb16dYeUIqs/m2F0j3NmlLM5JQtSylDM4YAVY6Kqxb1gU450sorcM2rCxoGr6Q7hVoVLmMpS2SStK6KUEvpZviGFYqjBhcvIEFyAUF3dw2Wv5aXNavaHWjGcVn1+Q7QGFWlKUrmoKsin8jHKw11AqW94SnT0EnOHKgWCQzCjhmHKzV+OsbiskkHxFKUpmSlNqtUqJbptCZKcyJaE0KXClELK1JqdSkADRvRoz0/ZUVz9w15GKuehNCmYCO+tR+Q6avEhuVilrAUFJYijKLN6R5ENk+1/Y2fVHPYf/AKdqYK/qASzEIlKUz2D5g9egtBsF+DJiG8aYAyjyoQpTg/mUaFIBvQx2xlJAJYirKqAf/wBgz9PjrBZmVCBMbKk0QQKlrMMzerGLPxOpQetNo5PAfgGVJKVYidMzXTlISAml+VW5o4vSOgk8Jw2UpVh0JSbOkIWSdSRzjU1OohjCDMlyiYpjmAUHcMWelEuAantF8qUljlJmF3Ty12JLAnTUEGElqSkt10I5t5MPi34Ok+Gvw5UpGV+dalhTt/lmIFTrmcvGvwLhZk4eSglyEB1Aul6ksS5YORVt2EHAlgl0JOWqUr5gkmgIDkk3oNAK0haXj0pWM6khZdglAsHBzeVh3OkaWrWJP169xnJtUzSDuEuC2gWnaj1dnaFVg/mSS1HZwX6vT59I8kJTMW6VuA5JAPxIo7vFsWppwTLKswDlIJAIfUlg5e14RpuO5evoJR6ohgMpuf3ejiKrDCwKtAbEuBdjXT0jyYlRImrLy7gS01rUBgH9XgJBStiZqg7UINSCWAA20feEcmnlP18AUw0meXCcgCjR7klnYEJYDrSJi8KpIAy8xAYFaAx1NC/sNIZwuICUZljK6eXKXUpvygioI1FNOsAw2IkoBmJKVBRAUNXDnmfatdz2a21Vn7jVjJJeHIAKiUCnMWyuKh/XavtFpc+S4QJySWoGS7DZJYAO9TCEzGpUsZZk4V35QLk2JbR7CBYjKf7qEDxEli4AoalRBLAnb+IywsL8+vt8wjs+aoLSWFAyaggnQ9Lks5v1gqJKCnmUsJ1fdJsmrpNDppCUlS5jmWoJSo8rKqEtU2YH3rrExqpyHTULBSEKTYJAZg5o9N7mG043cmsGQzPlS1rScwblzFSgHI3Bao/WBYmYyylS1Zg5BWqjXCSKDowIqbx5hQt1FRASRlMtQOYBrgP5nrfesXVgSU3UqvmLEkUd+btpRzBzLhfYxU4yYJYL53dTjlyFQt0ZSh/7TFUpWlmUkkkuSQSUsNLu50vRtxQY4SSlJLpYWJyu5egbUVAi8rwVKGRYzhIXbMD0sd4dwcuX6/sahtWHUCVKeopmVVTOa2oBVk+7GBS8LLlLBdIWpjd6aavY3DUhZJXiClSkqyBQBcDy6sxcDqY94ghCCPCTKUHYOsguA4cZdm1sRAv2biY8M2WSESllQSCozSSHILABQZJIcANpAETErIUVzTlSGB5kpUKHlY5akOqoY3DQ8ozBkQtSUupmSz0FgoXDb1paJg0S1zVSfKQCx3Ys4NDcPoa94KjfarCoN8Cn9KXK1ZPEIIdJDgHqLMG0Ylt49m4SdMlZmJUoJGYq8MMlwDmSPVw9VG8CmcZSWKhmWkEksGKgaAi4BoS9wS1BBFYyZOAmrmAJBOVdAElP5HFWUHSQAS2haJRdOufXf/AKaMrFSmXnmSwJhSQUJUSFU5S/5h5XoYuhCklwVBK0hC0pu98wcOLXZmJ9NvDTvCzKUxzkkCgyj8rJobU0PaCYbHiVVXKpiyVJc5iwcFzToL77WhprddeYUsmInFJSlwXmBnmKZIDiqlECgsAG6w8ucwzJXndRGZSgkUAzKIFSWa5NxQvGhxfA51S5c4ixKiKAOemt69IycDw6UJnKlJRUDOgmnZxTXrDPRr1/AaNLDITNDrUVFAAykJD3Y0d/haAS5qRLWApBSKDMGIJFnuCxam8e4hQBLJAUKGlBbag0IPW5gc+YgIClNZsl8/lqT3IO31mtVwftfUO58GN/puHNeYPoCmnvWJFySp1JUQCXAyWHtEiHVJ2dSnE+IlQWFhJuGd979tPnAJilkf3kIATRlsWRoAAHAa73gYBSnMkkEUPMFAAagOQos9XFUiA4GYnNlQouSCTMIVmOrhgEgnqe8NKSxFvPr12BZbiSUlSVFS2UGyBiSP8AMVJGrWdoNKQFUQmr0TndVNbUu1TGZi8dNlvKWAlq5lpS3higUDqXpy1EO8QmS/BAWjISEsQoknNzEMSpie/5oSlmTX1r164M0Gw09KCp5kvMgFQRLAUH1dZPmPlYfKPJeBE8ZlpBSQeUJUU5tzQJNXO/WOf/AKhCC6gAM2US82xq+pOlNX2aNHFcWJUPAdScqVAABJSqoI0ahFbWFXeNpubzLjyyCJr4SQBLKJZkKIUxS2VhanMD7QrL4tI8Ujm5SUhlOgG5Z6+bVzYRiyCoTfIpKjZKOYs+m5evrD2H/Dc1CGm+GEu4UtRC0hrMHBrq72fWKLdKNw5X3+oyymaS5Z8VJWopSgpOVAAdRLhyzktW7NpC/wDq68hCFolqSSSVocGp5QKHM3r0rFcPghJTMmBaJ6jlCXJowILirlmApZ4tiOFpBKuU5qAKYM9Sk6u225eH3Srj168gO0ezCqWv+6hIJYiYgHKbXpSl6a6whinKypKZYBYF6jsCL+to1eKTQEyysKyn8oVRwwPML2FGftElKEx/DQhCWfOBmOtHNdDC3G3FO6zXf18TYEhKnJAIShYLksCk1owemXpvB5fDJK5aSJf901ILEgs/MpnZiK/xB+HSps1JyLkqSxowBfYgAEGggGJTNlPNXnLXF8urqI0bWCpOSzF18v7MKzOFqlcyVpKTQ5SeV6e3f2h9anAykKSUBOdYYJYqBUxro0Z3FELK0qaoDLzEhB2cHW3sIunAJmICc81SRzFKKf8Ai55tG3odYlHT2yaiufjyDFstjiggIC1zFEEk+E5cM5S1detDDPCZc9KGTkASXOYlw73d9NDAsNJSVhUiX4RAIfOoFWldy+p940cTO8NIGUKmqDhD0cUzK0YfO3Sunp53X+f5yN8APEZyBzTEE8rJXlBBqLBzpro9CHhSVOQgsCkqBcOAVCopmA1rePcTNeWtWZS1I8zFyVFgwLJHYCg9YFw/EqkzSZroSpPKkqBZmu3R694K/UpekDJfFSylZyySkK/OgE5gRUMHariAcRwk4qC1Ek0ICVMAzEOkpf2j3F8cKych7AGjdTqegjJmcUns4SlVQ4Y21DwJyhu2pv5UOovkNPE1c0qBBWapo1vygkCzWP1gWLMxBSVEpXzAlwKknW1jpGyrF5pWZUtSUlgkAua6gF7CMyZipSsyPDqBmfKAUjdh12a9oaUXHuX0tdww+DNTKI6flJu4NxXTT7EbGDxf9XOYuhCVBMuUl9KuTpQZj/DqpkuQEqtYFiC4uGoe0LmbMw05GIb+2GcixBdNuj39HMbTf3L622a3I2uPzBIIKUkuup3YVc3FxXQgmEeOcSl4iTKWASKgh2Ub+YMQwu9fM2sYuKWrHT1FL5Eg+gJNq3V6UHSNFXDycpKUkNcL76AUo1G09IpKeWkDR0bak0UxHGZi1JJYgJSCCTUAMbNeGpHFctbgl7NSrjvpX94RGCSHJUHDMAC3esL/ANbzZEgZSQOytD3v7mJVJvci2ro6bVxNKZPDpUpYIUrKWehFRQjYEbQcYUrQecJ6dDeoNK/SOSxuLWnMUqQ6CUipY5ncgsa2Gmto1+DYleVpxSo0IUkjMBqkvQ1/mD01+uWbIx0He5fixiZw6tVObu6i71u0SC/6mseVWUbAkfAJaJAOjf8A9V6+R1CMekIAU1DzeIjMojRno4PQwhxSZJzgvMCixopDEdKAfCJPQlBcOB+VCUAlTAOo0NHNu0L4WUxGZJIUB+YF9Xqlmt2gS3PCZ5EmFx8lJlhJSjdsqVKCd1FKWAt1MY2LmTDlygkAEO3lTaj6k/esdTPwkpSEoQEqJGdRJcANmYCzkNX9aD4ViJSkKlBRUaAEpAAUqjPQkimgvGelc8sFGNw3JlYVUSKMAT0Fn+3tGn4OQf3UiUCSoghySAGZIq3XSHZixK8XwUgrlshAApmIJOZV/fRt4yf9LnKHizimVL5T4YdRUXBeYo3LvSoLC0NJNLCC0a8k+EEmSylEFlL5QlBrR6lz107CLPMmEv4ShZRcq2diGbf0vCWG4ctawpWbmIdK6ntRu8NcPwBmFeXklJzDkLEqCtruwBJ7NAW+SSa+QMvAzxRYlSssrsWGfqp2qTlBN9rODHJIx4QoqCQwcgZmJFxe7DYR0X4nCJcmXldCQ5GUVc0DsbVNz8Y54zVzQhWVK8tHQjMpJuygkCgNHrV63iXiNNbsLjigtZNTxk4kpTLUUyyl1hQ1ewq1qg7PF1y1IzShNICshLBuVPmSkiwIbTQ7wDDYWT/25lAqrspICuqmDKcv6nrAJ3io5DU1yrzAmhoT0IaMpRTt8vv/AF2A3QhxaQmYtS5SglQLBaTlBKdjXMLBm9o6LgHE1JBlzq8rEkk7BtacxbudoRlY+UJWUpCVBOZSWOmopRQFT6wph+HS1LCASFsVBJNFNUVIvrX1h9NU9ydgXuNH8TCahAWplpF2pld6sz/KEuDqmkKRLNZiD5T5XIcg2Cm+JjSxOJWlITMQtZygKBIykfCtd26R7gxLKTlkqlZakggmmtFOesVcU5Y/kOOxdZI/unK8tiwoSRQFTCp+UL4eamaVTpxIBslyHAAvv0G5MI8USStSkLCk3CkkO50Pbb9YzJYCQa5io1SrMXrsC594SWolLa1/4azpZnEQlCUSkjMQCASzPqSb9IAnFFZCJwOZsoSLFW5N7dxr0gPD8QoqAMpkixVQjYgkw54zuDlCxYitRbo5FIpW4rD/AJYx2ZnYnDqSFGqW8wYkDoSO93iMlSaMndaywGnT6w3ipBUnOFHxHJPWgYN2HxjPmplzspCUiZqcoF9Qf0g0uSnUmrgse4KkKcKCwtCU5UucorckO9mHp1h4YFwFyVNTyLFgbgED5uDCknhrhiajQkj5fOMuTPVKnFTKQbMVEltX3rWnS8M8LJowlqYiuwXHT0jNLUhKSC6qModjtCOInvJmBgxTqQ+jN61hydjkKmFSgVcrHWjufZo9nYCQuWoS1ZFAOxLg60rQ/dIm4ZtdisNRx/Uu3P2A8EPhSUs1QSWu53Ov7Q4jFqIP5k7s3xq4G7xl4RQSBV2SBY/bQ2llbv3r+9N4nZ6XSuC2uimJWVDRtHAI72EJzZBSUrBTmCg1ASC940lYStSUhVCVPrrvbpCSwSm/3XpDLHAig6y/wY/gCYhlD8zn3eD+G1AWOlftopIkhUpIzB1OwHmFWcjR9N4P4eVzQE0q2nW0FuXBOKklj3C7TN1fH9IkIT8Yyjr1zhPwNokN7Xl+BeovL19T6IsFayskJLslSTbqXJNqQ5LWfEKFkA0uGCSHq+z7bxz/ABqdmWQnyIoltbglnraFlY5SvMVEhIAJewLgPsC41vaJPHB5FdzpuCzSDNClAiZLKZZIYjlICX1oB6xxUziBl5cpWBnJUGIU5f1LUbsIfWrxBzE+oep2Ov7Q3+GOCBMzOtDkPkzVruEihbS++ggpbqTHi13NPCqxE1PiDMhCi4cArN3UQ4SATa5tuDGwni3InPLZSBzhQoFUZQOupEJ8RALIE1HighWUllFVb1NGe1Axjj8aZkmbMQsqHikKKSaAO7CpYMSIZXGwRTbpHYcN/EijMzKlsCCQHcsWYmlD0ezvA1cUCBNEtRUVKJSEuWCq2jBxwlpTlmNMUUkBSGLb0LfmALwnwma02WZpLA5ipLhLJBLEVuzMKmgjRlJlo6E5R3Lg63iGNdaFziZUvJUsCSXFEgghz1DjpBJE6WhMwy86AkJ8yqqzOzMXFdKGveOb4lNmYyYCOVAol3BHVn1+rQ9Kw1kpoh0uoIvlo6iOYlqegZoO5bh/9LqON0Gx88qQAtSlJWpqEH0q4AJF+gjN/qJkoAFlJoC4IUlAtU3DZqOfaGcRgEJUvNzJYsDUsSdSbVO16mJglSnecORNk3c9j8u0Sq3kK8K4x3TePuEkYkT1BMtQlS2UoqNy1nLhnrR3peKTsOtDJQFTEi6mIVm7eYUahc1hzG8SCkhKJPhykqTzEZauCAANYUmmYlWaZSYVgZhR9SnYs4v8IMlFNfk45LshriXExPTKKQQtBLpNADS+6aEe8X4VxOUsgJKpalWCrKIuEq1gmCxZnghSC4cEryP/AP0Y5f8AEGBnSg/OUFQAJIIBsASD84s7T3FVFSpLk2+OFCQEBIqSEskMkA/YimBw8pDCZMAUoUBOU1ezEVhhUpBkpmrU5yoBV1IdX1jD4iULZSgtQUfKlQZADCreh+sCUVyybjTdmh4CEKKVqmODS3M3+KjQtsWNIYm8PlpGYzFpA3yge5g/D1pWCkMVJDKzB8x7G4fWF8Vhk5k5gkA+g7s7P8YX9KKxlBL2o2/iAlSSf+1MQtFzzeU3oA9T1b9SysKlS1sUhKg77GlARubdIiZYlqUlKUEuxq30O2pguGwAzZnSlxYG+9ae8NTrA8JrcpLsJplzEL5AVVazlXSlXr9YUxk0FTlw9gfsaxsYnEywcgdIBCcyWBc+w6uBv3imKwoUvMVqUk1KTVvUMfR9Peak+GdsNZPU3NdvqYc+WXqdgKC2nw1+MKzkkJcdR6VEbnE5KwUl01a5v1FSzlwzBoyschWYJUAC4bnCncjTQaV3hsldSUXp8F8HJUEhLFg7H4j57QcS0jzqAA1P62i+IxAQkkpLEsAgM1a1ez60+cI4vHpcNketFKJHajAdoZabKrUUVSNBOIAT5nT+Ugu+sK4idK0UDQnQ+3v84wcbi8yjlTSjnMWfoCnf+YQmYZJ1Y/X+IOxCK8tdzQwWPSJYClJBDsNS+pHw+xAlzEz1oQFBId3Yk+lRb6QlMw76be0Hl4MOFIDM2rkHpt2h8LKBTSo8XwxANDmG+/XSPY0ETC1b9UgxI3VY3SQHFY5gEgmuzktYUpSGMIlakghJ5SwCswJ1dgPt/dKWtqmrjzPp8/jD8lSVAcxCUm7F+n5rvtE2qOF+HjCFsclCaohAQAoqYOfNSwuSat6x9H4eAhBmLABD0BslNAn9f2jiP+m5UMRMXOoMrIBDB3FupST8Ye4lxzIZ0o2KlEFqAuwB6MPjBSUcnMtKW6lyYHG8QqZO8ZLulVKdTXqCS7f7vSPP69eImrnEBKlgAhnbKAHD2Bazwv8A1gzBtQNXv99IOleRZAs70qx1I1pSFeEdunpRjq7WMgElyfV9PePV8Rbyhy2v0o0NHHFQ5lEu5fUnUk7+seSEJdwBUMSQ5toTUekJaPRSaVIVw2FVMXmUhRISwUpZcA9CcrFjGmZh1Kk7Zqlx2N+/SFZ+QKZeX0JFizkhy9bHY30D4R/7ilkJZ2NbWLim2upDRuTi67X6TSw+J8Q5VLQhmfRRZjQvUHru9IcRxOTJBSjKo0oz10YXJ9h1jlxxLPMAASrKAzOQkbdXp2+Ea2FlJTUJOcqd0kuSfs6UA6Q8MHnTk7akaWLmzTkTMolTg2ISosQACMtAPWsGxLlMszDmMsVIspRqCB1P0hPE4pYVNlqTmlE0aqk622F4Q4DilTJ8uWXYFRALAOkG+r0oCwg8k4wcrPZk2dIU4YFfMUqBOUnQVDbt1tDw49NH9vEywZSwWWmnooWUelD3icbWDOUkszoZT2OVm7U+AiyTLXK8KbykjlVo/wCoNCNfWDG1aQ2k0pe1wZWCJ8JchXPLSXSoEkkHRqXD9n9lcq5ikvlSj8iWZyNW6Xe0M8Iny0pyrZyoUehdo0p+FJWFKuWTXYAn77wHlD+IjU3QfCpJlOeVaQajYVp+kZqsUVhJmFSEjUAEAgeZQ1ep+6FxXEDLJQFMpO4LKCqt7EH1O8KqQZs0WCcp5bppoRq0M6aJOLVWPSQ4POlaTUKlhiDvf1hOeSuigyrOKObPtW9Y9kypJByHwFi6Xcdw+nZoQxClpDGYlYLmhBPUEirPpCtNLB0+GjGU6krC4fDkEnMHoUquxGo0BtWDhGX83fr+99PnC2GcEBZICg4YOOj1ptR4ouYLffwhD0NOEY+xXzGV4rwiByhBdi7N73NrwlPxXMDQsRQFxd3DdXiTimxU4axAHoznpWFkgBaAGAbMG+Hq4FjDJITWhSSQbGJVQrPMRfpZk3++8Z06SgUQK1zf5blh+UfE02aNLIFEEvo4JdyCVAvpvoAwFoEqXLzPmYgPUkqbqKVh48YDH3mWmY1Mr0+ev3tFsNLKyaAML+wHZyQPWNKbg0tmu+gZ+4LffwhCYMoKSpgRzbkBQUz6EMNnaMUU0+BZZIq7C/yii8RprBFh7qB6mj+mnaBKluogDb5PaGDZbxF9feJC/wDUFNG+Jj2NtNuOhTiZMskJCVFIuQVF7Uow969oqmYpaivlfZrD2p93gaEFQoKPUqf4Jf8ASNGTKCUl/v7pEpUicfDpu5Oz2ShSEgZxmZxuCLEHTuawLHIB85eYRzaAK1B6vcUb3i2UPyu/wgak0ZvnCJ9x4aKUtxniWrQs0N41AGVXR7/e0CC21A9CB9YamHNLFDymunuCHhmxdeltl5MFIxStP1+t4elYh7gg9tLU6d4SwyX8j5jYJuG2Ohh+VhlhRChT/JZYVar2J7uOhhWrZ07gaJeVs00s9MxApq12F6wXEoExkhAZRuEtU0BIFzUhthEnTpSFFSKqcgEgGmjOLh4NPmhCc6pmVZPLz+rPfUsx1MN8CE4cOgWDwiUkoFwXUQzdyY1xhVpSSSQgB2fLmLOa3OzD1jGmzzWiqsSzs7XbUw/xHF0JJJUsBnsEdNv5gL2bbPL8RpOD3y72bOKkZ5gXKV5qg6HUP8RHNYwKlTVFiFOFBgak6DoXVF8LiVJbnUGsNBq46vrBcbNK8igzgMRWrOXBsD6Q1pl/D6MoSTatNGdx4qWCpagbeU69negJ06UinDcSZkrw1EKOZg5LvRiDX5bwXGh0qKlA0NAkAhqsVXO/rCXCyAFij6E3BLinXbrCjLw9NRaAz8e1TKNbMoC2rszntRh69PO4icqZpFCoEAbMQT3jJmyM51zXcgM51Z2+XaAmeUjKzAVZqvW3c7bQylSLeI8M5xVMYOJ8eaqd4eRJUlyo1LMkDvlqwe0O8WWAUAWSkuBR6gEP2ArGDMn5nLa3A/an7QyZ4IAWqjsNg/1+6QbBqeH3ONcIelstRUAUgML77/8Ak4hPFTyglOQPuzfxCk3iS0koATlBqxKiWtWwj3iGJExSVB00Yj99mgvgTS0Zaerjg9n4gqJblGwqQPlHqJlBqR+t+36RnzsQrQCA/wBYqBtbO3CNHEywbg/f38oqtizApISE6CxJep6wPCzQdX669oamFIZ/22tBTawCUU8i8qesFph7H94YmocMQD97H9oEkv27wVM6gBDbHtCP3DUAljK5FKu3X13+kWVicySpQGYXJrTsQx1g01II1hWY4sPvrDKRKemnwUmYQKqGY1YEU97dnpEOGKUgF2rR9mANmbW8FkrQm3M73BoRqP2ik2a5BUAtqM7uNqdNi8Usim26FMzU8IlqOFCPY1kDCEAkZemZm9wTEiXWj5fZg66XZ/QaRISGvsPv7vBFliA9TptBJaCQwYltfTuR9YWky3OVTJJBIB+jKBhKs7W6JOWAL11/mKEmhLbkPZnZ+/0i0gFiQpAADhh21Lk67wxLmgVU5PU/JIelbnYQXgnKe1GbiJWept6w4JZysVlT3cUdmAGoanx7QKbPA8o7U+R+/lCq8Sb3+xBSvAutDfEMJyUp5VlCiwLBvka2HvAMOE5gVKWqtlF/hCM4cxJj1KlfdodxG037Ks3kTUmjH1EUPDpbPkBD0J70pZ4z5ExTEsdyW+sOYDEPMS5JJ/KB5RVyTCU0DW1NsbC4iap2VlWAaKAIBbVjvtBZuBzkKKsoIrqwqSRXsW69IBOUitFJLklnOYVqNvn8INJU0vMGUSqiVHmCWJKnOzfGFq0cc5R1YKEUN4TIlRSqp3JazjWuZxse0Kz8VmJrQWAHz9IBj0rEuqsq3GUOnJvV9G3J0gwlLTJ/uKkgu+alNGKg1DsBB2nTDUjF+0zw+W41pX4i38QpgUcyno4p10eGJSGSSCTpRJPxhIzDm6tlHv33+UFI2o/9yL+JrLxEpADhS70BITqx0cv92EZM1Spig6gm9WYObWfs8Wzq8pFa2rWxoNQ0eypKi4CTmCSoFiBRuVx+ZzBorJ2jxUhqEEHr86aQGaAKb7fff2hqySlXnYUfysXL1v8AdKx5NYhzU6U9bWrGBCdrIgURGGpD6PYwbwjUsW3Z2hdcinQH59IKKM9UzMKHrC02R0hlbM4f116iPQk+0FYByCwqMpoxEMEFn07wyjCLAJykBLO4Yh2qxrVxaKCSXsSHYMCdIF2BNdmBUY98zJS5JNAAXJpo14LLSM4zHKl60q2p7x1uAmyBWVlB6X97xiOvr9JcX+BLC8A5B4iikkVYAgdxrsSDAcVweSkABcxmq7GraBv1jTxnE0IBzKDsSBqWBPpb1jJPGAFc8sbgpILg2INiDv7gQ21Lk4Yz8RPK/gxMXKSFFKFKI3UAC+oLX9YQxSQKDW/6iOg43xhM1KUhGrhRYkbildtd70ZKTgDOSQgKzCrkMDoWJLfr0g2dsZVBOeDGUTv8IkXJahFeoESGKHUlCTKWJiRnblSAQAKOXZnr1iYbFhLFOg5rdDUly33vHnECSQFLdAo4p2ApX6wnLAd6pGjt7n4+8QsEWtWPuYyudmU5AGpdr6tt+3pCc+eHpV/tt4i5pNB9iKZSrsNdPWMWUaR4t72gUxiaUp8d4Mvlaz/L94CuWTUUTZtYKCALE8wpFtdIOJIagLgt9/pBsFh+apTXQli1iTqNfaDZPUmoK2LhCgDTlNz+h9vaBzHZkgua0BelYJ/WJWXRLOWz0ApqKGmukaGDxCKGZQMQyWcg6Ekt1FmZusbPcRPdG6oRkIUQtiHGUiofamga9dmrDODnnNRGYnmBoTQOw67d/WF1Ynm5XyNRJCQWFqpGzUrreLhaQOYKJJ81KZtBtTTSMznnpU9w+MeFNyKUSkln1Pa3wFYrJlrKilXKkBgTzMKO1GhDDZUMciXuHJf6CLTMYt3JNdqN9IFLsUWjtVxOj4itMoBICmbzOQ9hmoW6PS8YEyYQXBqDv8PpEkcWmtlUkqQd6EdifvtAcXNBtrvf+YdRyS1E91jCpIUolFCRXKvK6TXmFyGFRuL3hubiPDBEtJJIHMOVn2Joda/K8J4ZbjcsWo/mBb5woqYvMxLhNHJJrqPQuKQzLRW41OHyBMKUhFRVwoBxdyaA+8OKSVnKpB5SWUVhQal2UVaCkYsmaTqBBkk2UDRyLt7ekRfJR6abTNFfDVgF0nKLHI6d7igHeF5XDishKQKks1iRfpSDYYTAAbprynlPcaWLfvWHpOIKBmCUuFAs4fUOGBamkCyUvEqLS5OdmYFbkAKodn9I9GHU4BoG31vHTyeLrlryqllKCHDEUPUFm2o9oWxuLCllyCCBcB0n/aoVd7uewg2dEZJ8GOuXNlgCZYppel7h3D0JZrx4JiFEMFJW/Mo+U1u2lzbQdTDysNmPX5/vHmGkMCVeYHly2LXdw9KbC941k5PThy+DMfnGZC5gcZim4G7vt1B9q7v9Nhqh0kG2igdgTU/YhZM3OyWZrd94WxktiPT5CBdnC/Hvd7KwBxmFaYUhiBY76+4hSYnStNK23A+PrDgFbX701YdIJPnJUlISg5gak1JcVN9300hkzs0/ERmk1/gmF4aia6ZaZi7GhSCK1pp3tWDCStDBKVoCyCSRlzIq5BZiR+t2jQ4FjJWGlqK1KUpZsBVLd7Vf4Q1/rkoqUEuJZL5VWc+alhooHcq6QtnFOac2txjrRK/MAo0qHrEgs2XhVkqdYfYkD2zRIb5idR+b9fMQRicwyrNzQ7Hc/WAJkklqV6097RDKKe8GSrq/3rC8cHr6ekoXt7jAwlAaN8oopDJvX7t7wUTFKASAwu7VVo5Ouv6QNcoo3c2BFxr/AD1gFAUuQnVyTpEmukda062sGreJLmc1nb7f3eGkoapb2jGM4HMzrCa6pPwZ7fKA4oJOdJQyyu6mcBzQ022IEWmBybMdbBvtopLkhu7+jb9IdYJS005WwWVvK0Ew8nOti+WrkBy3YkQxKw/+QN26+g7fSJmIJSPK7toO+n0g2Me/0yUnzFRewZvUu3zj1RJplHlAGpo1iTTW2kWKaFtfbS0QpIqK+/39iFsFC0xBrVunwqYEtQBbmOg6H2+ENMbfRotMSE6vVi9O77wUzMWmEtq561I6mAqQrK7WvGnJwQWM2cOaW+/swLFcLWFf5jofn0hlOjllqabe1vIvgFP6H5W+ohxcs53oDlq3t+kBlYRaSKexFhBxPJLqDfLt9YzmmVhteYsF/py2dNelHhjCyFPYgDf7+P6xcK+bAw1w/MXCi9elvnE9zumT1OtlR+pZRIiKW1vT5wZct7ViksAsHF3Pb7eHxwzx5QlF0xabOKs+YJOVgO1SL9hWCpNjR26e8aszDCYCvKE8tSP8QSA/t7RiMxKbt/MJt24GlqO002TO5vRgQwvVmL08zCNVRQqUcoZRIB7dO7CEQgCWkDcKb1PyZXuIdw8rIhzq3uHisY0xnqSkknwZ2HllKirqfrFZ3MSwf6Q/4KVVJpfKLDudT0ivhApcJAQd9eyfr8Y2zBNRM10pIz5m/wBop7mntAJxUzggB7NUp3F49xuViCoA9LgbdukJLxSg7l7B9/V6H94SrO3QjpTW3uaapUtf5xX7eKDAIAzKWCB1YesYwUpyySWuNRe7V3gE5VO8FQDLwUeVI1jIl/8A3URIzZCBlESDtOfazVA5TA9T97RIkTPfXJfCTCZ5DlghwHsXNtoZnLJSpRJKiXJNzXUxIkGXYEe4QeRP3rAVVlretfoYkSFCL4PzKGjGntAkXQNGt6RIkMA1sUkBSgKNlb1d/eFpooO/1ESJCoB5PPInt+keTjT72iRIxiN84Hibn/lHsSGXAr5D4Xyj/kr5IjVmeT0H1iRIV8Hg+K/ckZuGHK+r3ii49iROPJTwP7y+Z4qpDxqcNoKbn5xIkWh+o9Dxv7XzC8ZWfDRU1Jfr3hMhlpanKr6RIkLP908mXB0CP/lV/wDAfWOUSef/AMR8okSK6nYWXY0MMP7if/xn5CGMeeZP/ERIkWQ64FjoNH+sExhov/j+sSJAQUYfEaANTtAsCgETAQCMouOoiRIi+R/D/uxF8MHCial7m/5Yy1adj8okSKI9N9x3CjlESJEjHI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3020" name="Picture 12" descr="https://encrypted-tbn3.gstatic.com/images?q=tbn:ANd9GcS3VxRFIiDirt9eV6qN8ShhhOPKgWg1gdfu-Pc3rKBLGu2VeEv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79892" y="3962400"/>
            <a:ext cx="2746733" cy="2057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FF0000"/>
                </a:solidFill>
              </a:rPr>
              <a:t>multi-</a:t>
            </a:r>
            <a:r>
              <a:rPr lang="en-US" b="1" dirty="0" err="1" smtClean="0">
                <a:solidFill>
                  <a:srgbClr val="FF0000"/>
                </a:solidFill>
              </a:rPr>
              <a:t>storeyed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cropping system</a:t>
            </a:r>
            <a:br>
              <a:rPr lang="en-US" dirty="0" smtClean="0"/>
            </a:br>
            <a:r>
              <a:rPr lang="en-US" dirty="0" smtClean="0"/>
              <a:t>Well </a:t>
            </a:r>
            <a:r>
              <a:rPr lang="en-US" dirty="0" smtClean="0"/>
              <a:t>utilizing </a:t>
            </a:r>
            <a:r>
              <a:rPr lang="en-US" dirty="0" smtClean="0"/>
              <a:t>natural resources.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399"/>
            <a:ext cx="7772400" cy="49530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220" name="AutoShape 4" descr="data:image/jpeg;base64,/9j/4AAQSkZJRgABAQAAAQABAAD/2wCEAAkGBxQSEBUUExQWFRUXFyAYGRgYGRodIBsYICIcGB0bHBcgHigiHh4lHxodITEtMSwrLi4vHiAzODMsNyktLisBCgoKBQUFDgUFDisZExkrKysrKysrKysrKysrKysrKysrKysrKysrKysrKysrKysrKysrKysrKysrKysrKysrK//AABEIAIcBdgMBIgACEQEDEQH/xAAcAAEAAgMBAQEAAAAAAAAAAAAABQYDBAcCAQj/xAA7EAACAQQBAwMDAwIEAwgDAAABAgMABBESIQUGEyIxQQcUUSMyYXGBFTNCkSRSchY0Q0RigqGxCBcm/8QAFAEBAAAAAAAAAAAAAAAAAAAAAP/EABQRAQAAAAAAAAAAAAAAAAAAAAD/2gAMAwEAAhEDEQA/AO40pSgUpSgUpSgUpSgUpSgUpSgUpSgUpSgUpSgUpXkuAQMjJ9h+ce+KD1SlYbu5WJC7sFVRkkmgzVo9U6zb2wBuJo4QQSPI6rkAqCRk84LKP7j81SO+PqL9s1vHEpzNGJH9IMqo5VFSKLcZny4ODwACfVjFc87Ysm6hMfube8e7iCuGkGSIYmXEcRkdFEh8iuxfZT+BnkOqWH1PsZp2iQy4XLNKUxGEEbT+QsTnUqpxxk4zjHNXKOQMAykEEZBByCDyCD8iqN1D6fxItxcQLtfNIJ45mKghl58YCroqMNkI19QPqJIBGT6ede2LWTRujQxJKobjWKX9SKHGBhokKxnPJ1zzzgLvSlKBSlKBSlKBSlKBSlKBSlKBSlKBSlKBSlKBSlKBSlKBSlKBSlKBSlKBSlKBSlKBSlKBSlKBSlKBSlco+qncPluh06O7S0xEZJXl0EbsSviiYsCcZ5b41JyCARQb3dfeN3IY4bCJAJBM3lmPpaKLEZKeNtlLSHVfkkp7ZOKZN3Fctcm2ZLxkt4gGaHLyW14I2d/HKZAZI/S40d22C8ZwMyfQu3ZLqRGhILW7rbM5Gsa+GFZtmi93Y3cu+Bx6D8HNbvVepW3SbNXupor69XdQiyAHaYsXk8fqAJQsDIVz7KOGxQVvtb6pSea4+4uWMEpAR5IgrftWJipRyqOBpIVGVPrI1JGZLvDv60n6GbRnE100MK4TLBpc4JDZJypjydsZ2XGc1i7z75guXt7NrF3Uv641kSU6H4QQSEhhjIXK8AfFRUvabv1KJ+nwyxTayXubqF4QrpIziJY29Jx5IUJBIGAeMkUEV3R0+SyCXU18V6ncEO6hMPEjrhtyrejgn2XPAAAq62v1C+ytkjiD+PxO5ubpXDyzMVkxCjHabQPr6mAwF9ftvDdvdg3F1eTS3oS7kJglSbyFopYmfV22GpYCNTqOP28Aj3n+iWFlvL5WS6vEQW3293PEoypw8cURBKhAgw2PV+eSaDZ63371K3kiae3ht4AwLFpMGTKDWHZ05ILBmZAyjGA2QQZHtL6gG7kkcdLnL/5fmgCOjxoT/wCYkMQOGZiF59yfzWfrPYLXTfdxXEtvdlV0LlJliXZn0UDgDJGCCcajHzWrbfTa5YM93ei7myPH5kZolXjOIg64Y455weMqTQdKBr7WK1t1jjWNFCoihVUDACgYAA+AAKy0ClKUClKUClKUClKUClKUClKUClKUClKUClKUClKUClKUClKUClKUClKUClKUClKUClKUClKUCuZ999p2dujXkqlvXMZ5SwDeOcMuAQMsVBEMY5A3GfbI6ZX59/8AyI7jd7lLHXWOICUnOd2YccY41Gw+c5oNzr/cVxfC2WNIrSCe4iuG8R9bo5nBaUsAjMBauxUqwb9Mc4wYGXpc7gTQ2EbGa5S6RMLkQTCWKFAANQGKMzDOB+mce+MPcXXGWOwMMaCV7e3ZIkRiCVa+iOoB+TJnHuSwx7Grd2H0q46f067vepSXSeOLwRxFmykeEKtH6sA7OFX2CEN/OAppgFjPAwuY7i5+4V1FmI1DAx6oFuAgyhkzGwB1wGJGx4n7PqHUBLfXM0RgmjsrkF5JGdMmZD41BLIjIMhFGAxVc5ySdDqPSYenT3qWbwTSxNbLHE2XkkkGjOqoGVthKokYDdfZTjBFSPT1VWv4HmM7x9NnnclSqykyJdI7DPyHBx+HYZU8UFQ6QerQRCWOeZY0SOTQT4/Rw8ysqElddYG4wfbGpBwbeRYXV+YZ1jmmkkSZ5bstC3iaKE6rJDopcZfClQpxnPyfPeV5HN3Gvls5ZI0gCGNrd3LKNiXWIFW15IDfGCcHGKix1JbF4L8a3TyyA255V2jge4tNQuCUDRGLGR7qOCVNB0j6KdXH272LEeS3kcBdl9I2JKABixCtsASTkex4rpdcO6LcJDdJfwRwt5Z2a6d/HKIE8jwSSxXEejYfAY5jKgODlQST3AHIyKD7SlKBSlKBSlKBSlKBSlKBSlKBSlKBSlKBSlKBSlKBSlKBSlVPqveqG1nksVkupIshQkM7I7g6kLIE1bHP7SfagmO5etpZWslzIrskYyQgBPvj5IHuarnUe/SvSm6hHChTXZVeZPltADpuM5/05z8HU5xG9a7e6v1G1W3u3s445JB5hEkmyojBlaNy5DFsexAxx/OJf/8AV3TP0v8AhhrHn07Nh8jH6gJ9WPcfzQUU94dQnVbxru2t4FPkFuHXD6LG+nmTZvVsdlYKQcLznIv8Hd/ju7uK78cUcQhMLjb9TyiQ/I55QgY+QR71FfUHtqO26NcrY4tQp8ziNf8AM191PPGcDPvwMYOazdhd+Lc9Le8vDHEYn0k1yfbXX0ctli2AOST7e9BKdF71hnvZ7Jx4Z4iuqOwzIrIJDqP+ZeQwGcAA5OeLRXL+1nS67ju7lpXR44lSGCSJoy8JAy4EuHADA5AUe4OcEg9QoFKUoFKUoFKi+gdw296jvbSCVY3MbEBgA4wSBsBkYI5GR/NSlApSlANflvr3as09xd3FxMgc/eTYQMwJt5NWRSxGFLMQp5wF/sP1GRXP5fplELuyMZ/4O3hmjaBsnYyBgTtnPq8h2/6QAOeA9dhdm2rW/Tr1k3mjs41TJyqk5lLBf+faRuc8fAGKy/Wu5jTo0/ljaQNqqhSwCyE+l2I9lUjPPBIA+RVx6dYRwRLFCgSNBhVX2A9+P7mqh9YbGSbpsmuDFH+tMucNIiYbQN/p+WJ5PoAAOaCk/wDZCG26zZGFS8Fq5jnckeRpwv3HlcjGyr54snPABGMLUF2X03W3vrlmdvN0m5WMHB0WIiExuwxllVISDgZDHjipO2ujbdDuWmC/cTW4uvuFUMWF3IV8bqwxhvCob45HB0yZe66QLawNqqSQvH0W5lm1YMBI5iJVnwwJYxuOMekHH5ATvcv0sjuZfNbXD2byLpNoCweMlW1Ubjx8qPbj+PfMn1f6cWk0FrEheA2ZzA8ZUFTlWJIKlWJZQxOPfJ+TVvT2H9K9UH5r6J0CQtJYzxhY4bpId8MrvFLOsD+Nz6SNjG2QvIyDwa/RPSbMwwRxGRpfGgTd+WbAwCx+T+T81X/qR2yb6wkWJE+5QbQOQuyuGWQhJDgoW01zke/NS/a9xLJZW7zqyzGFPIGGD5NRtlfjJycUEpSlKBSlKBSlKBSlKBSlKBSlKBSlKBSlV7uHvexsm1uLhVfn0KGdhgbepUBK8EHnAoLDSqJc/VaxSASsJ0LgmFZIZE83APokI8ePUOSwAzmpX6edxydQshcSIkZaR1Co2w1U6jJ/P+2eD7EUFmpSlApSlBqdXsRcQSQlnQSIU2Q4ZcjGVPwa5p9KJILPbe58SXaee3t5tVZYUBBlYj0KX5bUH9ozzhsdK6vcyRQO8MJnkUZWIMqluRkBm4HGT/auf9p9uQ3qWc0lgIraKFjCkkyTh1k0xvG0bHGBsDsCvtjmg6PbXCSLsjK65IypBGQSrDI+QQQf5BrJsK5z2X0u9sbm5xYxLDPdnBSaNAkIAVHWBcrjUNkZDFmXIAGRz/rXTp26hHK33EV8/UIkmYRH7ZUDqsDjHD8hDy2Sc+x5oP0LIoYFT7EEEfx7GqQv0l6YNx4ZNXxsvnmwxBJBI35OT8/2+ar/AEO9sv8AGbi5aZLZbYzRlJbg7STM4EsojLkJHkYA+Sc4GKslj1fqXlllS0M1o7BolaSOOZRnRtUIC64AcBmB59+dVCt9xQxL3TZeQMh8Y8LI+xbAKhHQt+kg9eNV9RYnPvjrNVPt/pcs149/d26QS+PwRR7LIyxh2fdnGVDHYcKeOck5AW2UCsVzcLGjPIwRFBZmYgAKOSST7AVlqvfUG1ik6XdLPv4hEXfxlQxCfqYUsCAcr8ighem963LPPNJaN9gsTSQyxBmd9ZBGPR87rmQY41AOTnj7F3ZJevBHa7W7uC7CVEkDIY/JESyMVKMcg4YMMEcGoL6eWV0Le68Nwt0n3CgpKx9aNBDsv3OC2yKyKDjH6Z4Gw1zdp9tS9Igjm8sQWGAtfQqDsR+rKHLAsGeMHRcKu4By2MABXOk9QuE6XO/SpPDDFOI/G/j8jSyBCT5WGvEkioAFXKp/zNxb+hd8TRw3ct0plhjuRb28ieIPO5YxsuoYKMMAQeAQ38VTfpTYMYup2qau89tFKp2KaGVHZRtq2CqyBsgHBqT6bZiCaz6QVaSe2nhuMxPrG8eS8kk6IgH6ei6hiWLNGc4JFB1bovUlubdJlVlDjOrYyOSCDgke4+CRW9XPfp91CGK4kt1muJPuHeaBGikWKOJWIYRFixClieSQpOMAE89CoFKUoFQPfsZbpd6FBJNtKAAMknRvYVPViuoBIjIc4ZSpx74IxxQfn3pXSIr+46Pb+ZnjNmpmQArwjTv6vSFKrIAn5IOfnarX9RFTzX0YinYRdKVV8JKqvqcjfDjKAKG5GMRsOc4O59Fu3VhiuNkbaC+nSN2BUlNY4yf5B1/pnNY++ZpR1ExB18F1NZW0yFcsVYzucPnABCFSCpyG+PkOpJ7D+leqUoFKUoFKVgv7oRRPIQzBFLEIpZjjnCqOSf4oM9V3uK8mnSSDp1xbpdIR5N/UURgSPSM6sTrjIIxnj2qJu+sw9RSOIyNbKYobxg7KBLayFkMblXBAPsefcp+4Eg1Ltq8S4v7DqMCeONons3trcqnilRZZgjpgeRGVWYDAwyocnGKCG6PH1a/tjdm5lkhmCQSLbKgmKrksQrMiqdsoWBJIbOCK7N2f1FLixhkjEgXXTEow4MZMTBx8NshzXPOze2rXqNl1EwERJPdN4SihTBooCERjBQ+tgRkZRscZNS/bnczoVsrSyj0iWUBhOqgCGQwuzxLGWDM/rwAc75/NB0SlVrsvrdxeLLJKkSw76wsnkDNr6JNkkVSMOrAcA/GOMmy0ClKUClKUClK1OrNKLeUwa+YRt49gSN8HXIHOM4oMfXraSW1njhfxyvE6xvkrq5UhW2HIwSDkc1xPt/uN+jovT5rHyXckp8jRyo7sZlBXnLYl9QXXgEAEE5yfHY/We4pFmngRrgeZgyXLAKGP7giuyMNCoGA4AzjX3Isk3Yd5d3yXnUntoUQbuLX0+qPlJJDIrBuPTkngAfFBESdU6nJC0UENz9u8Km0eW3ilfCRqjxuM6xiRvVsxJwuAGJ4vvZ15aWFr9vLcwC4iUy3WZBkStgu7bc8sw/3FTEdjCYY4DP5IGt2iKO4YzK2ibmT9xIzrwcHyf9NVXr30asLhRqZonGx3EhcsTrjcyBiQNeMEe5oL703qEVxEssMiyRtnDqcg4JU4P8EEVs1Ru0eqfZPbdKmhiSTxERtA6srmMbOzphWjZgQ/IOxZuavNApSlAqmp2O8UEdvbXs0UMZyEKq+x23AZz6tBgKApX0j3JJNXKlBw/wCqnR+p2ttFObn7qKO6Ny40YeKQnKYJdmEK8qBsNdvcgjWV7pmW7xdW0siiaGzkAXGWK3JCooKsA+78ZyAygHjNdaZQRg8g+4ri/UO1j0+56iYDHFH47e7iOpIjjglWRwygDJGhwM5fjnOcBM/UG3RjZ9OgR/TLHK7pguNFcovkLriaTQ4ZiM4J24q033WJrixn+xRlukbwmN/GHifKhicsUYqjeQckNxyc1z3tnqsn+CvdSW0d1PO73Dl5VMkjRuyq6xMvCxhAoCnK65UV6sUWKd+nRsyyNHHNvjZmv7UrM7mEElxMoRsFudT/AKjQTvZPcRt/JC/nmtvvnt47qRowwkOvokjOrAblgCAfxgDFdKri3WurwxWcfUobSNJL+aOGVZY1fRkeV2lVOAZCwB5IyVUkZzVh707lm6K6NmS7juHlfRz6k1jQ+lgOEDBmIwAATj2oOkVgvrlIonklIWNFLOT7BQMkn+MVDdn9Qmbp8U97JFu6h2ZfSqhsEKcnGwzqf5rB9Q+vR2dkWlg+4SVxAYgQC+4YaqMHYnHsOcZPxQcpt7qO4s7/AMMv21ynU1mt0VTGuXAgiOjLxurSEj39OSAODOdRzbR3sD23glfpLKPUGE7RiUzSiVc5xvt68O2RkDNRXYnS5rm8hZbFbe2+6+7aRFVNVhRoIocbNgiQSbqfUdtuKt31l6KWtZLiMs0rRrarHpvnySp/l8jV2OFJ5yMDFBo2NrEe4L7Pk8g8UioqLoVhhgZfWDuhDOoIAAbIHPIqv9t9VzJeXsyxOl3aTXOg2QrPbY/QSQsH2CONiFAJPpyAamPo1A5kgmZNmaykE0zAFzILp0jDOfUfRGR88RqPgV03rXQ7e7VFuYUmVHDqHGQGHzj5HPIPB+aCh/SiWG9nnv4hJGkYFnDF6QogASQbKMkuGLc7ex/NdNqn/T3sROlfc6yeQzybft1CoudExkjjZuePf24q4UClKUGn1m9aC3llWMymNCwQEKWwM42PArntz9T/ALmCJbEBbqbyIsbq0v6qKrBFZDoQ249ZbVRyw4IGt3j3ZcN92F88VuUNtaFICWnuiu5BDqWC4yg9OGBYqcjI9PYfb9FtzaOmLSJrwSPCSTIhLNGTupQn1xsME4yDigsf046jAYRbwO8wCfcG4ZFQTeWSXZgmdgQ6uuCo/aMZGDVV7jkkuerqI1DJF1OzTIPuY4ppn5PHpDNkZz6R75xW5I80Hc2fWsUsahvV+ktuFaNNgWwrmcEKBwQxONia+W8ytfRSk6RRXF9csdGLOY2jtdRj+ZT8EnQCguPfHWTa2cjo6LJjI25IQEeR1T3YohLY/jmqt0H6mRNZqEL3t0shhOq+MOdpBG7SOFjTyJHsFyTk4wTUD3JeNfdTY2hkKqkInDwsphlhkaeNNmZSjNq4yFIGVH+rK5+5IoL2wiaHwRwXEqxwyGNU2Ba4DLJGSungBdlbJydjglhkLzB35ZsIsu6tIsLEeNyIvOMxCV1BRC2ccn5HxzVnri73ZuroZuI0s764+1miVss/j2EMmDgxeeNUQ45wUIzsNeo9ydajsLYzyA+FCquR7qrEICB7tgkcUEvVM+r3UJoOkzPAWDEqrMgOyxk+sgj9vpBGfgE+3uNrsfu89SR3FtLCgbCO49Mi/DKSB7/xnH5ra77liHT5xP5BC6+OR4wGMaP6DIV+VXOTgE4ycUHM+i346jNFCwMdwt0J7XaNc2/T/GJY2Vghjb/SuGJwW/Oanesr/hl5NMZXkaW2kucysBDHMgjiaTxBCwZtkjUgk+tlwQamfphewzR3MkUrS+S4aQu5UM3AiBEQH6cf6WEUknAzx7DnvcXYs1qk7ynzYsZRJOWIVsZkyScsZjLqME4YZPwRQWT6TdSWK7vLBpFUrIZFhZZC+dYxI3lLFcZz6cbEljnFQPVu1p7K3ubpI/tpLa786zBkLywFp8hJMMwyskSlXyp0yRnOc/QJhH1PrF6TIywbyCHJTKkAySKT/wCIicY/9YyRkVcOr9ki98Esd1MIjGdo5WeZXV0UKQkjFQwxtyGGTnGQKCLvO6FsEa3tXM0728vUGknUFSNDLjCCLO+pA4GPcg+xuHY/cidQsYrhSu5UCVVz6JQPUuDyOeRn4IPPvVI6jBM8sfTmYRTeO2hDxvoXgRpJZJlP7/2w6a5OrSDnByekdP6XHC0rIDmZ/I5LM2WCqmeScelQMUG7SlKBSlKBVV7p7lWOZLaG6t4ZwVmlWYN/3YZ30IGvkOBge+MnHzVB7o6neXtjLP5p7a2ebwaSW8aBYZHMTtMTMxKpjGcBgfgA5G/3F1d/JZ9UVDOiXksUEcQXaSFoGQuX1z++GRvxqR+KCwSQ+fwdR6ZLLJGzKHiQIokhUvssaShQjGTBYkqSASDkAGld+98zyxT20sEkDpJKrKpXHia1m0WWTyas5LCXVcjAXBLAZ+dud0IOqPdyXDfb/bvLHb28UmioWcyMy+2VwzO3ILs2DgVd+kdpWt4ZbuWU30VzJ5ohIBog8Yi4jwBuAoXYjYBF9iCSHO+pwvDB0/qDP47QdReTX5NvLOlyjBVz6cQg6nBBA4yanOyu/ZY5oYL5vHGXkt41KPsz5tTE0jMSQSs7E51A+fgUv+kstre2Zd5hHKIltzGoVPuCsVtOmqgEKruxX23QEeMit2Dt7qE0/nMECxIrWsFpMF0ijDKVmYBSHxJErBRjKhCGFBc+t9rQzzwziKITJOkjy6gOyoCAPIBsedeCcYGKsFc8tul9YguHRZo5Y7iZZDPjiEKp8imB3JxIQoUKxA9R9IwK6HQKUpQKVRfqBadRDCa26nDZ24KBxMkYVeTl/Kykkk6jU4BzjNVOTtvr0tvBKeoSI8uWnVyI1gQ4x6QAdgCSQAACCBn3oOzVznu6Qv1F42UFF/w/4997wZB+CPT/APdOn9DuAuwveoNBEELh85lCLKj+DXMpLMFcZX1DGpYEYh27PjPiRrqQdVM6TyyjaX1xgypGwJ8YZY8Fc8nAOMHFB0jqnR/IsMaFY4UlWSRAv7wp3CjBGBvqx984weCa5X1roX/9ZiEOXkgE5bZ49GXj96gnRxGIiRnAlbHIAqX6V3B1MmRFuLYvFEsjx3sRjkXcKy7GE6jGWXBVT6R6SGD1pxp1Q+XqEM6zzSw26xpHbEBreRuChZtVdWZ2YNkKBlsAjAfZ+kvPZT20tpF08F1kikluJGT7vyY0/UAPrwclNlIfIJNaX1H6vcTpyj2vUunsZ1SM7pLASI2mjYqMqMcggcbAg8437+O6e9cXv2N1aIJZY2uUi/RUyeNI2kGCgbVMvqwyGADa1VZ+gSz3Lz+PwCxlIa3kKyIkUekhVbmUAKriRvGpXQYJyKC4d8dssvROnwxIW+3lhdoyoOxwQ2xLaKMuxOTrzjI+YD6zTvJYWs93FpNvJCIs4GCAwnXVnUH0L6dnGHIzkbCyXF1IOlzw2XTraWCGZ4UgZ2kMqRyIvlEQT15fYnLAgrtls1sdZ7PjvZLOBIhbw28ksreJZYx6SqargBQzOchvfCkr80ET0LrsVnHbwz3i9MjjjDC0j0md9iW8k0pjcKX99ByAc5GQBavqhAt30sIhBWea3VTtrkPLGB6tW19/fU4/B9qhel2bf4f5Ol3cykyu0jC3tpGlxtCMFItWJkRWBJzo7M3uMeeow9SF7GGuZDD9oQ0msLLFdjA3kTQJhXYMM8nQ49qCS+lcD/8AZ2JIm0k1nVGADav5ZgrYPBwcHng1Wexu6Zer9XfeVohbr5IYtFOOYUmBYHB4DICQTiZiMYAqw9u2F3Z2cUETyKI7rxsHtQzaSMHZtlk0KhnZ9wcBeCuylah7np8vS5ReW0WfNdv97NJCS0cLMrsQcr6F9eWVdSApyMDIYu4u+72O4mt4mH/DSeOWVgg2800XhCrqcyLF5FxwCAze4Aqf653pPFdzWUJie7aeNYEdH1WBkWSSR9SMhfX8g8ex9jAd1dqPi7kCx3N2ZUvCBHIgMIZQI4331L/pMATs2GcAAucu6ulSLdwdUeJwJowl1bNKiAMuiiBcjMu7Dgex0zyGAoLl1DvqO1McdzHJ5ZVd4xGNt403IPuMMUVW1/LgDPOMMHe8irbSXFssUEybNKJkYKTG0yYAHqB0KA8ZYgDOarHd1g97eG4u7W6SG1RohHBqWdnjkkeUTF0VY0XTHPLenBzg5r+CGS2tOmCOdZpmS4Ikh9IVEEhDcaFUCpFoPYBV496Dbvevx9Zjit4opopXKzwsZBGyW+TE9wGRzhuZYwvqOcErqTVOfpy2rz9AlclLmaEwMpYlVZ2ZnfJChsIowBgkg/nEz03Tp/UIrrSdvM7wuDYToRGYhIgjUDAYSQsSFXkSOcDXjc6tAJesw9VSJ2iisZHWMrpLJLEXXHhcbniRcHHuBz7ZDX7I6n5yt/JIHk+zklvAzkJhZHFuAn7V18cnGOP3HLHJ3+xrZYr+0gEkki/4W8x3AKlppYXdlkySxZskj2HGPc1td2RXt/IbKOAW8LxpPcSbnMoJVTAGAGHKoV5+FAOARVZk7Tnne5vLL7QXBu457Rrd4yDEhaF8kHhTkM45BYEY+KCzds3EBu97SGMW988qtM00jyymJWDMEb9ibA85JOQcDIqI6B2dO1v04pHbSiylvo2SaR1Vi0zRggiJvYo3uPwff2s0k8kFxcTpbWDO06weQSMkmG1VUmIif9RmMeB7YZSdcZOTp93d2YMAsmm2luJldJUAKtO0gBLYCtiYYBPOrfigq/0n6g8kd5b4jumsm/4Ut8JtKqReRl2QZiBXJJAYf8uKxfUHuB76wSEJ4Jo7gC8tpScARxyXAVnUHMbmL0MOG45HOLJH3oDFO7WNxHGFn80kLRMUeHKSByGBWTga++Rg+wJEH3JBc3NtbS2b3cbrPCY0vGUB9h5lYEMSxGdSCTgBhgYzQefp7evFbOzeW0tBcEwWzktPLlFIgj3AOgbGuvLZIJHJOfv/ALoF90+RbN3MaPrfoE1nhhAYt6XZQOY2UjnPsCPnY7F6bPCIZbi1uLm8JEMlxM8WYY/cCPLFvGA7E8BmJPuMY126D1O7uLhnMEFrdP4ZYgrbNBGxHkzr/msgaPJ19JX8LqEb9H3uLSwSER5muJWuYovTl4CkSCV3LfpRbYydWYjOqk4q4fVnb/ArrcAN412CkkZ3TOCQCRn+KqfaNlFYdPJuILu5EkvjMGIWdFc/pQSxeQMW1cSanhfKfSCWzO9f6u/VbOW1hsbxRJw0jiFV1jlCyBX8rAyehgo9icH25oMfbHQEuZuoR3kQwZllCh9WAljCOkjROf3eJSybFcgHnAxce4b/AOzs2lRVCQhSRqSBECobAXkYTJ+cY9j7VR7N26XHdz2vTjGkjjEDyanKBstxuvrYhEVSctgD3FTV+95LHGk81tGl3tCIxbyO2zRu/jcmXHpVGBOBkg8DOKCP7R6mvUr97gxjeBZ4YZ42BUp5SqsV3PumuvGGIlPwtQfRu5bnqBiIeRCmLNiJNPNc53dljU4C+NQ7scFV2CDYgic+n3b32aNHaXELhZl+6C6scpEEZVbYlWaRdiGxrswHtzqdu9qyWyW8tpIqySbK8hjWY+KVnnDbowGVAjUnhDjj3GQ9/UvumXps0pZ3EVxZ6QBW5WdX1d1BHDBJlf3AOmD8VJ9t913EnTDfSREqZSwViEItshAye+zajb1EbMWxga5ge6u0pb2FvuLiea4trXyWxESxF7ht5GAVUGx/RjUKDsoJJ5INZe4+p3aWN3BI0WBcxQeQRkeKCYId2UYBdS4z8E/HOKDe7Y+oE9/czW8MCq0DjyO2SugldGAOwO5jCFfjIkzwADY+qd6WtvLNHKzKYIvLKccKhKKvPyWLgADJyD7cZ55208PRDLPJi6+4lQSXA1R0csySRmHJOUfZmAx+4A+wrx35FHc3s974mZrMLZCGeHaMyMZGM8gUP+gscnkBIBJUfkZC7xz2/WLd2aCX9B3QwSlRtJoD45UDFSRujYJyrAcqQQOd9q9Abp3WbaymnmYz9PYBQVZUkfZnTDD0xjxMfTyWC5OCRXTem9yReeVZbqIIZFht93RTI6qokK8Lt+o+pxnDKw4xiqd1W6il6/B1AS7W9vYtKpijkkMgDywPjUYwhk2J/Gp9iSAsnQux1XC3cdvMiW0VsoI32ETSFXbZBqSrLwM4IPJ4q4wQqihUUKo9goAA+fYVTW+oQkz9nZ3V1rpuVUR6+QbJ6XIc5XDZ11wQc18fvO6ad7ZLApKGEYeWZFiMhXyABwCXOmWwoJwOQKCv/VC7MU7+NgWleySSNiCHj3uToy4zo3AYc5Bx7ZB6sK/OHVeg3zCxuJr1ZYykcqrIW2wJI1YDjDhHmUjLAkNgfNXvrfcXWIfuHL2iLH55AgjdsxQiM8MSCxJlQZ11GGJI4BDqtK5gncXXIIY5LqLpyISuWlm8WduddttQ2OPn2+amZeu9XkD+DpsUeCArT3AOfbY6IOR7gHYfB/igu1Kqnbvcd007W17ZtDIsYcSRbSRP7BgG1GpyR6fVxnnjlQa/dPRba56hbLeXBOfVb2mPQ0iHd3bghzr6cHAALY5OalLO1RZrkRLLbzTPuzPmRX00UyIN2VQQyoAdT6R6cLUxPaI7IzIrNGSyMRypIKkg/GQSP70vZHVCY0DtkYUtrkZAJ2wfYZP84xQYr2KVj+myBdGBDBsliUwQwYEAKHH9Sp+OY3oPakFnv4NgHmMxDnc7MoRsO+W5xknOck844qZa3QyCQqN1UqGxyFYqWAP4JRT/AGFfPD+pvs37ddc+n3ztj8/FBoWPRo1uHumiRbhwyM8bN6ow36e44DNoq+4ODkA49/PW7SOaK5jk8qK8GryKW/YRJ+zGRuvJPGTlc5GBUlJDllOzDUk4B4OQR6h8jnP9cV9t99RvqW+dQQP7AkmghH6FBDZCKELEqRhUZmkAAG2u7q6uVBdjjb3Pwa2JOmRPZtbsDMmnikUPlpMKEIaQsDtgDksD/NSk0SupVgGU8EEAgj+Qa8wW6JtoqrsxZtQBlj7sce5P5oNCPpgW6SRUjCrC6FsvvszRvjH7SG1JYn1ZA/JrZjssTtMZJDsgQRk+hcEkkKB+455JyeABgVmjt1VmYKAz42PyccDP9BWWggr+wVIlt4IyAXMwJeRUU+VZH2kVtstuxC/tOCDxxW7hShuDbt5GiwYyE8hUZYRE7aE5Y/6tck8/Nbs0SupVgGVhggjIIPuCD7ivdBD9M6dPGzvJMszsmNirJ6gzso0DlFUKyrwAx1yS3GFlYNJaG1uwz5hEcr7ZEpdcSakYYDJIyQp9qkb2J2QrG/jY4w+obHIJ9J4ORkf3rPQVPr/bpvIRHOsjIsiyoFlQOjKwAXXURsugJOxY5ZgPgjN3H0Rbr0yXDRqJkaEwKFkjmAbOZMN+7P4GPbJzU91C0E0ZRmdQccoxRhgg8MDn4/uMivFs48kqiJkAIbyYQLIzDkrhtiVwAcgfGM0Fb7g7fndL5omDea2MS27klGkGV8pOeGZNVxgcqMn5r7290RltrMzwET2lvEkZWXDE+NBKhAIUjZdcEkHGRj3q0XcG667MnqU5U4PpYNj29jjU/wAE1moIaWSPzPA3lkYRmZECABEI8WscoVQH4bHq29bc4xjRtemv5FhjHitBFJ5Y1wpaSQ5UeRWMiyquWc5GS6kE59NljUgAEliB7nHP88ACtIfpz6pAdZcySSjUAOAiDYZySVAAP4Wgx2rLc6TK7GIcoMSRndWZSW5BZTx6SMcZ5yKxw2cCSyPHCGfKQvqijVMKQoJ1BjUPuQCfnAJ4qXrX6h5PDJ4dPLo3j3zrvg67Y51zjOOcUGP7LIfdvLl90EipiMjBULqoJAYbAnLZ+fbGvDDKssrSXBkDCNkhVFXx6jDkEepldufUTj2FbptsyiTZshCmoY6nJU5Ke2w14Pvgms9BBT9IaC0nW0/z2M0sbNrxNKzvk8YIVn4yDwoHNbkduAsCT/rTAL+pp7yIpy51GEzliPYerA9627zfxv4tTJqdA5IXfHp2IBIXOM45xXywaQxRmYKspRfIFOVD4GwUn3AOcUEV0np8NlBKixMEQtMz6oTK37ywCHJYYA5APC4zX23hl0g2kaWTyGQMyMgEZyCrCP0ZVHwNsgkA+4yJOazV5I5DttHtrh3C+oYOyBgr8e2wOPcYNfYLnZ5F1caEDLKQGyA2Ub2Yc4P4INBDXFjI8shO6M0q6NG+QIl8eZGV0MW+cjBBbABU5GREdQ6I0Vo5SEl47l3jXRbgtG8ok1VSyYUnV8bDUoCScVa+rTSpCzQRCaUY1jZ/GG5APrwcYGT7fGK+dYaAQsblo1hGCxkYKo5GpLEgD1Yx/OKCMaeFJLtVilVo4/I4GwWXYM2yak5fKkHADe3uMVjkt7iSyzJhZgVlX7dMNtw7qElI1ZsumSVOCSSuSBZKUEL1Xo1vrdTPEzGa3Mc4TYtJGqthQinl8MyjHq5x+Mee1baIQRSW6eOJoEUI0WknoGq+Q+5IX04/qQcGpylBW77M/UrfxSIRaM/3CFRsDLEfEQ5Xj+QCMhgT7Cpq5sEk23UOrBfSwBXKEurYx75wf/aK2qxeU766tjXO/Guc41985+fbH80Fbu+horxQm2hNqykPLswmWZudy5IYbFRlw7SF2X8Fqkpunazxumw2m3fxhQGAheMeY5BcZ1weSCIxjAJrcaFJ418sXGwYJIFJDK2VbgkZBAI5/FbdBT36fHJdWjRWZKZkuTNMG1TyZZwIi+ROXKn1LhQWxyCKk+l9MWK2CIn2pMpP6J8nHlLj1FT6WHuMYUMQCMA1Lm2Xdn9WWUIfU2MAsRhc4B9R5AyeMngY+2tskSLHGoREAVVAwAo4AA/AFBqXMBjMs0al2Kf5SiNfI6hsesgHY5C8tgBR7c525kXKsxxqcj1EDJGvIzg+/wA15a0QyiUqPIqFA3yFYqzD+5RT/YV6urZJFKOoZTjIIyOCCP8A5ANBryWEXh8TgGM+nBwBycgDGMYOMY/Ar5eYB1jCCcxyGIshIB9O2SPgsUJGQT/bjPe2ccyaSorrkNhhkZUhlP8AUEA/2rPQVyCxuRDI960V0xRCIBGixpIqkPq78kMTnLe2OMZxUi/VkiEYm/SaSQxRr+7Y8641B91Xb+B7+1bd9ZpNG0cqh0YYZW5BH4I+RWVVAAAHA9qD1SlKBSlKBSlKBSlKBWFrVDIJCo3ClQ2OQpwSAfwSB/tSlBmpSlApSlApSlB8Gec/2/p/P55zX2lKBSlKBSlKBSlKBSlKBSlKBSlKBXl0DDBAI4OCM8jkf7EZpSg9UpSgUpSg+N7ce9Y7UPovkKl8erUELn5wCScUpQZaUpQKUpQKUpQKUpQKUpQKUpQf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22" name="AutoShape 6" descr="data:image/jpeg;base64,/9j/4AAQSkZJRgABAQAAAQABAAD/2wCEAAkGBxQSEBUUExQWFRUXFyAYGRgYGRodIBsYICIcGB0bHBcgHigiHh4lHxodITEtMSwrLi4vHiAzODMsNyktLisBCgoKBQUFDgUFDisZExkrKysrKysrKysrKysrKysrKysrKysrKysrKysrKysrKysrKysrKysrKysrKysrKysrK//AABEIAIcBdgMBIgACEQEDEQH/xAAcAAEAAgMBAQEAAAAAAAAAAAAABQYDBAcCAQj/xAA7EAACAQQBAwMDAwIEAwgDAAABAgMABBESIQUGEyIxQQcUUSMyYXGBFTNCkSRSchY0Q0RigqGxCBcm/8QAFAEBAAAAAAAAAAAAAAAAAAAAAP/EABQRAQAAAAAAAAAAAAAAAAAAAAD/2gAMAwEAAhEDEQA/AO40pSgUpSgUpSgUpSgUpSgUpSgUpSgUpSgUpSgUpXkuAQMjJ9h+ce+KD1SlYbu5WJC7sFVRkkmgzVo9U6zb2wBuJo4QQSPI6rkAqCRk84LKP7j81SO+PqL9s1vHEpzNGJH9IMqo5VFSKLcZny4ODwACfVjFc87Ysm6hMfube8e7iCuGkGSIYmXEcRkdFEh8iuxfZT+BnkOqWH1PsZp2iQy4XLNKUxGEEbT+QsTnUqpxxk4zjHNXKOQMAykEEZBByCDyCD8iqN1D6fxItxcQLtfNIJ45mKghl58YCroqMNkI19QPqJIBGT6ede2LWTRujQxJKobjWKX9SKHGBhokKxnPJ1zzzgLvSlKBSlKBSlKBSlKBSlKBSlKBSlKBSlKBSlKBSlKBSlKBSlKBSlKBSlKBSlKBSlKBSlKBSlKBSlKBSlco+qncPluh06O7S0xEZJXl0EbsSviiYsCcZ5b41JyCARQb3dfeN3IY4bCJAJBM3lmPpaKLEZKeNtlLSHVfkkp7ZOKZN3Fctcm2ZLxkt4gGaHLyW14I2d/HKZAZI/S40d22C8ZwMyfQu3ZLqRGhILW7rbM5Gsa+GFZtmi93Y3cu+Bx6D8HNbvVepW3SbNXupor69XdQiyAHaYsXk8fqAJQsDIVz7KOGxQVvtb6pSea4+4uWMEpAR5IgrftWJipRyqOBpIVGVPrI1JGZLvDv60n6GbRnE100MK4TLBpc4JDZJypjydsZ2XGc1i7z75guXt7NrF3Uv641kSU6H4QQSEhhjIXK8AfFRUvabv1KJ+nwyxTayXubqF4QrpIziJY29Jx5IUJBIGAeMkUEV3R0+SyCXU18V6ncEO6hMPEjrhtyrejgn2XPAAAq62v1C+ytkjiD+PxO5ubpXDyzMVkxCjHabQPr6mAwF9ftvDdvdg3F1eTS3oS7kJglSbyFopYmfV22GpYCNTqOP28Aj3n+iWFlvL5WS6vEQW3293PEoypw8cURBKhAgw2PV+eSaDZ63371K3kiae3ht4AwLFpMGTKDWHZ05ILBmZAyjGA2QQZHtL6gG7kkcdLnL/5fmgCOjxoT/wCYkMQOGZiF59yfzWfrPYLXTfdxXEtvdlV0LlJliXZn0UDgDJGCCcajHzWrbfTa5YM93ei7myPH5kZolXjOIg64Y455weMqTQdKBr7WK1t1jjWNFCoihVUDACgYAA+AAKy0ClKUClKUClKUClKUClKUClKUClKUClKUClKUClKUClKUClKUClKUClKUClKUClKUClKUClKUCuZ999p2dujXkqlvXMZ5SwDeOcMuAQMsVBEMY5A3GfbI6ZX59/8AyI7jd7lLHXWOICUnOd2YccY41Gw+c5oNzr/cVxfC2WNIrSCe4iuG8R9bo5nBaUsAjMBauxUqwb9Mc4wYGXpc7gTQ2EbGa5S6RMLkQTCWKFAANQGKMzDOB+mce+MPcXXGWOwMMaCV7e3ZIkRiCVa+iOoB+TJnHuSwx7Grd2H0q46f067vepSXSeOLwRxFmykeEKtH6sA7OFX2CEN/OAppgFjPAwuY7i5+4V1FmI1DAx6oFuAgyhkzGwB1wGJGx4n7PqHUBLfXM0RgmjsrkF5JGdMmZD41BLIjIMhFGAxVc5ySdDqPSYenT3qWbwTSxNbLHE2XkkkGjOqoGVthKokYDdfZTjBFSPT1VWv4HmM7x9NnnclSqykyJdI7DPyHBx+HYZU8UFQ6QerQRCWOeZY0SOTQT4/Rw8ysqElddYG4wfbGpBwbeRYXV+YZ1jmmkkSZ5bstC3iaKE6rJDopcZfClQpxnPyfPeV5HN3Gvls5ZI0gCGNrd3LKNiXWIFW15IDfGCcHGKix1JbF4L8a3TyyA255V2jge4tNQuCUDRGLGR7qOCVNB0j6KdXH272LEeS3kcBdl9I2JKABixCtsASTkex4rpdcO6LcJDdJfwRwt5Z2a6d/HKIE8jwSSxXEejYfAY5jKgODlQST3AHIyKD7SlKBSlKBSlKBSlKBSlKBSlKBSlKBSlKBSlKBSlKBSlKBSlVPqveqG1nksVkupIshQkM7I7g6kLIE1bHP7SfagmO5etpZWslzIrskYyQgBPvj5IHuarnUe/SvSm6hHChTXZVeZPltADpuM5/05z8HU5xG9a7e6v1G1W3u3s445JB5hEkmyojBlaNy5DFsexAxx/OJf/8AV3TP0v8AhhrHn07Nh8jH6gJ9WPcfzQUU94dQnVbxru2t4FPkFuHXD6LG+nmTZvVsdlYKQcLznIv8Hd/ju7uK78cUcQhMLjb9TyiQ/I55QgY+QR71FfUHtqO26NcrY4tQp8ziNf8AM191PPGcDPvwMYOazdhd+Lc9Le8vDHEYn0k1yfbXX0ctli2AOST7e9BKdF71hnvZ7Jx4Z4iuqOwzIrIJDqP+ZeQwGcAA5OeLRXL+1nS67ju7lpXR44lSGCSJoy8JAy4EuHADA5AUe4OcEg9QoFKUoFKUoFKi+gdw296jvbSCVY3MbEBgA4wSBsBkYI5GR/NSlApSlANflvr3as09xd3FxMgc/eTYQMwJt5NWRSxGFLMQp5wF/sP1GRXP5fplELuyMZ/4O3hmjaBsnYyBgTtnPq8h2/6QAOeA9dhdm2rW/Tr1k3mjs41TJyqk5lLBf+faRuc8fAGKy/Wu5jTo0/ljaQNqqhSwCyE+l2I9lUjPPBIA+RVx6dYRwRLFCgSNBhVX2A9+P7mqh9YbGSbpsmuDFH+tMucNIiYbQN/p+WJ5PoAAOaCk/wDZCG26zZGFS8Fq5jnckeRpwv3HlcjGyr54snPABGMLUF2X03W3vrlmdvN0m5WMHB0WIiExuwxllVISDgZDHjipO2ujbdDuWmC/cTW4uvuFUMWF3IV8bqwxhvCob45HB0yZe66QLawNqqSQvH0W5lm1YMBI5iJVnwwJYxuOMekHH5ATvcv0sjuZfNbXD2byLpNoCweMlW1Ubjx8qPbj+PfMn1f6cWk0FrEheA2ZzA8ZUFTlWJIKlWJZQxOPfJ+TVvT2H9K9UH5r6J0CQtJYzxhY4bpId8MrvFLOsD+Nz6SNjG2QvIyDwa/RPSbMwwRxGRpfGgTd+WbAwCx+T+T81X/qR2yb6wkWJE+5QbQOQuyuGWQhJDgoW01zke/NS/a9xLJZW7zqyzGFPIGGD5NRtlfjJycUEpSlKBSlKBSlKBSlKBSlKBSlKBSlKBSlV7uHvexsm1uLhVfn0KGdhgbepUBK8EHnAoLDSqJc/VaxSASsJ0LgmFZIZE83APokI8ePUOSwAzmpX6edxydQshcSIkZaR1Co2w1U6jJ/P+2eD7EUFmpSlApSlBqdXsRcQSQlnQSIU2Q4ZcjGVPwa5p9KJILPbe58SXaee3t5tVZYUBBlYj0KX5bUH9ozzhsdK6vcyRQO8MJnkUZWIMqluRkBm4HGT/auf9p9uQ3qWc0lgIraKFjCkkyTh1k0xvG0bHGBsDsCvtjmg6PbXCSLsjK65IypBGQSrDI+QQQf5BrJsK5z2X0u9sbm5xYxLDPdnBSaNAkIAVHWBcrjUNkZDFmXIAGRz/rXTp26hHK33EV8/UIkmYRH7ZUDqsDjHD8hDy2Sc+x5oP0LIoYFT7EEEfx7GqQv0l6YNx4ZNXxsvnmwxBJBI35OT8/2+ar/AEO9sv8AGbi5aZLZbYzRlJbg7STM4EsojLkJHkYA+Sc4GKslj1fqXlllS0M1o7BolaSOOZRnRtUIC64AcBmB59+dVCt9xQxL3TZeQMh8Y8LI+xbAKhHQt+kg9eNV9RYnPvjrNVPt/pcs149/d26QS+PwRR7LIyxh2fdnGVDHYcKeOck5AW2UCsVzcLGjPIwRFBZmYgAKOSST7AVlqvfUG1ik6XdLPv4hEXfxlQxCfqYUsCAcr8ighem963LPPNJaN9gsTSQyxBmd9ZBGPR87rmQY41AOTnj7F3ZJevBHa7W7uC7CVEkDIY/JESyMVKMcg4YMMEcGoL6eWV0Le68Nwt0n3CgpKx9aNBDsv3OC2yKyKDjH6Z4Gw1zdp9tS9Igjm8sQWGAtfQqDsR+rKHLAsGeMHRcKu4By2MABXOk9QuE6XO/SpPDDFOI/G/j8jSyBCT5WGvEkioAFXKp/zNxb+hd8TRw3ct0plhjuRb28ieIPO5YxsuoYKMMAQeAQ38VTfpTYMYup2qau89tFKp2KaGVHZRtq2CqyBsgHBqT6bZiCaz6QVaSe2nhuMxPrG8eS8kk6IgH6ei6hiWLNGc4JFB1bovUlubdJlVlDjOrYyOSCDgke4+CRW9XPfp91CGK4kt1muJPuHeaBGikWKOJWIYRFixClieSQpOMAE89CoFKUoFQPfsZbpd6FBJNtKAAMknRvYVPViuoBIjIc4ZSpx74IxxQfn3pXSIr+46Pb+ZnjNmpmQArwjTv6vSFKrIAn5IOfnarX9RFTzX0YinYRdKVV8JKqvqcjfDjKAKG5GMRsOc4O59Fu3VhiuNkbaC+nSN2BUlNY4yf5B1/pnNY++ZpR1ExB18F1NZW0yFcsVYzucPnABCFSCpyG+PkOpJ7D+leqUoFKUoFKVgv7oRRPIQzBFLEIpZjjnCqOSf4oM9V3uK8mnSSDp1xbpdIR5N/UURgSPSM6sTrjIIxnj2qJu+sw9RSOIyNbKYobxg7KBLayFkMblXBAPsefcp+4Eg1Ltq8S4v7DqMCeONons3trcqnilRZZgjpgeRGVWYDAwyocnGKCG6PH1a/tjdm5lkhmCQSLbKgmKrksQrMiqdsoWBJIbOCK7N2f1FLixhkjEgXXTEow4MZMTBx8NshzXPOze2rXqNl1EwERJPdN4SihTBooCERjBQ+tgRkZRscZNS/bnczoVsrSyj0iWUBhOqgCGQwuzxLGWDM/rwAc75/NB0SlVrsvrdxeLLJKkSw76wsnkDNr6JNkkVSMOrAcA/GOMmy0ClKUClKUClK1OrNKLeUwa+YRt49gSN8HXIHOM4oMfXraSW1njhfxyvE6xvkrq5UhW2HIwSDkc1xPt/uN+jovT5rHyXckp8jRyo7sZlBXnLYl9QXXgEAEE5yfHY/We4pFmngRrgeZgyXLAKGP7giuyMNCoGA4AzjX3Isk3Yd5d3yXnUntoUQbuLX0+qPlJJDIrBuPTkngAfFBESdU6nJC0UENz9u8Km0eW3ilfCRqjxuM6xiRvVsxJwuAGJ4vvZ15aWFr9vLcwC4iUy3WZBkStgu7bc8sw/3FTEdjCYY4DP5IGt2iKO4YzK2ibmT9xIzrwcHyf9NVXr30asLhRqZonGx3EhcsTrjcyBiQNeMEe5oL703qEVxEssMiyRtnDqcg4JU4P8EEVs1Ru0eqfZPbdKmhiSTxERtA6srmMbOzphWjZgQ/IOxZuavNApSlAqmp2O8UEdvbXs0UMZyEKq+x23AZz6tBgKApX0j3JJNXKlBw/wCqnR+p2ttFObn7qKO6Ny40YeKQnKYJdmEK8qBsNdvcgjWV7pmW7xdW0siiaGzkAXGWK3JCooKsA+78ZyAygHjNdaZQRg8g+4ri/UO1j0+56iYDHFH47e7iOpIjjglWRwygDJGhwM5fjnOcBM/UG3RjZ9OgR/TLHK7pguNFcovkLriaTQ4ZiM4J24q033WJrixn+xRlukbwmN/GHifKhicsUYqjeQckNxyc1z3tnqsn+CvdSW0d1PO73Dl5VMkjRuyq6xMvCxhAoCnK65UV6sUWKd+nRsyyNHHNvjZmv7UrM7mEElxMoRsFudT/AKjQTvZPcRt/JC/nmtvvnt47qRowwkOvokjOrAblgCAfxgDFdKri3WurwxWcfUobSNJL+aOGVZY1fRkeV2lVOAZCwB5IyVUkZzVh707lm6K6NmS7juHlfRz6k1jQ+lgOEDBmIwAATj2oOkVgvrlIonklIWNFLOT7BQMkn+MVDdn9Qmbp8U97JFu6h2ZfSqhsEKcnGwzqf5rB9Q+vR2dkWlg+4SVxAYgQC+4YaqMHYnHsOcZPxQcpt7qO4s7/AMMv21ynU1mt0VTGuXAgiOjLxurSEj39OSAODOdRzbR3sD23glfpLKPUGE7RiUzSiVc5xvt68O2RkDNRXYnS5rm8hZbFbe2+6+7aRFVNVhRoIocbNgiQSbqfUdtuKt31l6KWtZLiMs0rRrarHpvnySp/l8jV2OFJ5yMDFBo2NrEe4L7Pk8g8UioqLoVhhgZfWDuhDOoIAAbIHPIqv9t9VzJeXsyxOl3aTXOg2QrPbY/QSQsH2CONiFAJPpyAamPo1A5kgmZNmaykE0zAFzILp0jDOfUfRGR88RqPgV03rXQ7e7VFuYUmVHDqHGQGHzj5HPIPB+aCh/SiWG9nnv4hJGkYFnDF6QogASQbKMkuGLc7ex/NdNqn/T3sROlfc6yeQzybft1CoudExkjjZuePf24q4UClKUGn1m9aC3llWMymNCwQEKWwM42PArntz9T/ALmCJbEBbqbyIsbq0v6qKrBFZDoQ249ZbVRyw4IGt3j3ZcN92F88VuUNtaFICWnuiu5BDqWC4yg9OGBYqcjI9PYfb9FtzaOmLSJrwSPCSTIhLNGTupQn1xsME4yDigsf046jAYRbwO8wCfcG4ZFQTeWSXZgmdgQ6uuCo/aMZGDVV7jkkuerqI1DJF1OzTIPuY4ppn5PHpDNkZz6R75xW5I80Hc2fWsUsahvV+ktuFaNNgWwrmcEKBwQxONia+W8ytfRSk6RRXF9csdGLOY2jtdRj+ZT8EnQCguPfHWTa2cjo6LJjI25IQEeR1T3YohLY/jmqt0H6mRNZqEL3t0shhOq+MOdpBG7SOFjTyJHsFyTk4wTUD3JeNfdTY2hkKqkInDwsphlhkaeNNmZSjNq4yFIGVH+rK5+5IoL2wiaHwRwXEqxwyGNU2Ba4DLJGSungBdlbJydjglhkLzB35ZsIsu6tIsLEeNyIvOMxCV1BRC2ccn5HxzVnri73ZuroZuI0s764+1miVss/j2EMmDgxeeNUQ45wUIzsNeo9ydajsLYzyA+FCquR7qrEICB7tgkcUEvVM+r3UJoOkzPAWDEqrMgOyxk+sgj9vpBGfgE+3uNrsfu89SR3FtLCgbCO49Mi/DKSB7/xnH5ra77liHT5xP5BC6+OR4wGMaP6DIV+VXOTgE4ycUHM+i346jNFCwMdwt0J7XaNc2/T/GJY2Vghjb/SuGJwW/Oanesr/hl5NMZXkaW2kucysBDHMgjiaTxBCwZtkjUgk+tlwQamfphewzR3MkUrS+S4aQu5UM3AiBEQH6cf6WEUknAzx7DnvcXYs1qk7ynzYsZRJOWIVsZkyScsZjLqME4YZPwRQWT6TdSWK7vLBpFUrIZFhZZC+dYxI3lLFcZz6cbEljnFQPVu1p7K3ubpI/tpLa786zBkLywFp8hJMMwyskSlXyp0yRnOc/QJhH1PrF6TIywbyCHJTKkAySKT/wCIicY/9YyRkVcOr9ki98Esd1MIjGdo5WeZXV0UKQkjFQwxtyGGTnGQKCLvO6FsEa3tXM0728vUGknUFSNDLjCCLO+pA4GPcg+xuHY/cidQsYrhSu5UCVVz6JQPUuDyOeRn4IPPvVI6jBM8sfTmYRTeO2hDxvoXgRpJZJlP7/2w6a5OrSDnByekdP6XHC0rIDmZ/I5LM2WCqmeScelQMUG7SlKBSlKBVV7p7lWOZLaG6t4ZwVmlWYN/3YZ30IGvkOBge+MnHzVB7o6neXtjLP5p7a2ebwaSW8aBYZHMTtMTMxKpjGcBgfgA5G/3F1d/JZ9UVDOiXksUEcQXaSFoGQuX1z++GRvxqR+KCwSQ+fwdR6ZLLJGzKHiQIokhUvssaShQjGTBYkqSASDkAGld+98zyxT20sEkDpJKrKpXHia1m0WWTyas5LCXVcjAXBLAZ+dud0IOqPdyXDfb/bvLHb28UmioWcyMy+2VwzO3ILs2DgVd+kdpWt4ZbuWU30VzJ5ohIBog8Yi4jwBuAoXYjYBF9iCSHO+pwvDB0/qDP47QdReTX5NvLOlyjBVz6cQg6nBBA4yanOyu/ZY5oYL5vHGXkt41KPsz5tTE0jMSQSs7E51A+fgUv+kstre2Zd5hHKIltzGoVPuCsVtOmqgEKruxX23QEeMit2Dt7qE0/nMECxIrWsFpMF0ijDKVmYBSHxJErBRjKhCGFBc+t9rQzzwziKITJOkjy6gOyoCAPIBsedeCcYGKsFc8tul9YguHRZo5Y7iZZDPjiEKp8imB3JxIQoUKxA9R9IwK6HQKUpQKVRfqBadRDCa26nDZ24KBxMkYVeTl/Kykkk6jU4BzjNVOTtvr0tvBKeoSI8uWnVyI1gQ4x6QAdgCSQAACCBn3oOzVznu6Qv1F42UFF/w/4997wZB+CPT/APdOn9DuAuwveoNBEELh85lCLKj+DXMpLMFcZX1DGpYEYh27PjPiRrqQdVM6TyyjaX1xgypGwJ8YZY8Fc8nAOMHFB0jqnR/IsMaFY4UlWSRAv7wp3CjBGBvqx984weCa5X1roX/9ZiEOXkgE5bZ49GXj96gnRxGIiRnAlbHIAqX6V3B1MmRFuLYvFEsjx3sRjkXcKy7GE6jGWXBVT6R6SGD1pxp1Q+XqEM6zzSw26xpHbEBreRuChZtVdWZ2YNkKBlsAjAfZ+kvPZT20tpF08F1kikluJGT7vyY0/UAPrwclNlIfIJNaX1H6vcTpyj2vUunsZ1SM7pLASI2mjYqMqMcggcbAg8437+O6e9cXv2N1aIJZY2uUi/RUyeNI2kGCgbVMvqwyGADa1VZ+gSz3Lz+PwCxlIa3kKyIkUekhVbmUAKriRvGpXQYJyKC4d8dssvROnwxIW+3lhdoyoOxwQ2xLaKMuxOTrzjI+YD6zTvJYWs93FpNvJCIs4GCAwnXVnUH0L6dnGHIzkbCyXF1IOlzw2XTraWCGZ4UgZ2kMqRyIvlEQT15fYnLAgrtls1sdZ7PjvZLOBIhbw28ksreJZYx6SqargBQzOchvfCkr80ET0LrsVnHbwz3i9MjjjDC0j0md9iW8k0pjcKX99ByAc5GQBavqhAt30sIhBWea3VTtrkPLGB6tW19/fU4/B9qhel2bf4f5Ol3cykyu0jC3tpGlxtCMFItWJkRWBJzo7M3uMeeow9SF7GGuZDD9oQ0msLLFdjA3kTQJhXYMM8nQ49qCS+lcD/8AZ2JIm0k1nVGADav5ZgrYPBwcHng1Wexu6Zer9XfeVohbr5IYtFOOYUmBYHB4DICQTiZiMYAqw9u2F3Z2cUETyKI7rxsHtQzaSMHZtlk0KhnZ9wcBeCuylah7np8vS5ReW0WfNdv97NJCS0cLMrsQcr6F9eWVdSApyMDIYu4u+72O4mt4mH/DSeOWVgg2800XhCrqcyLF5FxwCAze4Aqf653pPFdzWUJie7aeNYEdH1WBkWSSR9SMhfX8g8ex9jAd1dqPi7kCx3N2ZUvCBHIgMIZQI4331L/pMATs2GcAAucu6ulSLdwdUeJwJowl1bNKiAMuiiBcjMu7Dgex0zyGAoLl1DvqO1McdzHJ5ZVd4xGNt403IPuMMUVW1/LgDPOMMHe8irbSXFssUEybNKJkYKTG0yYAHqB0KA8ZYgDOarHd1g97eG4u7W6SG1RohHBqWdnjkkeUTF0VY0XTHPLenBzg5r+CGS2tOmCOdZpmS4Ikh9IVEEhDcaFUCpFoPYBV496Dbvevx9Zjit4opopXKzwsZBGyW+TE9wGRzhuZYwvqOcErqTVOfpy2rz9AlclLmaEwMpYlVZ2ZnfJChsIowBgkg/nEz03Tp/UIrrSdvM7wuDYToRGYhIgjUDAYSQsSFXkSOcDXjc6tAJesw9VSJ2iisZHWMrpLJLEXXHhcbniRcHHuBz7ZDX7I6n5yt/JIHk+zklvAzkJhZHFuAn7V18cnGOP3HLHJ3+xrZYr+0gEkki/4W8x3AKlppYXdlkySxZskj2HGPc1td2RXt/IbKOAW8LxpPcSbnMoJVTAGAGHKoV5+FAOARVZk7Tnne5vLL7QXBu457Rrd4yDEhaF8kHhTkM45BYEY+KCzds3EBu97SGMW988qtM00jyymJWDMEb9ibA85JOQcDIqI6B2dO1v04pHbSiylvo2SaR1Vi0zRggiJvYo3uPwff2s0k8kFxcTpbWDO06weQSMkmG1VUmIif9RmMeB7YZSdcZOTp93d2YMAsmm2luJldJUAKtO0gBLYCtiYYBPOrfigq/0n6g8kd5b4jumsm/4Ut8JtKqReRl2QZiBXJJAYf8uKxfUHuB76wSEJ4Jo7gC8tpScARxyXAVnUHMbmL0MOG45HOLJH3oDFO7WNxHGFn80kLRMUeHKSByGBWTga++Rg+wJEH3JBc3NtbS2b3cbrPCY0vGUB9h5lYEMSxGdSCTgBhgYzQefp7evFbOzeW0tBcEwWzktPLlFIgj3AOgbGuvLZIJHJOfv/ALoF90+RbN3MaPrfoE1nhhAYt6XZQOY2UjnPsCPnY7F6bPCIZbi1uLm8JEMlxM8WYY/cCPLFvGA7E8BmJPuMY126D1O7uLhnMEFrdP4ZYgrbNBGxHkzr/msgaPJ19JX8LqEb9H3uLSwSER5muJWuYovTl4CkSCV3LfpRbYydWYjOqk4q4fVnb/ArrcAN412CkkZ3TOCQCRn+KqfaNlFYdPJuILu5EkvjMGIWdFc/pQSxeQMW1cSanhfKfSCWzO9f6u/VbOW1hsbxRJw0jiFV1jlCyBX8rAyehgo9icH25oMfbHQEuZuoR3kQwZllCh9WAljCOkjROf3eJSybFcgHnAxce4b/AOzs2lRVCQhSRqSBECobAXkYTJ+cY9j7VR7N26XHdz2vTjGkjjEDyanKBstxuvrYhEVSctgD3FTV+95LHGk81tGl3tCIxbyO2zRu/jcmXHpVGBOBkg8DOKCP7R6mvUr97gxjeBZ4YZ42BUp5SqsV3PumuvGGIlPwtQfRu5bnqBiIeRCmLNiJNPNc53dljU4C+NQ7scFV2CDYgic+n3b32aNHaXELhZl+6C6scpEEZVbYlWaRdiGxrswHtzqdu9qyWyW8tpIqySbK8hjWY+KVnnDbowGVAjUnhDjj3GQ9/UvumXps0pZ3EVxZ6QBW5WdX1d1BHDBJlf3AOmD8VJ9t913EnTDfSREqZSwViEItshAye+zajb1EbMWxga5ge6u0pb2FvuLiea4trXyWxESxF7ht5GAVUGx/RjUKDsoJJ5INZe4+p3aWN3BI0WBcxQeQRkeKCYId2UYBdS4z8E/HOKDe7Y+oE9/czW8MCq0DjyO2SugldGAOwO5jCFfjIkzwADY+qd6WtvLNHKzKYIvLKccKhKKvPyWLgADJyD7cZ55208PRDLPJi6+4lQSXA1R0csySRmHJOUfZmAx+4A+wrx35FHc3s974mZrMLZCGeHaMyMZGM8gUP+gscnkBIBJUfkZC7xz2/WLd2aCX9B3QwSlRtJoD45UDFSRujYJyrAcqQQOd9q9Abp3WbaymnmYz9PYBQVZUkfZnTDD0xjxMfTyWC5OCRXTem9yReeVZbqIIZFht93RTI6qokK8Lt+o+pxnDKw4xiqd1W6il6/B1AS7W9vYtKpijkkMgDywPjUYwhk2J/Gp9iSAsnQux1XC3cdvMiW0VsoI32ETSFXbZBqSrLwM4IPJ4q4wQqihUUKo9goAA+fYVTW+oQkz9nZ3V1rpuVUR6+QbJ6XIc5XDZ11wQc18fvO6ad7ZLApKGEYeWZFiMhXyABwCXOmWwoJwOQKCv/VC7MU7+NgWleySSNiCHj3uToy4zo3AYc5Bx7ZB6sK/OHVeg3zCxuJr1ZYykcqrIW2wJI1YDjDhHmUjLAkNgfNXvrfcXWIfuHL2iLH55AgjdsxQiM8MSCxJlQZ11GGJI4BDqtK5gncXXIIY5LqLpyISuWlm8WduddttQ2OPn2+amZeu9XkD+DpsUeCArT3AOfbY6IOR7gHYfB/igu1Kqnbvcd007W17ZtDIsYcSRbSRP7BgG1GpyR6fVxnnjlQa/dPRba56hbLeXBOfVb2mPQ0iHd3bghzr6cHAALY5OalLO1RZrkRLLbzTPuzPmRX00UyIN2VQQyoAdT6R6cLUxPaI7IzIrNGSyMRypIKkg/GQSP70vZHVCY0DtkYUtrkZAJ2wfYZP84xQYr2KVj+myBdGBDBsliUwQwYEAKHH9Sp+OY3oPakFnv4NgHmMxDnc7MoRsO+W5xknOck844qZa3QyCQqN1UqGxyFYqWAP4JRT/AGFfPD+pvs37ddc+n3ztj8/FBoWPRo1uHumiRbhwyM8bN6ow36e44DNoq+4ODkA49/PW7SOaK5jk8qK8GryKW/YRJ+zGRuvJPGTlc5GBUlJDllOzDUk4B4OQR6h8jnP9cV9t99RvqW+dQQP7AkmghH6FBDZCKELEqRhUZmkAAG2u7q6uVBdjjb3Pwa2JOmRPZtbsDMmnikUPlpMKEIaQsDtgDksD/NSk0SupVgGU8EEAgj+Qa8wW6JtoqrsxZtQBlj7sce5P5oNCPpgW6SRUjCrC6FsvvszRvjH7SG1JYn1ZA/JrZjssTtMZJDsgQRk+hcEkkKB+455JyeABgVmjt1VmYKAz42PyccDP9BWWggr+wVIlt4IyAXMwJeRUU+VZH2kVtstuxC/tOCDxxW7hShuDbt5GiwYyE8hUZYRE7aE5Y/6tck8/Nbs0SupVgGVhggjIIPuCD7ivdBD9M6dPGzvJMszsmNirJ6gzso0DlFUKyrwAx1yS3GFlYNJaG1uwz5hEcr7ZEpdcSakYYDJIyQp9qkb2J2QrG/jY4w+obHIJ9J4ORkf3rPQVPr/bpvIRHOsjIsiyoFlQOjKwAXXURsugJOxY5ZgPgjN3H0Rbr0yXDRqJkaEwKFkjmAbOZMN+7P4GPbJzU91C0E0ZRmdQccoxRhgg8MDn4/uMivFs48kqiJkAIbyYQLIzDkrhtiVwAcgfGM0Fb7g7fndL5omDea2MS27klGkGV8pOeGZNVxgcqMn5r7290RltrMzwET2lvEkZWXDE+NBKhAIUjZdcEkHGRj3q0XcG667MnqU5U4PpYNj29jjU/wAE1moIaWSPzPA3lkYRmZECABEI8WscoVQH4bHq29bc4xjRtemv5FhjHitBFJ5Y1wpaSQ5UeRWMiyquWc5GS6kE59NljUgAEliB7nHP88ACtIfpz6pAdZcySSjUAOAiDYZySVAAP4Wgx2rLc6TK7GIcoMSRndWZSW5BZTx6SMcZ5yKxw2cCSyPHCGfKQvqijVMKQoJ1BjUPuQCfnAJ4qXrX6h5PDJ4dPLo3j3zrvg67Y51zjOOcUGP7LIfdvLl90EipiMjBULqoJAYbAnLZ+fbGvDDKssrSXBkDCNkhVFXx6jDkEepldufUTj2FbptsyiTZshCmoY6nJU5Ke2w14Pvgms9BBT9IaC0nW0/z2M0sbNrxNKzvk8YIVn4yDwoHNbkduAsCT/rTAL+pp7yIpy51GEzliPYerA9627zfxv4tTJqdA5IXfHp2IBIXOM45xXywaQxRmYKspRfIFOVD4GwUn3AOcUEV0np8NlBKixMEQtMz6oTK37ywCHJYYA5APC4zX23hl0g2kaWTyGQMyMgEZyCrCP0ZVHwNsgkA+4yJOazV5I5DttHtrh3C+oYOyBgr8e2wOPcYNfYLnZ5F1caEDLKQGyA2Ub2Yc4P4INBDXFjI8shO6M0q6NG+QIl8eZGV0MW+cjBBbABU5GREdQ6I0Vo5SEl47l3jXRbgtG8ok1VSyYUnV8bDUoCScVa+rTSpCzQRCaUY1jZ/GG5APrwcYGT7fGK+dYaAQsblo1hGCxkYKo5GpLEgD1Yx/OKCMaeFJLtVilVo4/I4GwWXYM2yak5fKkHADe3uMVjkt7iSyzJhZgVlX7dMNtw7qElI1ZsumSVOCSSuSBZKUEL1Xo1vrdTPEzGa3Mc4TYtJGqthQinl8MyjHq5x+Mee1baIQRSW6eOJoEUI0WknoGq+Q+5IX04/qQcGpylBW77M/UrfxSIRaM/3CFRsDLEfEQ5Xj+QCMhgT7Cpq5sEk23UOrBfSwBXKEurYx75wf/aK2qxeU766tjXO/Guc41985+fbH80Fbu+horxQm2hNqykPLswmWZudy5IYbFRlw7SF2X8Fqkpunazxumw2m3fxhQGAheMeY5BcZ1weSCIxjAJrcaFJ418sXGwYJIFJDK2VbgkZBAI5/FbdBT36fHJdWjRWZKZkuTNMG1TyZZwIi+ROXKn1LhQWxyCKk+l9MWK2CIn2pMpP6J8nHlLj1FT6WHuMYUMQCMA1Lm2Xdn9WWUIfU2MAsRhc4B9R5AyeMngY+2tskSLHGoREAVVAwAo4AA/AFBqXMBjMs0al2Kf5SiNfI6hsesgHY5C8tgBR7c525kXKsxxqcj1EDJGvIzg+/wA15a0QyiUqPIqFA3yFYqzD+5RT/YV6urZJFKOoZTjIIyOCCP8A5ANBryWEXh8TgGM+nBwBycgDGMYOMY/Ar5eYB1jCCcxyGIshIB9O2SPgsUJGQT/bjPe2ccyaSorrkNhhkZUhlP8AUEA/2rPQVyCxuRDI960V0xRCIBGixpIqkPq78kMTnLe2OMZxUi/VkiEYm/SaSQxRr+7Y8641B91Xb+B7+1bd9ZpNG0cqh0YYZW5BH4I+RWVVAAAHA9qD1SlKBSlKBSlKBSlKBWFrVDIJCo3ClQ2OQpwSAfwSB/tSlBmpSlApSlApSlB8Gec/2/p/P55zX2lKBSlKBSlKBSlKBSlKBSlKBSlKBXl0DDBAI4OCM8jkf7EZpSg9UpSgUpSg+N7ce9Y7UPovkKl8erUELn5wCScUpQZaUpQKUpQKUpQKUpQKUpQKUpQf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24" name="AutoShape 8" descr="data:image/jpeg;base64,/9j/4AAQSkZJRgABAQAAAQABAAD/2wCEAAkGBhMSERUUExQWFRUVGRsaGBcXGB0aGRsbGBcYGRsaGhoZHSYfGh4jHRobHy8gIycpLCwtGCAxNTAqNSYrLCkBCQoKDgwOGg8PGiwkHyQsLCwsNCwvLCwsLCwsLCwsLCwsLCwsLCwsLCwsLCwsLCwsLCwsLCwsLCwsLCwsLCwsLP/AABEIALcBFAMBIgACEQEDEQH/xAAbAAACAwEBAQAAAAAAAAAAAAAEBQIDBgABB//EADoQAAIBAgUCBAQFAwMFAQEBAAECEQMhAAQSMUFRYQUicYETMpGhQrHB0fAGUuEjYvEUFXKCkjOiQ//EABkBAAMBAQEAAAAAAAAAAAAAAAECAwAEBf/EACsRAAICAQQBAwMDBQAAAAAAAAABAhEhAxIxQVETImEycfAjobEEFEJSgf/aAAwDAQACEQMRAD8AzuaVVpg6iGJjTtAvJBHMW98Vv4p/qKwB7WI+Xg+2ICVWDpnS2lmvOngztaPtimsnmHxX8x2C7ekn5jyb2x5ux04sixtlfFIdncFmNgNr94+mGlCq2iU0qZiCx6yeNwMZXKsRUBJI53k+gOxwyoeIE3QeYbhjEHoeh5txgL+naw2A1OT8KWtGuiXgQGDFKZI/ujfuReJ9lOZzNBSUpAlRNwIBk3FpOngHe+C85/WtMIq/DqDUAIG68NE2teJwho/DMmnUKnfSwKm1xDbAj14HbB1dNUlECbG3gmVNLM0ar6lYOp1A2KEQ1psQCTx0wT4plmpfBpgOZUA8hpMhheRaBwB74VZXKhl1M5i295AIlSJ2ifpbBmV8SKj4gMaYCj0EmPQWnqwOJK8X0PyhjlVKVgl1gwQZm29jt6YOZ5M9euM3SLMTNQipIILGNKsF1SRJ3afQd8eVa9anTdhVYgVNAIM73ETO4g47P7iMUrIODG/jWc+HTIBUOwtJ2X8TW7SB398Isn4gSpYTANp/IHk4X56qSpDsWZokkn772tsOoxb4e5poZEi/ytcR0PIGFnrO7QVFJUM6OZ1HgcSSfoTMYMy1eLESDvMi3sZ++Bci81UqPT1IQ1iTcgE3EzElT9cW0s/T1lYAkywA0nc2A2XkAdIwJzUomoY+FoozSggOOliJibzY4af1YuXNJA1MCow1BlWCoJmPLv6HAGSaKgcHzKIWfxCCAfYQOBizxXLtUNRgobQC2omFWmoIWRuxMW6e+POai9X1JcL+fxhzVIT+F/0z8Z416FJADEEzeCeLA4o8V/putQZgRrVIl6fmW9xMbYikzL19ImQFjjgAY0FDx5GlRTJlSqwNOkm3xFJN25lvtjraSXu5syyQ/pbxZqdMtVT4gnya9j5YtIJIHX2w58Q/qukylaaulwZ0jgrFp2sTHWMLHr6atNVpLUaBqDhWVo3uBAJHcwfpgXxvSzeWj8AG0CT+sfTCak54jfwOm0hZ4wUqGoFZDpaxVQk2g+gE2FpAvHCUE03anUpKWZDpmoFlmjQ7NOygEhZAmOTg7KqiOwJYC3lW0kWAPQXk9geuENTP09TR5YBAm53IESeAYtsPrjq05bkNbaCsv4sKbGV1MA0MOWA8og3IncA784X1KWhywa9RYMjzHUBrYA8TIBaJiYHFmSQ5iE+UiRIWYUAtpte5PXn2wXmPBURqlNWUq7DzEEuoBB0g7zxESYw+1pUheDMUfDQ1amCYSoTc7grMr62A98Ocv4omXdhSSYgaibN1t06H3wGcusnTW8gFzpj8WqxPrimnUKE1FZX1C8LZeBI49MX6yM3Zq8h4rlDmX0rUqF1gK6/NBJhYPAm25EgGRfRUv6RVQcyq6ApDoW2WLaSxgspmRYzMYylJqS0VckLWLKyNE09Yjyho8gEBgTNz0k4u8V/qupW0+Z1YLFRfnQ1ATDi8gEdC2OaUHVJijLOZxqh8zEnqcG+EeAGppd/LSLBdXJJMQo5vb1wD4XlGcgOBM303kadRIESPLcWwzGcCyahIYBT5iZgsSoEWHymRYn8vN2P/ACNCN5Y5bw6jQ8oMsTsCUYEf7omBzO2luoGEnjNdaJkg3ggKDBi8SfLA8p263xX4h4gKlUn5gGDEqxAZgyyJBEsZN+3pgPNOhTTAYSSNUm8QCwmDyD+d8aNJ/BZpVgEzGcGYYBm0oqgKAg4ttIj7/TF1HIoDYiByRH2k4BhFbyjnkk84rzWaqgxOkDiIx6GjqQrHRyyvkZVqwJ+ZhAjyyB+e+OwsXPFR5pJx2HepAG5i7xDMoQTS+UQfNAO0SY6k/KON8eeJVB8NGASQFVgCTcyWa/Mi/rhbk3NNyd+Oxvi3xfLvTqmmw6NuDZlDxIJtBBw13K0XoKzFfSqzuLrbYQBfvOJoxKANBZgTqM2Anysett/92IZbVX8rELyHiIABtbvGIZ/LMGZVJZVFibGLAk9QDacH1ELXRoPjNXpU0DkU0Eop3kmCB1N+TwcVnJ6drx0wlyeaYqiaTEkI42F5A2/u5J5w/wDDMo1WoFbUzM0KgKoNr3JBYg8Lvtjm3uDpV5FcbDcr4SHgq2gkH5haRFjG1ucDZ7JVKcEssH8Iu1r3HTbbBGWyzqwNMEovmh3AD+crAG9yGW3TDnIAOppPQdWA1/EMoVS0RHzi4ve5FoxB68mt3QyjRnaVSDJMGDfeZtefXBWTrpLLUFiQWgROlTseCYAxpP6g8IyC5BqtMMHaBTLu5YkMdXlAiTBkbA9MYssChBMGoKagDmQAfSSB9cKo32aqI1ss8O4I66QTtOwneBa3TFKZkgaXEBWDC997yRxf1++L6WSZNWkrIsVm4NudpnjAdRSJBPXjrh1xTdgHGVz4CuqsJjym3BMXI334EzjspmBqWY87FQB6232Hl95wibKyCFZmkruINuBEg9rDBGTBZ1QgIxgKzSBBaJsNt55EHFnH21eDGrXOqHBUGbnTNrbQebg3PUYK8SouQQXKKTBvuJIOoLvG0dj7Z/w/MagQ8yATcWC7nb0274IpeI1akTAE2PIUHSoni0fXEnp0ugFtXMQpWnTHlMM2nzEiegMextzO+C8jlMxDsKcU1jzv5QJNrtHXjFPhmf8A+mLVfh/EAOmxgSZImd+u3GI53+oFzAAqK6tMllYXN7kW7el+uGjGMOeX4NbYR8UioGBAkkduJg2tPOHGY8UoigtNmDSI1EFiG1T30iJNtuL2wjbKk0FMHaQIMsOCtpItv2wZ4jmFZaaPrWnKBoEaUs8LCkk7FngxcDvpRhPnpjxFGZalqddetlB+UEWCkkk3gAC49biMZqPiXQLTUL5m03lhJ3kgkCAB0PrjzxzKqKhCNKAAgw0Ge7AQY3mRvczgbLGKiF50w0X3bTxPUgXg8Y61iOBq7GmQzQprVZlao4usMQQLL/qMNuNif1wT4XlaSUzXqOQzAmNpJnyLYtImJHrIjANPPpSI88vUABAFgIO5Bw1pVMutJ6lfVL+WgANyoOpiCIIB0j/27YZJtZJGJoE1CaYKpq3JMCAYj1wRk8o+WcfFTytNtQIIg778xivMojKApg3lYsDMGT+2CfDKZDjX5xAXSTuARaTt/nDywh7NpW+FRyCVg0KzH4QWSPPHxVjYAG9rqxN+Bn/C8tTzdYU6ZNBmDEBjNP8A011Ekm8aQ3cY6vmUYqtSm1OmSSAhsg1SwTUTqgSZuSeuGv8AT+WNHMZqiX10lpOywRDBgNFRZBAYr5SQJvHEY45z5a56NFAfgWfqU3BMyLqZkWBWCpJtDCOLdcN/E8+WQ6rKSCVAsT0PaJ/LCs5fR5rmn+FjEifwt9It04tg5KwFMyJLdeLg+t4xy6sqkmxl7QbL5pmAJ8gEaQsRsIIjbFNRyZjoft0x1R56+1/ywNVzGgXBnnpzAIBgGDzexPOEjFyYvJdQVWI82m4Mntee/wDBbFQZlAbW4JJN7WBIgjnHvijU0oK+kszupW+kkKfNtsJtbpi3NoWpioZu9QCf7dZC/QCMdUdNqDY7bUcAWbrl2k2tFrDHYhGOxM57bBGJpXABUnSwYSIMDi43swwL4jS0SIgg/wAPocPaHiarQeiqvT1//q5O6iRAtte5MmZjTz5naAajUC1RVA0kEga7iQDBOna44MTGOlPakXfIsyeaHlCiNVNtz+ISDpvyIN8dQzD61Ad4UAXPyiZYR0njHg8MLU0W4Y6iCAZHb0I56nBuQQFW+N5WkJrNosB5oHa/1wXJOFID8mhoZMrBVQVMQY63ED/B7Yvyf9Lf9QRUUPrLOzEuUgINQZZTeRG8TF8dlc6xCHWSUGhfNZVQ2ibRzGOXxFGrM9aqTTqXqLTLF2UjSFGmygQLFgABzvjz25QlwKkjvCNEOlbUmmGphh5idXnXkgmdVpFrxvh1R8S1IWZg9Kg2kPMhdQMAR80su4kjUY3g5fKZ3Ll9ARqaq7QjMSQDI3neL+uLV8LWrZXdjTMnYidgTpIE7bdetsPKvqbr8/P2GRTm2rQSKwdfxLTZiAN720wI6nbA5qAEMpkimB6MSZ9wMTZXGpS1ohotbieouLYDy7Lr0n+2fvGKJKsAVnBmYgDc2FpNzf8Af29cWnKFZViCQbEdPzsf0x6tU02BEKu976uxHI7bYsc03YMDDbaSYgW62gyTvAg4y4oHVAxA4n6RjqeZ0tK2NjMmZAgEdCMGqi7NPqv7H98DV0X799v3wkXnAoTlM3M33/S/1wdQqt8SSblbnTI6ftfCICLg40X9P+KU5iqCzadAk+Xm8RvsN+MNau2GyqhQJiSEZgLm8fz+RiPwmQkOBUFvNcMPSY++GXiNBGQVEYaQIJiN+SBuZ8s+uFpqjdTK8EieMJNSWVwEKopqprrKgcX8yi42HH8jC7PZ+pTAHxHFObeaxHPlIJAO20T7jBFQCByPyP64CzuVLstSSWQydpIVfKBYmQftEbYrCcZfVgNIWV/EWbWdJFSR5jJvaIBNrWiLDFGTpM7E6wSF0rpW7bzH03x1dPijUjSYEwet/p69cC5IuNAKC8A67yBcgLvxxjtrDRiyv4Yyy9SVAtEQTPbA1QsaYLvZFIpqTO14AmQJ6d8MM5kkVQzySxF7gWuRET06YW+J01+ZICkbcgzt3thV0jLItSo0ETuT/Bhhk3DKwcEzEEHaJmx3nC9aJMAAk42H9G5WkqVq9VlIXyrTa+ttJY26C23XDarqJRhVHwenmaI+ErJVpATrhUKX5PzXiDxqw/yWSVxFJqnxFT4ZVqayAReWUAwQv+4SJtsc1kfGatVH0008glQCbKPKQqE+Ywd98OwKwdKtKq6GBIswOoam8osFN/KftxwNv6b+wgszFAEFejG9jA8sgW5j+EDF2Xyxc6VgAC8mALxuSBuceVGkmOb7EfY7Yto1B8FjTLh+gjmFO+/44jhh2wknu+wVbx0F5vLf6C/DKixnXpuTMEEwQsA2M36SMZyvkYJJXVcCTwbrEcHi/KyMaKn4Swo0igZqhQLU1EELBGn4U2tb8U79ceVv6bLIlVQTDebS0gaG1S9yN4Nv1w10NgX53wJ9Q1OtgAFC2UL+EXgAcnsbnC+pUaailyy6pAP4TNwBwpk2tEd8aHMU3WizK4ZmUjb11BTNzEQe574Q5fwd9TAVEqWQsy6oGskfjAZu5AwdGU3FubyLzFkqFC2Oxqsr4ZQRdLinUYG5L6Y7AdseY5n/AFCTrayexnzF/ESzLNgF0kW5JJP3wz8Nyp+IFMBdQ1TJEDqFufQYTpkifNEhdxyMOavihLauoCkNyoI54vFtvXHo6kekVfwH+EZQmuajh9AjSFJMINwSAdl7dcA+Ma1BG6F1VSfxGDoJ/wDQj1gYdZDxFwNGswx1FVI07FZJiDZjEWvgEeItdPhz8NlIBF1EkGe94n/OIx3Xb6EtHuRy76mQuGhYHmEgiIEHbaMUPk5GpSCLwBJFtzYbDAD1gKxqM12DBlBuLWH1vhpTLQAGgAW4+bcd/XB1Y7aNyiXhoHnVmI2mTBvsV9Vm3TF3glCpTrElkNNpU02cBmtAMLcRa/rgYeIs00zfTtI4HPaPsMDeJPFSxCEHTq1byALt0ub+uGcE7+TJhlbxWkKvzTJhtNxff6b78YIqUEViYuJFu5n88KFpU6UhVSoRIll8vSwBuN49cGVmuJ6DjthGkqSZrpHtchgYmRe/86YppCcRDMDYnExMz1wslXAo0ylFW+IomQ03HFiSTPQ/bEszkyjQdJnkG37iD1GJ+FLCvIDB4O/m8kzAi8yLbH8j/F8mvxAlExUBnVMI0rt5rDeIJ7A74jJ+7PA21PIlehpFwZjYe32vilRFxh/S8Mp18wtIVBTIpj5wbMEki3Ja3tyd1GYpaSwNtJgjvisqbrs0o0E5PxBlB2II2MxM9uYn6YIo0abEmmoAvJkk+YiOYF4G3HfCvLuARO3ODqRAYyJVrSf9t9UG3tjW2q7FTGHhWTV6irUZVQsAxJiAL87dJwFmF0uVBEiYIO4GPa1RW8yGR1t+mFfjdZ1KvqUEmxkEwFHUze4j98PpxTbgG+garlFDyOhbbT5gdx0WcJ/jFHAco4B1CTNze5Fz6TE40FWp8ZNaMFLKRogyeSNURAgC074zS5YCooIlg0MCbX7+px2wxEZfI+y1A5kkQSzAMAAAEGxO/pb062W+KZwrSCtGrpzv6e2NB4NnalFKmlE0qSLysmOZEmBIiRxHfKeM6mYswhm+nX7WtxicJNyYEkBrXNyLW/hxrf6P8CNeizao0MQxtt5YN99+PeOcgiGDht4XnXT5KjoLMQrG8222m25w2srjgo0jSg1MuwqN5ixKMUC6lPQqCJmJBgEgxvh/mWVMu1Nx5i2pdLApEyTtPpciIvIOEnh+TUuseb43mablrFiGBMgEFxxcKbSCbmpgEIrgqJKK5uFsSA4FxcxO0m+OJ/YXjgqamYYwQYnveDP3xGolULocMgKSkIfOACR/ztfFgqsgqzUaahsIjUNQN+lwbWuPTGr8O8bo/wCk3wRZBqd1WSQAhi5ZgQe1zNxgReKClQv8H8MrmkHamwJUEMx+VWWxKmGYm0mfzwTm6jB/heQlZ1ufKrWmPNfaLCZi3XBGd/qE1KsSroCD5rEiCShmDETtM264FfP03CspPxDV0EaQtOC13I2HJNzEwJvhdu6wtUehGJUFEMgBZMAbQhn5iTMzMQZgTgLxHxFEqs8KrTZVGmLsYH+2L3/NsBeO+MVUAFwwaxOk6gSQSCCPL5VA2EYzlPxQM1wQerkEQTtpItJklptikVikCq4NX4hlajMGp0tSFVKkHcFQf7t73x2Bj48AlMUxPkE6PKJJJjzSWMR5j6cY7AqfSDuRjCNROuYFgBbYjti2nlwAPmZTE3sZ2v8AhPa97YPaiSo+GpPxPwiGkCxJA2HP3wJl0ZKmkx5h/wCXrPUf597t2Ig7LqgUnVEbTY2XgG3sBGKUAR/iawGZYIvANiQfaMV0kBJEleQsbjeCOmCMlVRSNSKRPQT3HTrv1xJrkzVZK83lw9TUVtNmIEERsQvU97TgxCsqJhYgaRHm6dh9998Tz1PW3xE8qQZUKJBUGZ4Hyxe5I9sC5fNn8NtUFZmBBgntaPW2Eu1dYM7J0lRajLB1F4/2gFZYG19/sYwB4/kAmgjY3g8XFsabXl2XcfFJ6FpjgBTAkbseBGE/9RZtOQWZbQNvN1P7YOnJ70v+lIpU5Cds2sxM+gmPpbDPNOLdwPyGFtPLiL88bAfTDPN5Wynyiwjk7ftgycUxGrTI0INji2vSAAgzfbA9KnEj0wTXTy7QQd8JN5wxUi7wzOMrgTCjzTvB25uLW/5wX4zm9bBgZEhWkKBc7SAJmBEid5nCf4xVhtMG3Uf8jBtNS1M3JCsIixBvdh/Ok4O1YkwI7xHMfDq6jJEx5faD9t8e+J+KH4usrsi7R5hG9rGxj2xXmq2oxKzBgMLx6HjtiPijCaYAgiisgcagSB7AjD7c7ijdpWFZymgI0EQwBHuP4fQ4mc2VpiNNjeQCRtB72nta+I5ECtlifx0QHHdSZYeoJMdmPTC2vVYMykieDA2POC4ZtE3Gmw3J59SSNie/zEcxt++B6ueBaUTUxAAJHTUTY2Me946YJ8J8CfNVKaIoUsHJJ8oGkTqg7XEe+BM3kukLBM6STtuZ7/7eAMXjFXuRqIZlH1aGeCBIpxciQPMBeZE3/wAYSUG86yxJYmSFFyTAEk3BP541XjP9NtSZFpBmLpqBUHU0m5K/Mq8gG5ETvjPZLw0MQGYBUjU1xFx/JGLWx4obtnGUGmxDEkiN4ZheCRMD9MKPGKWkKdSwLaZv1n02vh78OlTqSS7RbUxgnjeJG/055wh8cEalU6QdMrzw3m9MSi5WqYkeQTLpKMfXBGVzYRSI8zKAGidME2vYhrzaRAjEKFP/AE54jrg3w+kfhsQHN1sPlJ8xEjqPQ7nbBm/ay74C6GbqU2puAhgkEgibi4d2kD2nkDBeXzJZtYeD+BUBYLqIkGwsNubxOF1VC6ygVYNweIU36GPSb4iMsAsySwPB0Qd9yJY2ntiFEh1mdFIoJ2aDvuYF5MmJ55xf4d4wafxU0kKpbc2YkgizSNptxq+ibLVPIxK6oIBVt71KZF/Zr8RiDUA2ZWG8raWSWgLJgknsQZOC4LbkfTWaHGS8YpVH+JUqOV1NCKPwkbNAEGYnk32xbWyOqlq82i8CYkrAYabC5knpfphDm0A0hY8wJbSZHzHY8+uNH4dn001EaTN6bbhQwAdRIO7AjTH4zjm1IOOUF4eRK4JY3ZmMdST09Rp/LD/OeD0jVpOzBzoeoxhVC6JTSbXEIGW15M7zin4ulmYzLIqgaRZlI+UD8OmwI7YEzNM1PKzAAHSQOpBE39rbz7YpCLatiOVEKXgmUKgszSR+DzLuYva8RO9+TOOwI4CmPiKvMPTJb+T0j0x2C1q9DJxATlSp0oxhjAMmBI7bg+mCM9lVpqh1BtQmAdREGOBYmxA6ETi3JoqnbUrSCGIkgEGY/DftODsz4alKnUqKwYlQF8wJ1MdyBcgLfi8emA5JOmTM/SRldSBcQQPxQfXqP5ti3K5yamp9ME3U26jfr+sYhSyLAWaTPOx98NMn4avmAE1BMhgQAJsCObhSD+dsM3Ghrxk9zufSyqsU5EX3jUfOR851kG+w6xOK844Y/KQVgEGInfoNI/L2wSiKEJgazbSvlkDi4gksACYJiRhTmyVaXEbQq2A/kRhtOO5X4FYdQ0t3CsJK/T23+l8R8croAkESdRMdSQLn2j2xVlaq0mDByEazqJ0wOJPEcYF/qXxarVhCAKamFAAECLbckRhXp3qIrBvbXTK6d++G1LM6gAzLYkAcmNpnthJ4VA1jkBfpH7k/XFVfNCSQJafQfXGlpbntH0qjdmhcMGld9PXoT/OcDeIeIHSFWzEiZAFriZ23jFnhRcgM8eYW9JIk4p8ZjXo2cAESOCZO1uOcR04/qbX0GSXQCcw2oFrz5bbEAzH1xoKWXMa2k3F5IUAteAB79o2wtGQ1wVM+Xi8kmIn77DcDpixK2hgjXjgjkHrsTxbHQ/dVEdvgZ5bK69aajBAMLuN+T1/kYVZq1Z97E3Pb+fbD3+l60LmX1LAAkQSRvBHAFzO/Fr4UZtS5cqrajsJEfyOO+IqX6ko/b+Cko0oo98PzfwitQDVcBpMag1mBIiJBIniRj3xGlTes60w2hXPw2N5Tpb6774J8GyrIEV0fYyZIHeSP2wZUqydjPNv1/U4vvp0RckrBamaIWATERsRaSfYSTa+OpuBsQf27/wA4xZWqwLg/Q84CCgusNGrYiD+Xr3jnrimmxORplq7HUWLX+a5llkEgnkGBY9Bjsr4SpQ6dKqRB1ECDqDQAf12vivKPxzsOoIB3HE/S+OqHV2PIsJAiPX+dMM2Cyvx/LIaE0xAUXifnnvuBvPRgODjKZhHKFzBKwLkkweh2t0nGzzFUMIG1vL34jrb7+mEWayMggu1yumSILSNJsOpgzw2BHdabDGQipVvIBh54FVQI4dis/KdhMHcgE2mbR64TUqANTQQQd1PERMN0PE9Rfrh/4F4O9QlIgg8iSLXBE73H1w2olWeCzlRVU1VfJdo81jfzECYFjNpB9cTymVZ2+GKqxsLmDJAKnpttHp1xoh/SlLLxU1+YNGlW1GSL6otAnb2GGGV8PFEaU1TqCGPKSG8ykne+mSDtGOaUote0F2IK3h5NJk3eoW45WmzQJjdmAkwBvhdlqIc0ixRQQylj8u0g2uDYiY5wb45SZa4B0hviBQpkLLlgxaI21KJH9mBKmXVNAU6xqVSSJG41b2YAmOhnD+EitJK0eFdKfEYK0mEAkhQtt4FyZPse4F/iqkswUBCApIB4Krrjpfj/AHbYdeI+AVq9LWkAF9NiRTGkqCwEFvmLW6Hbovy39ONRrVjTlwh0iVYeUk38wBAhSJFpU4LlHs3KsW5E1alUhA7sRxMyTbbv6YuprVAYOCoW92iGOxI3M8HYxh9k8+Cs1Na/DQ06XwtI1MwAWkYEkCASRIEx0mkUVRWaoqyCmqbzYQCVIMxAF7XsMBzfCIySM15TJkAm5Bk35iF2x2C6+Ypl23MGJiJsLxFt/tj3DW/xk8gx8Sp/EQBF0wBEWInkn8QFr9u+GGdy/wAKkagGoEBSTM6m1Rbob87rxyV4f4fUdmUUUpGSUaqCFAJKhYPLfNM2CyecSPheXSrNasHpqutlWykggFQIBazKJMEnUbTOOeTi2dmno3lgqZjLDLp51d2U/NA0tqkkXmwIseQbRMi1c3TqMKpi6zpUmWadPmi4cATfcgdcLKmTJaoaLUypsCIUqDfygxc3FpxZ4ZlFCAHyjYnbe0n67/tGD6dK0CUc4QW5+IS2tSoN9RAjVfm8cX5HfBS5ikmg/D1FR/8A6XBbcwqzaBa0998J2yyp8jgn5SDYkEHjtH5dcVVPE6xC09WgWIUeUcQfLf8Ak4vGOKJvTzk98bVWAKkXuQBAGrzR6CQPrjwUdQBPKgN/u4+o3HpGK83WDIJcs8n00xNybmSZHT3xbSrElhHyEQf/AGH74Vpos0kkijKEB6m+0xwB+5wDXToebfXFlZyKzgzadvT+fXHlQxpP1+2KpU7EijS5TOoVp+YKUUKQbbc9+uB854khJZCJYRcXHFuNhbCWsrGLyCImYkjb6e2Babn/AMp6QO25H74SOglJzsDNFl84SHCrBYiIPNhyZ2x1XUADAJJHyjoZ9sK8s7z5RP6en5Yd5Ou1pB9D39MbbtEctruiPhztSkPTJV4J07x3Gx97jGpXNZYrPwnZlIESBPFrCOOfphVQzQ5t6Xj9sEpXSQSD9jP6YhKEZy3VkT1L5QWmf850qFpx8puZ6zzyMRauZOlYA2sJn22OKxUT19TBxJUQ8kejflGDUfBJysnXzjkf3AjiD9dzgPLU1W/mvb5bDki/HJgdMM2FEiASGHJ5ud+egxeqU1cQw4kEnS3JBYeYWtNj6iZ0ZJYoKfQtzdLTJAa2mW0mASCwAE8j/HTAdNwxIiGvc3NhtO/OHHjHjutTTFMU10+bT1DAxN5t3xm6VNtSsAbmVLL5CflkEG8bGJjHRBvszSPM2GV1tIefMeGEeXoo9OuD8zQDUqdRhq0kaweqtMn1598cmZSGBAYH5gIJF4nvB4N/vgnL60pkEC+5FwQCt735Vvt1w/JuBL47k1ps9UAFSluZ1VEt7qxt3wwyreVINyshuSp2v1Aj6YKqUU+HoYD4bCCP7bwY6R5WniJwI9IIFXfTAnrAKn85wZ5VhTvAZ4bwx4M2kEgAsYPUnSMQ8SrOU1mfm4tMkxEdGn/6xDK1igntF9gp3PpMfTHtaiI0hjPx4AndQDU1R7AT1OE4ihOxfn/DzUgNY3JkSLnv0kDEnyMshmKVLy09NixH4iTxqJ2/ScNKuRY1EQQ9Roki41OAdIjbSCB2xZmVulGmFJVgqkCWYnV5x1AEKOLCN8GL6H3uhdlTWpO7pXcOzQqK5CqQLswG9pgCOcGL43mWqE/FA0j4eoqokEg3tdpWZm0nHtOl8Oo1DVKvpVo+YkXCzMST5SenfF1ImlmKlEuiK1SWdRIUBSbSOQTHpzGJT9z4HUn2Qr5d0d9TKrDS2oLwVsB6xaNzfEcpRVlb4lRWLqq+W8aSWYjuIC9JbpfEiHzeZXSZLqAGbogADEDa3HEjEc/TRHCJqUKGDNbUxOgMTHXheAfXC09plVgFdqKGCXvex1C/+7yz9B+uOxLQU2KqDeDLb9wD9MdhqRRzX+of4j/WGdq6gWQo0iCgYiQZgyGuLTPP0z+ZrVm3gQCQQDb2Ykc8ibYe0RTqLMgGNr8cmD9Pe2PQiUxqYWkXXrxufQ4gtSKxQPVmjKpR8zBL2jTEmLTM7XvecDVaJGot80GBf3EcA7zjS1s1Q6j3Hr/PfHNUognzCOgj78E98WWp8Cb5GTy7s7CU1GeSRuJ2nbjFrrreANdjDTG+5vMzFvQdMPqnieXBPmHuR9hHTED4rlwAQQY7duwt+WHWo/AylLwCZd2p0jKCRMPAJgtu3N5se2A6VJlNRjBiAwPGzagOT5Rvi3xHxdnEU1EXkt9B2v74ArZtwSdg+nVcX07CP50wfc8sMdN3bB6dLVVLddR39RjsyQFXt/jAyhjEHYb9Jx6yk2kHk4ptyWRo6PgqsFa2hoPPAtJAwV/2JQTEHuJ47HCeh4/URNOkEcTO2GGV/qJmBkKGNgN5k7W2xJqRzShMY0vBQBM+0ceotidPw2NvXAv/AHCrJkxHS/aQOm98W5qvXVZIhbDURNyfX8+ThKmI4SQfRyAYwTtdm7fvxiIVCZUALELHQfzfC/P+ItTRaZPne7HoBtP864rTxC24jjtgNNKgNVhjVaAFh/m+JfCA/F+f64AGbMWA0xvPMx7Dvi0VDIExPUhgOZlZB3+2NToVRsOSkW+UyZ/5tviLq3IgdeD6mLe+BkzBNjx7TxY7b98XNXaIJngyRIjiefQz74Ki+w7GiFbKwYuSRce1juf59vcvWg6G/wDyNydRJDRAZBtPUcj0EeCrwNvpEfzj7YjVbk362v6kcYKtMJQcn8F2B/FcmZGk7R2O/wDxhmlc6ApGtYkSYMiQb9RPuJ7QNrDIUMfEUMaRJgMDuhPSYPY4qy2cISI+Ugx7fqPKfQYqsMDLdOqnfpf8j/O+Pcy4KxbVIPaCF/nbERU0sYuN/UGL/lOJaJn0EH/5j8iMaSxRkW5byhH3BBBHUcj7yMCvkyGFVHHlFwT5lUmFtzItI+mL08yUlW5DNI6SJn0/XAtRV1SbAGWjeQDb67Y1x4+xg6m2hVEncyVPmlllh2Jg+xwF8eCXSV20x+FdtXrtGK3ctTBiNUMRN/lI/XHGtCG3zEDeNgTt078YVvOTUX5pvNIuYUyPcE/W+IVXkKqbmGPJ16b/AFI++PGpCFDT8p23kXXASVNiSelt5O0ffBdORuh3lvGEpVKVRVMJOr+5mZTPaxAwtqZ0s+prF2vGwkGLe2KCkGRBggwfXbFjQdL6pFpEbQHkRt0wq8BLau9lb3P7Y7AVWs2pgHYAHrvYXMc/tjsPsMApK/KzE2neBO478fy+I5rNOpADE25+9p/k4KU0qiiYEwSeZ/h/PF2c8LViJvB81pt1m38nCWnyXbS+oS10qsuqJXbVa0mLgH88Wvk1BMKX8oJZiECkneDuI43v2w1q+EeXSCoB9ST0/wA47/oVBJMmODJP82++G3LhGU4iav4WhYHUYibntyceKqiwIInaLe2HlPIqTqYSeLQOOBiD5DU0rCCNlkTf9fXB3FFqRFZDQATAiftb0gHb9sUNWg2Y3sY2M9bd8PP+0K1iZ7d/QYpXwJNgSSpj37HA3ID1oiapQ/tnvewjETRMEAc9Leknj1xov+3qimmdmM9uCLgdht0GKT4Usltp3g3+vGNvRP10ZoyP5+mJ1aFwQ/EmbEHp/n9saKh4Uhu14ACj0vJJF+d/TDBPDabGYW4vbsb4z1UgvWRlsr4s9M3820k9uh4xq8h4m9Skz1AFpqZHl0lm3k22FtsDr4Uj1FRQBJ+a8L3PJthj4itgqkaEt6x1HfG9RdCuaq6MzmKTVWZmLANcEewAjpE/XHZLLMBEsQelzthzToiPyjb8/wAsdcHb32++F3EXqeUDJkiI833Mjof51xNgdWgSYmwgmO3bFuoDff64munbUV6b267ThlJDLVo8GVgTUVlNzJBM3HFieNz9sE/9VFOLsOFIET19vWMU5morRcSIv5v1xH4QmYNhH932/fGb8DOe4jUW9z8KdiRI26gfvj00/SeY+U/scWO1QGKZEH5laNF9pUi1u2Ccs+jzSEaLhTqpzIsZB02m3fthJJpWgAxewtYbxYj+RjyrAOoc79/pz19Zw4qFK7RAp1TcEmQ0zY/7ekffC3PZR6diBpMHynUoaLgEWMTBjbE4T3PimugNFOWf/UUcDf8A8WBH2jbtgudBIPynfsZ/xhWtbSSY4I32Jj7bHDvJ5R3olmSA0QxF/KwW3UHUJ9cXclgyVkBC00j/APQMQDwVIJj64BNUAnV5dXa1rcbcHEw1ip273j1jjvgp8uFdKpVWWQ2idQDRMHgxvHscB0soFATECB0sfS5gfXEa2VjzC46dsSAkuxInVIU7wSb9IB3/API4lkqpMo0arwp9L7cXwIvthIUGMBiwJDbTfYS0dCT+eFeTpupYve4P/tewHYYK8ylQ27kzNiLGBaxv+mJZqlbVsGuL88/fjtjS8AKRXkr/ADY89Tz74YoT8I1Khg6lpgCJYENDW/2wL9e2E1GS4IIjpteJkcdvbBvitQrSUn1Hsukflii5MXpVKzzJJm/Ppj3C5c/UQABdQgHftjsLti82GmZ6jVFP8QNwWgzE9e//ABhyuf0bHYSTv+Hb7+1+mIePeKUnoBqYVnLQ001lbBgdY/uuI/2m+FWTr/MSLC8A7XiPv9sFwvJ0u3hmipZ8OZmwAIBkb/8AGLWzhLWsJ2Bt2/X6Yz+sGNJJmbE8AbAj6fTEHrFRMkdJNvUdOkYnt8HO4eDV1qxYwsKItI3OxPp6YgqmwYgzeZI/yDvtjP5bxViQLGIBkm/YYdUs1qBMQQLTEfe+04zTsm4tBXwitgwE36/WJvJnEdWndpnfe/GBBVYgSG9VF5O3t+2LKVde5t0t+e9/fA2h6sKfNcC/tb/B/fA3xbqIIBtqNgJ6jEnqwI3HPvtfb+dceiskDa9xcj07D3wEkBV2gerUuRMxY8b9t/riylmCo1QR6e/Tj0xaKK3aRJ/FcGO8234wZ4b4ermdkW56EzI9u3fG2p4Q1J4QVRzBp0dbIA9QARzEn6Hn6dMLJWfmM9jyf5+eCPFKhZtTA2FhAiDtv+nXCykxgczPlAne+4/g9owa8Gk746DFIBAG87xx/wAYhUpyTI7/ADR+R6Y6llnK6tJ0/wB3+N7W45x6o3ET3N/tgcYFpp0yFemN1v2k2vPPEfy+LfhfQC87yf51xWqTBg2+WbRc3I4nHhzp0nUNM21G8xM8/mRgmomtC5MGFtxsb9e2+LwVJvAJ6zM+owJlq92BmABEiZ7z0tviVHNC5i21ubmPXjAaDwXtawM9dj9Dvgc2PQ4hqMkwSPS31PGLSwZTLC2+oEb9xjLcEnla4BIqvCDfzQZMgaRMzN7WgHBVV2BT4qsqsPK/B25Fr4WVstIs1uqkEfT/AIxUlN0+W45AuI7r+2A45tjqlgvz+TvNMFuo3NuQBuPvgrwrxCqgjTqpzdd4JgtpA5imD0EDoMKqmaGrTcbEQZIPYjphl4Z/UlRToqBiVBCsthD8kj5STYN1wc1gZKmRqio+ulTLg6mZNzZSJ1L279+mDKPiDUX0kBxALU2tIPQ8H8j96PFMxDvVkgto0LuSmgDUxJuTpHuCemFviuZNNabaDazC6wCdclbEzqaCSLRgpuwNDJ6Skl0m4Cx2BmD3An+DFNNASlUb0723I49uDgvMUI8yEmm0aGIgNKq8eoDDAFFzTfbyEXHQHcH88MubEaGOfpi1RRZoP/iRwe4Pl+mFuaE6SLwSP/rb3mRhjlizFqJAKhAVIEEgHSJ6mDE/7VwH8PSxBuDuD1Fx9cPVgeCpsoEqQGBVoKnkgrq24N79xiXioBpOLAIiH3Z4Mnix98D0JqVUZjenKEWt8x/NiR64hUymquGOwCWiV2m/cwYnAXOQlhWLY8wWa46Tj3HJl9BsyD0dNBVAjUdRZpmD5VMxtE/U4oo02RgOT9IF7+mNJSo/9UFp/EKuASFtoICzuzDSSFgAC+BzkQCykgMq6m/uNwoWdjIE6haMd6ljJ0MWLS1R8PzTPljmb/nsOuLqOX0toqKDHBsTtGGv/birfDpqTKgkrCTI2UmCSCNMTJK7Y0Ga8IpBadTQVZgBpOonyrBLKTaSTMx6YlOaQjyjPUfCEN2QU9IB8u943i43He+LRSCKCJgX5MzJ2Mfz0xoMrl6FXStNYdmIqAN8gIOlUFzUaxJ4AI5wNUofDSwA1LBOkESsSJ4P64j6nRFxfAr/AOpHzG+287eovixKuqSqzffuRaev8OA/GFIJLMR0A2i8f4Pv0k9XVlVQIsJIiJ67wJ64agbcEadNBsJtaeTa1vrgV8siHXVYsQRtsOVNtr/W2LRRCz5jO4URFuOn/OLVriBOmRJ6xF59o2xroS6K81UKQAILDkfkDHrvg2hnWSmKbRA30iCZ6jrvt+mPKWZkGoZOqN7T+49cDU8k9arAEnTeGOkXBlo7cziuEi1VGiTmLmAu3BiO0249MTNXyx5QCbTeMdm8glNgAQxgTvAA6TMxvJx6dBFom5IAAA6dz1xJNPhkmqZL40Ak3nYD9+PT0x47exHcQdrkc8YHrUhEg2BJibk9Ptx+uKaWXqOQY02sCPpb9cNtDtDTWeQBcW6jgzMzJnjE3Ag6iIMAAjrEw02PpiDsLAqe53+4i469+MRqZ4EkACxt7zsD2vOALfgsepexWAOQTAAt1x7V8QcJZiDfa0i17XAn0wNUaRPXcdbbRyd+2KaiBvKhIvsxHFz3Nyb9sZNhoZZau8gmoSZazEkQwWLGZgD6scUZisVckAOsbaYi1yTO2Kvg3AmSAdjAgHne53k47OVPKJi+r02FvoL4Kk75GwdrkgjUimwYMI+22555xGjVK2BpkkH5wVaD0k6Z6GMAuBqWWJjjZZsYI3I/OMRfLaizB9TbnVad7BdyPsMNKNq2UpcDifiAI6kH5togjkMJH39sXPSKiRGtBB8t2I/uANjttzfDDwKKPh2tUJrVjACsLgsVkBhpEXvwSeRjOZagyuULikRctUMKBeA03k9BJ264jd4CkwzPZpng/MannIkgmeCRJBBB4EWtiFeuDoYM0ABSTMggyCxm4Nrnue2LsyylmQOCULDXTbUmqIJB59SOOMJ6i1KT2Eo0QwMienQA9O/OHS6Q7rseVc+9V6aFVAWiVkjYopbVIjcDfp6DFedoFSVNmWx+n7Yo8JzRLagxVlJ0zeCLkR/aZiDtPrgzPVaRX4hNT4u9RjDamkjjaAQxPJm15Cp5piS/ctyxMIZ01EuJuGXqOtvywR4ogdNf9wkxxfftwfTCZM2VggStm0sDsfxLNx7YZJmNSMad5uUO4jkdRFsXS8EWKg5d5Zojytb3BtffnFlIxqJ3t/8AyMU1UKkNwCAwH9vEjriVCoCxU9J9iYGEeHgZZRRTYkbn6++OwX/0wXbm9zt2x2HSjQmRDlPFgKi1Gpq7yIJmJBmSJEn/AI2203hVAiqDUZBKyKujzJqDfLEnccztwNux2E1cZR2W6Y8pZT4oRySxBOkVI0wrMxIVRAZhMbBZPbHiZ1aNT/UL1APIDMgn5SIa4UdIEwe2Ox2OeSsdJNZLfGvEgQGpoiEGDoRQD5iIE7QRvF5vhRnnDICYYzDQI40jtJAN+wnHY7CaeVnyRcVQkpZYMWsQoP4gpJi8QDa0bnp3xclSaesLA2AMHe5B6/L+WOx2LN+5oSTweUUDKWKMx2A1AC3r0nFaZV2qXMcgixi/TbHuOw8V7hIJOVMvquSwEeRd/btiCZu50swB3gxPqRv6Y7HYM2bUfuZyPqXc2me8C559PfFFNieYA4j6zwce47CpYsiXUSzHTa25PfoBtj01NpIiTBE9fa+PcdjLI6zgpqO9wnA5iI5N+RizLO+kKAohoIjiw3v1x2OxSKpFlBbLL0zZOqViLCN7mPsMRGWTVqaZCESNwSLsPyiPTHmOxPiSEra8FQUAXlRYRv8AUzf7Yuq5MUkGskk/hBvty2wtO2PMdi0eLMlcqB2YBW0oOL2m5NrgzMbyI+2IL4rKlNCw0eUAAFjEFjEtCk2tjsdibSlyWWEWeIeMsNFN0UAEaQpI0kSIUA7DucX5itl3p6KZcoQSWqebzgmIA0ldNouebnHY7GatJjpYYvo/6dHRCGGDCoohoAIINgTIM3No5xblM5I1GSG1AKI0k+4sY9AZHTHY7AecgjnkIyNcEyNtXnUgXAII9xwe5HOB6+YKs+kkEfkflI6HHuOwHFJi+UW+HZapWd4eQtMMoYk6YEBQTNiAZ9MRD/DZXFoO3QjcGNwPvjsdikWJJYTDqZFVNZHmIhgOQIkj67YV5ldAcTcAAHtMj88djsVnlWS4YflXLLPtjzHY7HO0rKt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26" name="AutoShape 10" descr="data:image/jpeg;base64,/9j/4AAQSkZJRgABAQAAAQABAAD/2wCEAAkGBhMSERUUExQWFRUVGRsaGBcXGB0aGRsbGBcYGRsaGhoZHSYfGh4jHRobHy8gIycpLCwtGCAxNTAqNSYrLCkBCQoKDgwOGg8PGiwkHyQsLCwsNCwvLCwsLCwsLCwsLCwsLCwsLCwsLCwsLCwsLCwsLCwsLCwsLCwsLCwsLCwsLP/AABEIALcBFAMBIgACEQEDEQH/xAAbAAACAwEBAQAAAAAAAAAAAAAEBQIDBgABB//EADoQAAIBAgUCBAQFAwMFAQEBAAECEQMhAAQSMUFRYQUicYETMpGhQrHB0fAGUuEjYvEUFXKCkjOiQ//EABkBAAMBAQEAAAAAAAAAAAAAAAECAwAEBf/EACsRAAICAQQBAwMDBQAAAAAAAAABAhEhAxIxQVETImEycfAjobEEFEJSgf/aAAwDAQACEQMRAD8AzuaVVpg6iGJjTtAvJBHMW98Vv4p/qKwB7WI+Xg+2ICVWDpnS2lmvOngztaPtimsnmHxX8x2C7ekn5jyb2x5ux04sixtlfFIdncFmNgNr94+mGlCq2iU0qZiCx6yeNwMZXKsRUBJI53k+gOxwyoeIE3QeYbhjEHoeh5txgL+naw2A1OT8KWtGuiXgQGDFKZI/ujfuReJ9lOZzNBSUpAlRNwIBk3FpOngHe+C85/WtMIq/DqDUAIG68NE2teJwho/DMmnUKnfSwKm1xDbAj14HbB1dNUlECbG3gmVNLM0ar6lYOp1A2KEQ1psQCTx0wT4plmpfBpgOZUA8hpMhheRaBwB74VZXKhl1M5i295AIlSJ2ifpbBmV8SKj4gMaYCj0EmPQWnqwOJK8X0PyhjlVKVgl1gwQZm29jt6YOZ5M9euM3SLMTNQipIILGNKsF1SRJ3afQd8eVa9anTdhVYgVNAIM73ETO4g47P7iMUrIODG/jWc+HTIBUOwtJ2X8TW7SB398Isn4gSpYTANp/IHk4X56qSpDsWZokkn772tsOoxb4e5poZEi/ytcR0PIGFnrO7QVFJUM6OZ1HgcSSfoTMYMy1eLESDvMi3sZ++Bci81UqPT1IQ1iTcgE3EzElT9cW0s/T1lYAkywA0nc2A2XkAdIwJzUomoY+FoozSggOOliJibzY4af1YuXNJA1MCow1BlWCoJmPLv6HAGSaKgcHzKIWfxCCAfYQOBizxXLtUNRgobQC2omFWmoIWRuxMW6e+POai9X1JcL+fxhzVIT+F/0z8Z416FJADEEzeCeLA4o8V/putQZgRrVIl6fmW9xMbYikzL19ImQFjjgAY0FDx5GlRTJlSqwNOkm3xFJN25lvtjraSXu5syyQ/pbxZqdMtVT4gnya9j5YtIJIHX2w58Q/qukylaaulwZ0jgrFp2sTHWMLHr6atNVpLUaBqDhWVo3uBAJHcwfpgXxvSzeWj8AG0CT+sfTCak54jfwOm0hZ4wUqGoFZDpaxVQk2g+gE2FpAvHCUE03anUpKWZDpmoFlmjQ7NOygEhZAmOTg7KqiOwJYC3lW0kWAPQXk9geuENTP09TR5YBAm53IESeAYtsPrjq05bkNbaCsv4sKbGV1MA0MOWA8og3IncA784X1KWhywa9RYMjzHUBrYA8TIBaJiYHFmSQ5iE+UiRIWYUAtpte5PXn2wXmPBURqlNWUq7DzEEuoBB0g7zxESYw+1pUheDMUfDQ1amCYSoTc7grMr62A98Ocv4omXdhSSYgaibN1t06H3wGcusnTW8gFzpj8WqxPrimnUKE1FZX1C8LZeBI49MX6yM3Zq8h4rlDmX0rUqF1gK6/NBJhYPAm25EgGRfRUv6RVQcyq6ApDoW2WLaSxgspmRYzMYylJqS0VckLWLKyNE09Yjyho8gEBgTNz0k4u8V/qupW0+Z1YLFRfnQ1ATDi8gEdC2OaUHVJijLOZxqh8zEnqcG+EeAGppd/LSLBdXJJMQo5vb1wD4XlGcgOBM303kadRIESPLcWwzGcCyahIYBT5iZgsSoEWHymRYn8vN2P/ACNCN5Y5bw6jQ8oMsTsCUYEf7omBzO2luoGEnjNdaJkg3ggKDBi8SfLA8p263xX4h4gKlUn5gGDEqxAZgyyJBEsZN+3pgPNOhTTAYSSNUm8QCwmDyD+d8aNJ/BZpVgEzGcGYYBm0oqgKAg4ttIj7/TF1HIoDYiByRH2k4BhFbyjnkk84rzWaqgxOkDiIx6GjqQrHRyyvkZVqwJ+ZhAjyyB+e+OwsXPFR5pJx2HepAG5i7xDMoQTS+UQfNAO0SY6k/KON8eeJVB8NGASQFVgCTcyWa/Mi/rhbk3NNyd+Oxvi3xfLvTqmmw6NuDZlDxIJtBBw13K0XoKzFfSqzuLrbYQBfvOJoxKANBZgTqM2Anysett/92IZbVX8rELyHiIABtbvGIZ/LMGZVJZVFibGLAk9QDacH1ELXRoPjNXpU0DkU0Eop3kmCB1N+TwcVnJ6drx0wlyeaYqiaTEkI42F5A2/u5J5w/wDDMo1WoFbUzM0KgKoNr3JBYg8Lvtjm3uDpV5FcbDcr4SHgq2gkH5haRFjG1ucDZ7JVKcEssH8Iu1r3HTbbBGWyzqwNMEovmh3AD+crAG9yGW3TDnIAOppPQdWA1/EMoVS0RHzi4ve5FoxB68mt3QyjRnaVSDJMGDfeZtefXBWTrpLLUFiQWgROlTseCYAxpP6g8IyC5BqtMMHaBTLu5YkMdXlAiTBkbA9MYssChBMGoKagDmQAfSSB9cKo32aqI1ss8O4I66QTtOwneBa3TFKZkgaXEBWDC997yRxf1++L6WSZNWkrIsVm4NudpnjAdRSJBPXjrh1xTdgHGVz4CuqsJjym3BMXI334EzjspmBqWY87FQB6232Hl95wibKyCFZmkruINuBEg9rDBGTBZ1QgIxgKzSBBaJsNt55EHFnH21eDGrXOqHBUGbnTNrbQebg3PUYK8SouQQXKKTBvuJIOoLvG0dj7Z/w/MagQ8yATcWC7nb0274IpeI1akTAE2PIUHSoni0fXEnp0ugFtXMQpWnTHlMM2nzEiegMextzO+C8jlMxDsKcU1jzv5QJNrtHXjFPhmf8A+mLVfh/EAOmxgSZImd+u3GI53+oFzAAqK6tMllYXN7kW7el+uGjGMOeX4NbYR8UioGBAkkduJg2tPOHGY8UoigtNmDSI1EFiG1T30iJNtuL2wjbKk0FMHaQIMsOCtpItv2wZ4jmFZaaPrWnKBoEaUs8LCkk7FngxcDvpRhPnpjxFGZalqddetlB+UEWCkkk3gAC49biMZqPiXQLTUL5m03lhJ3kgkCAB0PrjzxzKqKhCNKAAgw0Ge7AQY3mRvczgbLGKiF50w0X3bTxPUgXg8Y61iOBq7GmQzQprVZlao4usMQQLL/qMNuNif1wT4XlaSUzXqOQzAmNpJnyLYtImJHrIjANPPpSI88vUABAFgIO5Bw1pVMutJ6lfVL+WgANyoOpiCIIB0j/27YZJtZJGJoE1CaYKpq3JMCAYj1wRk8o+WcfFTytNtQIIg778xivMojKApg3lYsDMGT+2CfDKZDjX5xAXSTuARaTt/nDywh7NpW+FRyCVg0KzH4QWSPPHxVjYAG9rqxN+Bn/C8tTzdYU6ZNBmDEBjNP8A011Ekm8aQ3cY6vmUYqtSm1OmSSAhsg1SwTUTqgSZuSeuGv8AT+WNHMZqiX10lpOywRDBgNFRZBAYr5SQJvHEY45z5a56NFAfgWfqU3BMyLqZkWBWCpJtDCOLdcN/E8+WQ6rKSCVAsT0PaJ/LCs5fR5rmn+FjEifwt9It04tg5KwFMyJLdeLg+t4xy6sqkmxl7QbL5pmAJ8gEaQsRsIIjbFNRyZjoft0x1R56+1/ywNVzGgXBnnpzAIBgGDzexPOEjFyYvJdQVWI82m4Mntee/wDBbFQZlAbW4JJN7WBIgjnHvijU0oK+kszupW+kkKfNtsJtbpi3NoWpioZu9QCf7dZC/QCMdUdNqDY7bUcAWbrl2k2tFrDHYhGOxM57bBGJpXABUnSwYSIMDi43swwL4jS0SIgg/wAPocPaHiarQeiqvT1//q5O6iRAtte5MmZjTz5naAajUC1RVA0kEga7iQDBOna44MTGOlPakXfIsyeaHlCiNVNtz+ISDpvyIN8dQzD61Ad4UAXPyiZYR0njHg8MLU0W4Y6iCAZHb0I56nBuQQFW+N5WkJrNosB5oHa/1wXJOFID8mhoZMrBVQVMQY63ED/B7Yvyf9Lf9QRUUPrLOzEuUgINQZZTeRG8TF8dlc6xCHWSUGhfNZVQ2ibRzGOXxFGrM9aqTTqXqLTLF2UjSFGmygQLFgABzvjz25QlwKkjvCNEOlbUmmGphh5idXnXkgmdVpFrxvh1R8S1IWZg9Kg2kPMhdQMAR80su4kjUY3g5fKZ3Ll9ARqaq7QjMSQDI3neL+uLV8LWrZXdjTMnYidgTpIE7bdetsPKvqbr8/P2GRTm2rQSKwdfxLTZiAN720wI6nbA5qAEMpkimB6MSZ9wMTZXGpS1ohotbieouLYDy7Lr0n+2fvGKJKsAVnBmYgDc2FpNzf8Af29cWnKFZViCQbEdPzsf0x6tU02BEKu976uxHI7bYsc03YMDDbaSYgW62gyTvAg4y4oHVAxA4n6RjqeZ0tK2NjMmZAgEdCMGqi7NPqv7H98DV0X799v3wkXnAoTlM3M33/S/1wdQqt8SSblbnTI6ftfCICLg40X9P+KU5iqCzadAk+Xm8RvsN+MNau2GyqhQJiSEZgLm8fz+RiPwmQkOBUFvNcMPSY++GXiNBGQVEYaQIJiN+SBuZ8s+uFpqjdTK8EieMJNSWVwEKopqprrKgcX8yi42HH8jC7PZ+pTAHxHFObeaxHPlIJAO20T7jBFQCByPyP64CzuVLstSSWQydpIVfKBYmQftEbYrCcZfVgNIWV/EWbWdJFSR5jJvaIBNrWiLDFGTpM7E6wSF0rpW7bzH03x1dPijUjSYEwet/p69cC5IuNAKC8A67yBcgLvxxjtrDRiyv4Yyy9SVAtEQTPbA1QsaYLvZFIpqTO14AmQJ6d8MM5kkVQzySxF7gWuRET06YW+J01+ZICkbcgzt3thV0jLItSo0ETuT/Bhhk3DKwcEzEEHaJmx3nC9aJMAAk42H9G5WkqVq9VlIXyrTa+ttJY26C23XDarqJRhVHwenmaI+ErJVpATrhUKX5PzXiDxqw/yWSVxFJqnxFT4ZVqayAReWUAwQv+4SJtsc1kfGatVH0008glQCbKPKQqE+Ywd98OwKwdKtKq6GBIswOoam8osFN/KftxwNv6b+wgszFAEFejG9jA8sgW5j+EDF2Xyxc6VgAC8mALxuSBuceVGkmOb7EfY7Yto1B8FjTLh+gjmFO+/44jhh2wknu+wVbx0F5vLf6C/DKixnXpuTMEEwQsA2M36SMZyvkYJJXVcCTwbrEcHi/KyMaKn4Swo0igZqhQLU1EELBGn4U2tb8U79ceVv6bLIlVQTDebS0gaG1S9yN4Nv1w10NgX53wJ9Q1OtgAFC2UL+EXgAcnsbnC+pUaailyy6pAP4TNwBwpk2tEd8aHMU3WizK4ZmUjb11BTNzEQe574Q5fwd9TAVEqWQsy6oGskfjAZu5AwdGU3FubyLzFkqFC2Oxqsr4ZQRdLinUYG5L6Y7AdseY5n/AFCTrayexnzF/ESzLNgF0kW5JJP3wz8Nyp+IFMBdQ1TJEDqFufQYTpkifNEhdxyMOavihLauoCkNyoI54vFtvXHo6kekVfwH+EZQmuajh9AjSFJMINwSAdl7dcA+Ma1BG6F1VSfxGDoJ/wDQj1gYdZDxFwNGswx1FVI07FZJiDZjEWvgEeItdPhz8NlIBF1EkGe94n/OIx3Xb6EtHuRy76mQuGhYHmEgiIEHbaMUPk5GpSCLwBJFtzYbDAD1gKxqM12DBlBuLWH1vhpTLQAGgAW4+bcd/XB1Y7aNyiXhoHnVmI2mTBvsV9Vm3TF3glCpTrElkNNpU02cBmtAMLcRa/rgYeIs00zfTtI4HPaPsMDeJPFSxCEHTq1byALt0ub+uGcE7+TJhlbxWkKvzTJhtNxff6b78YIqUEViYuJFu5n88KFpU6UhVSoRIll8vSwBuN49cGVmuJ6DjthGkqSZrpHtchgYmRe/86YppCcRDMDYnExMz1wslXAo0ylFW+IomQ03HFiSTPQ/bEszkyjQdJnkG37iD1GJ+FLCvIDB4O/m8kzAi8yLbH8j/F8mvxAlExUBnVMI0rt5rDeIJ7A74jJ+7PA21PIlehpFwZjYe32vilRFxh/S8Mp18wtIVBTIpj5wbMEki3Ja3tyd1GYpaSwNtJgjvisqbrs0o0E5PxBlB2II2MxM9uYn6YIo0abEmmoAvJkk+YiOYF4G3HfCvLuARO3ODqRAYyJVrSf9t9UG3tjW2q7FTGHhWTV6irUZVQsAxJiAL87dJwFmF0uVBEiYIO4GPa1RW8yGR1t+mFfjdZ1KvqUEmxkEwFHUze4j98PpxTbgG+garlFDyOhbbT5gdx0WcJ/jFHAco4B1CTNze5Fz6TE40FWp8ZNaMFLKRogyeSNURAgC074zS5YCooIlg0MCbX7+px2wxEZfI+y1A5kkQSzAMAAAEGxO/pb062W+KZwrSCtGrpzv6e2NB4NnalFKmlE0qSLysmOZEmBIiRxHfKeM6mYswhm+nX7WtxicJNyYEkBrXNyLW/hxrf6P8CNeizao0MQxtt5YN99+PeOcgiGDht4XnXT5KjoLMQrG8222m25w2srjgo0jSg1MuwqN5ixKMUC6lPQqCJmJBgEgxvh/mWVMu1Nx5i2pdLApEyTtPpciIvIOEnh+TUuseb43mablrFiGBMgEFxxcKbSCbmpgEIrgqJKK5uFsSA4FxcxO0m+OJ/YXjgqamYYwQYnveDP3xGolULocMgKSkIfOACR/ztfFgqsgqzUaahsIjUNQN+lwbWuPTGr8O8bo/wCk3wRZBqd1WSQAhi5ZgQe1zNxgReKClQv8H8MrmkHamwJUEMx+VWWxKmGYm0mfzwTm6jB/heQlZ1ufKrWmPNfaLCZi3XBGd/qE1KsSroCD5rEiCShmDETtM264FfP03CspPxDV0EaQtOC13I2HJNzEwJvhdu6wtUehGJUFEMgBZMAbQhn5iTMzMQZgTgLxHxFEqs8KrTZVGmLsYH+2L3/NsBeO+MVUAFwwaxOk6gSQSCCPL5VA2EYzlPxQM1wQerkEQTtpItJklptikVikCq4NX4hlajMGp0tSFVKkHcFQf7t73x2Bj48AlMUxPkE6PKJJJjzSWMR5j6cY7AqfSDuRjCNROuYFgBbYjti2nlwAPmZTE3sZ2v8AhPa97YPaiSo+GpPxPwiGkCxJA2HP3wJl0ZKmkx5h/wCXrPUf597t2Ig7LqgUnVEbTY2XgG3sBGKUAR/iawGZYIvANiQfaMV0kBJEleQsbjeCOmCMlVRSNSKRPQT3HTrv1xJrkzVZK83lw9TUVtNmIEERsQvU97TgxCsqJhYgaRHm6dh9998Tz1PW3xE8qQZUKJBUGZ4Hyxe5I9sC5fNn8NtUFZmBBgntaPW2Eu1dYM7J0lRajLB1F4/2gFZYG19/sYwB4/kAmgjY3g8XFsabXl2XcfFJ6FpjgBTAkbseBGE/9RZtOQWZbQNvN1P7YOnJ70v+lIpU5Cds2sxM+gmPpbDPNOLdwPyGFtPLiL88bAfTDPN5Wynyiwjk7ftgycUxGrTI0INji2vSAAgzfbA9KnEj0wTXTy7QQd8JN5wxUi7wzOMrgTCjzTvB25uLW/5wX4zm9bBgZEhWkKBc7SAJmBEid5nCf4xVhtMG3Uf8jBtNS1M3JCsIixBvdh/Ok4O1YkwI7xHMfDq6jJEx5faD9t8e+J+KH4usrsi7R5hG9rGxj2xXmq2oxKzBgMLx6HjtiPijCaYAgiisgcagSB7AjD7c7ijdpWFZymgI0EQwBHuP4fQ4mc2VpiNNjeQCRtB72nta+I5ECtlifx0QHHdSZYeoJMdmPTC2vVYMykieDA2POC4ZtE3Gmw3J59SSNie/zEcxt++B6ueBaUTUxAAJHTUTY2Me946YJ8J8CfNVKaIoUsHJJ8oGkTqg7XEe+BM3kukLBM6STtuZ7/7eAMXjFXuRqIZlH1aGeCBIpxciQPMBeZE3/wAYSUG86yxJYmSFFyTAEk3BP541XjP9NtSZFpBmLpqBUHU0m5K/Mq8gG5ETvjPZLw0MQGYBUjU1xFx/JGLWx4obtnGUGmxDEkiN4ZheCRMD9MKPGKWkKdSwLaZv1n02vh78OlTqSS7RbUxgnjeJG/055wh8cEalU6QdMrzw3m9MSi5WqYkeQTLpKMfXBGVzYRSI8zKAGidME2vYhrzaRAjEKFP/AE54jrg3w+kfhsQHN1sPlJ8xEjqPQ7nbBm/ay74C6GbqU2puAhgkEgibi4d2kD2nkDBeXzJZtYeD+BUBYLqIkGwsNubxOF1VC6ygVYNweIU36GPSb4iMsAsySwPB0Qd9yJY2ntiFEh1mdFIoJ2aDvuYF5MmJ55xf4d4wafxU0kKpbc2YkgizSNptxq+ibLVPIxK6oIBVt71KZF/Zr8RiDUA2ZWG8raWSWgLJgknsQZOC4LbkfTWaHGS8YpVH+JUqOV1NCKPwkbNAEGYnk32xbWyOqlq82i8CYkrAYabC5knpfphDm0A0hY8wJbSZHzHY8+uNH4dn001EaTN6bbhQwAdRIO7AjTH4zjm1IOOUF4eRK4JY3ZmMdST09Rp/LD/OeD0jVpOzBzoeoxhVC6JTSbXEIGW15M7zin4ulmYzLIqgaRZlI+UD8OmwI7YEzNM1PKzAAHSQOpBE39rbz7YpCLatiOVEKXgmUKgszSR+DzLuYva8RO9+TOOwI4CmPiKvMPTJb+T0j0x2C1q9DJxATlSp0oxhjAMmBI7bg+mCM9lVpqh1BtQmAdREGOBYmxA6ETi3JoqnbUrSCGIkgEGY/DftODsz4alKnUqKwYlQF8wJ1MdyBcgLfi8emA5JOmTM/SRldSBcQQPxQfXqP5ti3K5yamp9ME3U26jfr+sYhSyLAWaTPOx98NMn4avmAE1BMhgQAJsCObhSD+dsM3Ghrxk9zufSyqsU5EX3jUfOR851kG+w6xOK844Y/KQVgEGInfoNI/L2wSiKEJgazbSvlkDi4gksACYJiRhTmyVaXEbQq2A/kRhtOO5X4FYdQ0t3CsJK/T23+l8R8croAkESdRMdSQLn2j2xVlaq0mDByEazqJ0wOJPEcYF/qXxarVhCAKamFAAECLbckRhXp3qIrBvbXTK6d++G1LM6gAzLYkAcmNpnthJ4VA1jkBfpH7k/XFVfNCSQJafQfXGlpbntH0qjdmhcMGld9PXoT/OcDeIeIHSFWzEiZAFriZ23jFnhRcgM8eYW9JIk4p8ZjXo2cAESOCZO1uOcR04/qbX0GSXQCcw2oFrz5bbEAzH1xoKWXMa2k3F5IUAteAB79o2wtGQ1wVM+Xi8kmIn77DcDpixK2hgjXjgjkHrsTxbHQ/dVEdvgZ5bK69aajBAMLuN+T1/kYVZq1Z97E3Pb+fbD3+l60LmX1LAAkQSRvBHAFzO/Fr4UZtS5cqrajsJEfyOO+IqX6ko/b+Cko0oo98PzfwitQDVcBpMag1mBIiJBIniRj3xGlTes60w2hXPw2N5Tpb6774J8GyrIEV0fYyZIHeSP2wZUqydjPNv1/U4vvp0RckrBamaIWATERsRaSfYSTa+OpuBsQf27/wA4xZWqwLg/Q84CCgusNGrYiD+Xr3jnrimmxORplq7HUWLX+a5llkEgnkGBY9Bjsr4SpQ6dKqRB1ECDqDQAf12vivKPxzsOoIB3HE/S+OqHV2PIsJAiPX+dMM2Cyvx/LIaE0xAUXifnnvuBvPRgODjKZhHKFzBKwLkkweh2t0nGzzFUMIG1vL34jrb7+mEWayMggu1yumSILSNJsOpgzw2BHdabDGQipVvIBh54FVQI4dis/KdhMHcgE2mbR64TUqANTQQQd1PERMN0PE9Rfrh/4F4O9QlIgg8iSLXBE73H1w2olWeCzlRVU1VfJdo81jfzECYFjNpB9cTymVZ2+GKqxsLmDJAKnpttHp1xoh/SlLLxU1+YNGlW1GSL6otAnb2GGGV8PFEaU1TqCGPKSG8ykne+mSDtGOaUote0F2IK3h5NJk3eoW45WmzQJjdmAkwBvhdlqIc0ixRQQylj8u0g2uDYiY5wb45SZa4B0hviBQpkLLlgxaI21KJH9mBKmXVNAU6xqVSSJG41b2YAmOhnD+EitJK0eFdKfEYK0mEAkhQtt4FyZPse4F/iqkswUBCApIB4Krrjpfj/AHbYdeI+AVq9LWkAF9NiRTGkqCwEFvmLW6Hbovy39ONRrVjTlwh0iVYeUk38wBAhSJFpU4LlHs3KsW5E1alUhA7sRxMyTbbv6YuprVAYOCoW92iGOxI3M8HYxh9k8+Cs1Na/DQ06XwtI1MwAWkYEkCASRIEx0mkUVRWaoqyCmqbzYQCVIMxAF7XsMBzfCIySM15TJkAm5Bk35iF2x2C6+Ypl23MGJiJsLxFt/tj3DW/xk8gx8Sp/EQBF0wBEWInkn8QFr9u+GGdy/wAKkagGoEBSTM6m1Rbob87rxyV4f4fUdmUUUpGSUaqCFAJKhYPLfNM2CyecSPheXSrNasHpqutlWykggFQIBazKJMEnUbTOOeTi2dmno3lgqZjLDLp51d2U/NA0tqkkXmwIseQbRMi1c3TqMKpi6zpUmWadPmi4cATfcgdcLKmTJaoaLUypsCIUqDfygxc3FpxZ4ZlFCAHyjYnbe0n67/tGD6dK0CUc4QW5+IS2tSoN9RAjVfm8cX5HfBS5ikmg/D1FR/8A6XBbcwqzaBa0998J2yyp8jgn5SDYkEHjtH5dcVVPE6xC09WgWIUeUcQfLf8Ak4vGOKJvTzk98bVWAKkXuQBAGrzR6CQPrjwUdQBPKgN/u4+o3HpGK83WDIJcs8n00xNybmSZHT3xbSrElhHyEQf/AGH74Vpos0kkijKEB6m+0xwB+5wDXToebfXFlZyKzgzadvT+fXHlQxpP1+2KpU7EijS5TOoVp+YKUUKQbbc9+uB854khJZCJYRcXHFuNhbCWsrGLyCImYkjb6e2Babn/AMp6QO25H74SOglJzsDNFl84SHCrBYiIPNhyZ2x1XUADAJJHyjoZ9sK8s7z5RP6en5Yd5Ou1pB9D39MbbtEctruiPhztSkPTJV4J07x3Gx97jGpXNZYrPwnZlIESBPFrCOOfphVQzQ5t6Xj9sEpXSQSD9jP6YhKEZy3VkT1L5QWmf850qFpx8puZ6zzyMRauZOlYA2sJn22OKxUT19TBxJUQ8kejflGDUfBJysnXzjkf3AjiD9dzgPLU1W/mvb5bDki/HJgdMM2FEiASGHJ5ud+egxeqU1cQw4kEnS3JBYeYWtNj6iZ0ZJYoKfQtzdLTJAa2mW0mASCwAE8j/HTAdNwxIiGvc3NhtO/OHHjHjutTTFMU10+bT1DAxN5t3xm6VNtSsAbmVLL5CflkEG8bGJjHRBvszSPM2GV1tIefMeGEeXoo9OuD8zQDUqdRhq0kaweqtMn1598cmZSGBAYH5gIJF4nvB4N/vgnL60pkEC+5FwQCt735Vvt1w/JuBL47k1ps9UAFSluZ1VEt7qxt3wwyreVINyshuSp2v1Aj6YKqUU+HoYD4bCCP7bwY6R5WniJwI9IIFXfTAnrAKn85wZ5VhTvAZ4bwx4M2kEgAsYPUnSMQ8SrOU1mfm4tMkxEdGn/6xDK1igntF9gp3PpMfTHtaiI0hjPx4AndQDU1R7AT1OE4ihOxfn/DzUgNY3JkSLnv0kDEnyMshmKVLy09NixH4iTxqJ2/ScNKuRY1EQQ9Roki41OAdIjbSCB2xZmVulGmFJVgqkCWYnV5x1AEKOLCN8GL6H3uhdlTWpO7pXcOzQqK5CqQLswG9pgCOcGL43mWqE/FA0j4eoqokEg3tdpWZm0nHtOl8Oo1DVKvpVo+YkXCzMST5SenfF1ImlmKlEuiK1SWdRIUBSbSOQTHpzGJT9z4HUn2Qr5d0d9TKrDS2oLwVsB6xaNzfEcpRVlb4lRWLqq+W8aSWYjuIC9JbpfEiHzeZXSZLqAGbogADEDa3HEjEc/TRHCJqUKGDNbUxOgMTHXheAfXC09plVgFdqKGCXvex1C/+7yz9B+uOxLQU2KqDeDLb9wD9MdhqRRzX+of4j/WGdq6gWQo0iCgYiQZgyGuLTPP0z+ZrVm3gQCQQDb2Ykc8ibYe0RTqLMgGNr8cmD9Pe2PQiUxqYWkXXrxufQ4gtSKxQPVmjKpR8zBL2jTEmLTM7XvecDVaJGot80GBf3EcA7zjS1s1Q6j3Hr/PfHNUognzCOgj78E98WWp8Cb5GTy7s7CU1GeSRuJ2nbjFrrreANdjDTG+5vMzFvQdMPqnieXBPmHuR9hHTED4rlwAQQY7duwt+WHWo/AylLwCZd2p0jKCRMPAJgtu3N5se2A6VJlNRjBiAwPGzagOT5Rvi3xHxdnEU1EXkt9B2v74ArZtwSdg+nVcX07CP50wfc8sMdN3bB6dLVVLddR39RjsyQFXt/jAyhjEHYb9Jx6yk2kHk4ptyWRo6PgqsFa2hoPPAtJAwV/2JQTEHuJ47HCeh4/URNOkEcTO2GGV/qJmBkKGNgN5k7W2xJqRzShMY0vBQBM+0ceotidPw2NvXAv/AHCrJkxHS/aQOm98W5qvXVZIhbDURNyfX8+ThKmI4SQfRyAYwTtdm7fvxiIVCZUALELHQfzfC/P+ItTRaZPne7HoBtP864rTxC24jjtgNNKgNVhjVaAFh/m+JfCA/F+f64AGbMWA0xvPMx7Dvi0VDIExPUhgOZlZB3+2NToVRsOSkW+UyZ/5tviLq3IgdeD6mLe+BkzBNjx7TxY7b98XNXaIJngyRIjiefQz74Ki+w7GiFbKwYuSRce1juf59vcvWg6G/wDyNydRJDRAZBtPUcj0EeCrwNvpEfzj7YjVbk362v6kcYKtMJQcn8F2B/FcmZGk7R2O/wDxhmlc6ApGtYkSYMiQb9RPuJ7QNrDIUMfEUMaRJgMDuhPSYPY4qy2cISI+Ugx7fqPKfQYqsMDLdOqnfpf8j/O+Pcy4KxbVIPaCF/nbERU0sYuN/UGL/lOJaJn0EH/5j8iMaSxRkW5byhH3BBBHUcj7yMCvkyGFVHHlFwT5lUmFtzItI+mL08yUlW5DNI6SJn0/XAtRV1SbAGWjeQDb67Y1x4+xg6m2hVEncyVPmlllh2Jg+xwF8eCXSV20x+FdtXrtGK3ctTBiNUMRN/lI/XHGtCG3zEDeNgTt078YVvOTUX5pvNIuYUyPcE/W+IVXkKqbmGPJ16b/AFI++PGpCFDT8p23kXXASVNiSelt5O0ffBdORuh3lvGEpVKVRVMJOr+5mZTPaxAwtqZ0s+prF2vGwkGLe2KCkGRBggwfXbFjQdL6pFpEbQHkRt0wq8BLau9lb3P7Y7AVWs2pgHYAHrvYXMc/tjsPsMApK/KzE2neBO478fy+I5rNOpADE25+9p/k4KU0qiiYEwSeZ/h/PF2c8LViJvB81pt1m38nCWnyXbS+oS10qsuqJXbVa0mLgH88Wvk1BMKX8oJZiECkneDuI43v2w1q+EeXSCoB9ST0/wA47/oVBJMmODJP82++G3LhGU4iav4WhYHUYibntyceKqiwIInaLe2HlPIqTqYSeLQOOBiD5DU0rCCNlkTf9fXB3FFqRFZDQATAiftb0gHb9sUNWg2Y3sY2M9bd8PP+0K1iZ7d/QYpXwJNgSSpj37HA3ID1oiapQ/tnvewjETRMEAc9Leknj1xov+3qimmdmM9uCLgdht0GKT4Usltp3g3+vGNvRP10ZoyP5+mJ1aFwQ/EmbEHp/n9saKh4Uhu14ACj0vJJF+d/TDBPDabGYW4vbsb4z1UgvWRlsr4s9M3820k9uh4xq8h4m9Skz1AFpqZHl0lm3k22FtsDr4Uj1FRQBJ+a8L3PJthj4itgqkaEt6x1HfG9RdCuaq6MzmKTVWZmLANcEewAjpE/XHZLLMBEsQelzthzToiPyjb8/wAsdcHb32++F3EXqeUDJkiI833Mjof51xNgdWgSYmwgmO3bFuoDff64munbUV6b267ThlJDLVo8GVgTUVlNzJBM3HFieNz9sE/9VFOLsOFIET19vWMU5morRcSIv5v1xH4QmYNhH932/fGb8DOe4jUW9z8KdiRI26gfvj00/SeY+U/scWO1QGKZEH5laNF9pUi1u2Ccs+jzSEaLhTqpzIsZB02m3fthJJpWgAxewtYbxYj+RjyrAOoc79/pz19Zw4qFK7RAp1TcEmQ0zY/7ekffC3PZR6diBpMHynUoaLgEWMTBjbE4T3PimugNFOWf/UUcDf8A8WBH2jbtgudBIPynfsZ/xhWtbSSY4I32Jj7bHDvJ5R3olmSA0QxF/KwW3UHUJ9cXclgyVkBC00j/APQMQDwVIJj64BNUAnV5dXa1rcbcHEw1ip273j1jjvgp8uFdKpVWWQ2idQDRMHgxvHscB0soFATECB0sfS5gfXEa2VjzC46dsSAkuxInVIU7wSb9IB3/API4lkqpMo0arwp9L7cXwIvthIUGMBiwJDbTfYS0dCT+eFeTpupYve4P/tewHYYK8ylQ27kzNiLGBaxv+mJZqlbVsGuL88/fjtjS8AKRXkr/ADY89Tz74YoT8I1Khg6lpgCJYENDW/2wL9e2E1GS4IIjpteJkcdvbBvitQrSUn1Hsukflii5MXpVKzzJJm/Ppj3C5c/UQABdQgHftjsLti82GmZ6jVFP8QNwWgzE9e//ABhyuf0bHYSTv+Hb7+1+mIePeKUnoBqYVnLQ001lbBgdY/uuI/2m+FWTr/MSLC8A7XiPv9sFwvJ0u3hmipZ8OZmwAIBkb/8AGLWzhLWsJ2Bt2/X6Yz+sGNJJmbE8AbAj6fTEHrFRMkdJNvUdOkYnt8HO4eDV1qxYwsKItI3OxPp6YgqmwYgzeZI/yDvtjP5bxViQLGIBkm/YYdUs1qBMQQLTEfe+04zTsm4tBXwitgwE36/WJvJnEdWndpnfe/GBBVYgSG9VF5O3t+2LKVde5t0t+e9/fA2h6sKfNcC/tb/B/fA3xbqIIBtqNgJ6jEnqwI3HPvtfb+dceiskDa9xcj07D3wEkBV2gerUuRMxY8b9t/riylmCo1QR6e/Tj0xaKK3aRJ/FcGO8234wZ4b4ermdkW56EzI9u3fG2p4Q1J4QVRzBp0dbIA9QARzEn6Hn6dMLJWfmM9jyf5+eCPFKhZtTA2FhAiDtv+nXCykxgczPlAne+4/g9owa8Gk746DFIBAG87xx/wAYhUpyTI7/ADR+R6Y6llnK6tJ0/wB3+N7W45x6o3ET3N/tgcYFpp0yFemN1v2k2vPPEfy+LfhfQC87yf51xWqTBg2+WbRc3I4nHhzp0nUNM21G8xM8/mRgmomtC5MGFtxsb9e2+LwVJvAJ6zM+owJlq92BmABEiZ7z0tviVHNC5i21ubmPXjAaDwXtawM9dj9Dvgc2PQ4hqMkwSPS31PGLSwZTLC2+oEb9xjLcEnla4BIqvCDfzQZMgaRMzN7WgHBVV2BT4qsqsPK/B25Fr4WVstIs1uqkEfT/AIxUlN0+W45AuI7r+2A45tjqlgvz+TvNMFuo3NuQBuPvgrwrxCqgjTqpzdd4JgtpA5imD0EDoMKqmaGrTcbEQZIPYjphl4Z/UlRToqBiVBCsthD8kj5STYN1wc1gZKmRqio+ulTLg6mZNzZSJ1L279+mDKPiDUX0kBxALU2tIPQ8H8j96PFMxDvVkgto0LuSmgDUxJuTpHuCemFviuZNNabaDazC6wCdclbEzqaCSLRgpuwNDJ6Skl0m4Cx2BmD3An+DFNNASlUb0723I49uDgvMUI8yEmm0aGIgNKq8eoDDAFFzTfbyEXHQHcH88MubEaGOfpi1RRZoP/iRwe4Pl+mFuaE6SLwSP/rb3mRhjlizFqJAKhAVIEEgHSJ6mDE/7VwH8PSxBuDuD1Fx9cPVgeCpsoEqQGBVoKnkgrq24N79xiXioBpOLAIiH3Z4Mnix98D0JqVUZjenKEWt8x/NiR64hUymquGOwCWiV2m/cwYnAXOQlhWLY8wWa46Tj3HJl9BsyD0dNBVAjUdRZpmD5VMxtE/U4oo02RgOT9IF7+mNJSo/9UFp/EKuASFtoICzuzDSSFgAC+BzkQCykgMq6m/uNwoWdjIE6haMd6ljJ0MWLS1R8PzTPljmb/nsOuLqOX0toqKDHBsTtGGv/birfDpqTKgkrCTI2UmCSCNMTJK7Y0Ga8IpBadTQVZgBpOonyrBLKTaSTMx6YlOaQjyjPUfCEN2QU9IB8u943i43He+LRSCKCJgX5MzJ2Mfz0xoMrl6FXStNYdmIqAN8gIOlUFzUaxJ4AI5wNUofDSwA1LBOkESsSJ4P64j6nRFxfAr/AOpHzG+287eovixKuqSqzffuRaev8OA/GFIJLMR0A2i8f4Pv0k9XVlVQIsJIiJ67wJ64agbcEadNBsJtaeTa1vrgV8siHXVYsQRtsOVNtr/W2LRRCz5jO4URFuOn/OLVriBOmRJ6xF59o2xroS6K81UKQAILDkfkDHrvg2hnWSmKbRA30iCZ6jrvt+mPKWZkGoZOqN7T+49cDU8k9arAEnTeGOkXBlo7cziuEi1VGiTmLmAu3BiO0249MTNXyx5QCbTeMdm8glNgAQxgTvAA6TMxvJx6dBFom5IAAA6dz1xJNPhkmqZL40Ak3nYD9+PT0x47exHcQdrkc8YHrUhEg2BJibk9Ptx+uKaWXqOQY02sCPpb9cNtDtDTWeQBcW6jgzMzJnjE3Ag6iIMAAjrEw02PpiDsLAqe53+4i469+MRqZ4EkACxt7zsD2vOALfgsepexWAOQTAAt1x7V8QcJZiDfa0i17XAn0wNUaRPXcdbbRyd+2KaiBvKhIvsxHFz3Nyb9sZNhoZZau8gmoSZazEkQwWLGZgD6scUZisVckAOsbaYi1yTO2Kvg3AmSAdjAgHne53k47OVPKJi+r02FvoL4Kk75GwdrkgjUimwYMI+22555xGjVK2BpkkH5wVaD0k6Z6GMAuBqWWJjjZZsYI3I/OMRfLaizB9TbnVad7BdyPsMNKNq2UpcDifiAI6kH5togjkMJH39sXPSKiRGtBB8t2I/uANjttzfDDwKKPh2tUJrVjACsLgsVkBhpEXvwSeRjOZagyuULikRctUMKBeA03k9BJ264jd4CkwzPZpng/MannIkgmeCRJBBB4EWtiFeuDoYM0ABSTMggyCxm4Nrnue2LsyylmQOCULDXTbUmqIJB59SOOMJ6i1KT2Eo0QwMienQA9O/OHS6Q7rseVc+9V6aFVAWiVkjYopbVIjcDfp6DFedoFSVNmWx+n7Yo8JzRLagxVlJ0zeCLkR/aZiDtPrgzPVaRX4hNT4u9RjDamkjjaAQxPJm15Cp5piS/ctyxMIZ01EuJuGXqOtvywR4ogdNf9wkxxfftwfTCZM2VggStm0sDsfxLNx7YZJmNSMad5uUO4jkdRFsXS8EWKg5d5Zojytb3BtffnFlIxqJ3t/8AyMU1UKkNwCAwH9vEjriVCoCxU9J9iYGEeHgZZRRTYkbn6++OwX/0wXbm9zt2x2HSjQmRDlPFgKi1Gpq7yIJmJBmSJEn/AI2203hVAiqDUZBKyKujzJqDfLEnccztwNux2E1cZR2W6Y8pZT4oRySxBOkVI0wrMxIVRAZhMbBZPbHiZ1aNT/UL1APIDMgn5SIa4UdIEwe2Ox2OeSsdJNZLfGvEgQGpoiEGDoRQD5iIE7QRvF5vhRnnDICYYzDQI40jtJAN+wnHY7CaeVnyRcVQkpZYMWsQoP4gpJi8QDa0bnp3xclSaesLA2AMHe5B6/L+WOx2LN+5oSTweUUDKWKMx2A1AC3r0nFaZV2qXMcgixi/TbHuOw8V7hIJOVMvquSwEeRd/btiCZu50swB3gxPqRv6Y7HYM2bUfuZyPqXc2me8C559PfFFNieYA4j6zwce47CpYsiXUSzHTa25PfoBtj01NpIiTBE9fa+PcdjLI6zgpqO9wnA5iI5N+RizLO+kKAohoIjiw3v1x2OxSKpFlBbLL0zZOqViLCN7mPsMRGWTVqaZCESNwSLsPyiPTHmOxPiSEra8FQUAXlRYRv8AUzf7Yuq5MUkGskk/hBvty2wtO2PMdi0eLMlcqB2YBW0oOL2m5NrgzMbyI+2IL4rKlNCw0eUAAFjEFjEtCk2tjsdibSlyWWEWeIeMsNFN0UAEaQpI0kSIUA7DucX5itl3p6KZcoQSWqebzgmIA0ldNouebnHY7GatJjpYYvo/6dHRCGGDCoohoAIINgTIM3No5xblM5I1GSG1AKI0k+4sY9AZHTHY7AecgjnkIyNcEyNtXnUgXAII9xwe5HOB6+YKs+kkEfkflI6HHuOwHFJi+UW+HZapWd4eQtMMoYk6YEBQTNiAZ9MRD/DZXFoO3QjcGNwPvjsdikWJJYTDqZFVNZHmIhgOQIkj67YV5ldAcTcAAHtMj88djsVnlWS4YflXLLPtjzHY7HO0rKt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28" name="AutoShape 12" descr="data:image/jpeg;base64,/9j/4AAQSkZJRgABAQAAAQABAAD/2wCEAAkGBhQSERUTExMWExUWFx4YGBcYGCAbGBobGxwaGxoiHBocICYeGxojGhocHy8gIycpLCwsFx8xNTAqNSYrLCkBCQoKDgwOGg8PGiwkHyQsLCwsLSwsLCwsLCwsLCwsLCwsLCwsLCwsLCwsLCwsLCwsLCwsLCwsLCwsLCwsLCwsLP/AABEIALcBFAMBIgACEQEDEQH/xAAbAAACAwEBAQAAAAAAAAAAAAAEBQIDBgABB//EAD4QAAIBAgUCBAQEBQMDBAMBAAECEQMhAAQSMUEFURMiYXEGMoGRQqGx8CNSwdHxFGLhFTNyB0OCkhY0oiT/xAAZAQADAQEBAAAAAAAAAAAAAAABAgMABAX/xAAnEQACAgIDAAIBBAMBAAAAAAAAAQIRITEDEkEiUWETMrHwwdHhQv/aAAwDAQACEQMRAD8AcfEfWDSqqvnGoANJLggrMBT5SrWtcTsRjPV6NSsR4lGolIAHw6R8kKSNRB2O9wBj2vnn1rmKoJp010gXgldKABgJAPlM9+bzhnU+JIUqx1K6AyBaJHy8yDa/aAdhjzebkbljRGGNmEz2RAbWW0W1BgDv5gYj1Xk2n0OKKNVlRiqyCdIUwbnzXnzNCztyRPAxrupZGhW84pRtdiZG4Am03G0g/TYfJdOpuoRB5C5AiSAT5d5kaiBPmvptgxmvUZtWZrN9RXzh6YBMoHEyDa8Tfnf/ACsq9RZtMmCoAtsYtJj0xss/0seHBKO+xK6vK2+xZrwFGo8AYy2X6Q7AGbRubQZ/EN+dwNrnFIuAbTLMlk2dogsq/NYk3kDYG2ogTjT9Hy1WmQaTCmKaldQNyTc3NoJ9txHOBsolTLUbFajtEDcmTfzHYEfnhic4xpAU1tY6d9E8mRwN/bE/1XeCchxmeoIykrYsCfIpYBgJMSCVte8wI7YD+D+qI5Iu2rVqiLqRaxgM0gREdrThRRBRWlwxiSCTDA7xyWm/2tbFVGvpYVUCASCAL+sRf3Mn6YeLtBi6ds+p9fqJRpV4VFWpS8zojDysraIOognUALgXJ74+L5igUqeZSAfNB279sfYukeBmcqMk7GagkSQYZW1QsXj8VxaTc4wXxL0mrRq1KTAEEgEr8tjIvIA/PjbF5bs0qoz+VVgmoKFUm8kH342F+e+Av9TLWMCLAel7Ht/fDrNZ3wqRSGFQtLMIKwQZAi20e0YSf6FjLIJQXY/y778X4jfthUKsmk6Q5JV7aV8sTsYu1tzvhd17PpUzFMVB/CuxQDzOQIE/+REXsFHrirKJXJ0U5QRN7KBESe+/qZOBc7k/EqRRfW4sSbwBb9Z3ufTDcbpaNWSzp/Tnzudp0QFTVqhCYACqWPu1v8DFfUsuXQCkg0gavmBZp48sgEdp/tgjonR4rPUqEvoOkMASS34jbgbT3nth/megVdA/05SlJltYkxG4tY8RH2xYN00YOrlKjnyoTEA+449/TBg+Eq1NPFqLTUC+lzf6jj2mcaDpdSQ3mFVkYQRbVsZvxMiY4w3y+Y8ZDqC6wxmRIEHy29bfY4wZcjRjx/phSDFpa8Uwum8bWHy/7pJxVkutMikKzaSsaW+VZ3AvYA7Hsb4edR6TSqC6qpQGdNttx5e2+ECZBAY1agy94N7g7dip2vf6amgdk0fR/wD01667IirpeNVPMK2+lgQjaRciQASB3xoP/T3J1cjXfKsjkVG1EN/7YANxwVO082x8s6QWytRK1JqiuhMsm5UjtNwI29fTH16n8UJ/pKGeNdTUgk05nxIJUgAeZHIAm2mdxsQU0lkyd+m/wt6x1qlQQmqYXb3tMfbGST/1dpOT4VF2UDkgNPqt4HrOMD8cfF9TN/NCINlXccE+u8ffHPPkvEWVc14b/L0lzDtUyrgqVcEGxkqQLciTPYfWMYvqfSKlV38GmXWnCbREkX9WZiTHaBxhD8D9arUcwkEwbaVuW9BfkwO8cHGk6l1QZSqE8QhiQzyTBeQwhR/LMSeR7YSHxdAu1kDyHwlUqJWdyUSifD/3aywEAd5O+wwN1X4HL1PDpEHRSD6hcNeAAeSd/wDGNd0TrL1MvVREDAy9WLEk7tyew++KuoVnyWhaYBarCGZA0qphSL7GWEcE97Gc2ndfYY5R8zq5V/kqAjSNMD5iRAEA2gE+b39Me9L6WFq6aoYxDAhbEn5JBvc8Xxt8h0+nqVnLx/3KhLydLtsRe5iQPUemBoV6/iiqtEai91Yjk/y+YmQI2tfEZy6wbFxpDHMZEUwjAv4ZUGoFcpUGm7EidIE9o1GIxf0nPVNJYCrZgkJETcJpB2bm4i5M4D6p8ToyhW01WFgpp6RBEJAG4NiRvBFsN+l0w9FWqPDRARRCfKwUaW3jaBEBhInHm7xIfBQetKkTmlolgGIYFiSdzOlu0cWA9z2LadbTIamm5jU6TBveTMnf0mMdiy5UlVmoTdCz9cFabUxIiEcsFBa4ZtTaQoEEQNyMSbJhS1RkV0vMMHBIkeUAklZbaBcd5wTnPiV6tCoH0jQYJtMfLphdxq039NsKqlbXTFVDpUM2s7mQCZ0qfKAoNz674V2mKV51gUdywbUi67GCQYAGkQQByN4wIapmEESkFgYjTEEA7gEmDxDRimtUVaasag89QqKfC2EtIgDeI98La2ae51HUGhEgGY5aB2A/O3IvBMVqy9uuEhlmGWfKREib3+szOPUz7NZW02Gtgwi/sY2tvwfbGezVEs0sY841MfkiYBkmT/x74qpZoqO6zOwvsJHIE46VBUFxxg1WdzDRuWp6olhFrE3kzc/mMXZLNKNRMaoYxNhP5Gw+vbCPI54ToghZ+Y895Ue1oxfRcEwCBJ7A259Z2wqXXAruqNDlhSqBVc+U3IkgG17Agz+uBc5TUJFIbEWOwAuIm8XA72OPMrUbbhjbT2Ak72AAEzfFisA4adQ1KFVhZQWu0zYC7f5xJZlnwSvs1fSOiTQ1Cp4dQkMu9io2B2BYA7m8EYE67nPOTmaaisVF0fykMb6plZWeN45mcaHofWcstNxVC63qNMSaQ8ov/MAfNEDcd8Z/qmQpkO1IsymRoYmdIgNMXXaVPb2E+h2TVINYMv1Fk0EeUkknUD83cSxHI7c/TCwio9NU2C3WDMyewgFoMT6e+HOc6XReoVoqy6lI85mIgG8LqNj+fN8Juo5FkimsW/labTtJi4M8d8TknWAIqp6tZTWKaxLktFlvx7z68YAzXVfDYJlQU/3R5mmwsZgdudtseVaDl4RS0GC0Wn0HYRH0xPKZStTzVJiuptYa53CkT7WxSCookls0XS2ztGidVGlpRCwLsQxiSZ0z5jcyYwpz3x/WqhVIVF/GFuW3i54iLc4b/FHXwyNRSSSIeNwO3uY/c4w1TKCQBqQsQIZdgeQRuMUbzQsEpZaNbnfiSmlJatLS9RiAwPKgXB5EACP84SZTqFStmGYll1KbIY0iZt3jfuSMejpv+m01HGrS41ADjYn0j15jBuY6xQpnXTh34gQIPcnAa8Cq8yQ6VlaoDiCg0sTeCbcDYn9zj1Ono1CabanBBWPm7QRv/jB1TrtN0BFgRueO49+Prhj0RaLXpMJ/EFN/qpuL84Z/gRyayC5Og6FZLCUGpW31TuOwj9Mabo/wfVq0mqLSibzMNU2mF5id+ZtOLen1ERzVaiMwKIY+HI8xAViIvcKSwBEMVImcNvif4tro+n+GyFYSoqlSQ1rqTZhfY9vpFcfybkwJJq2ZT4g6lQp//pq6E0ylXUbvcN5okEggWgbYw2bzZc3J/fp2w56lmdFzDTYHmx/UYV1VK3AA52Fp/f540VRVFPT+oNSeRY2+ntFxjZZ0+NQDtTPiAyC8QbjVB2M3Ht6xjPZfoz1jTFQ6ARItLECPqJmxa0iPTG5o00SkqhSwWmCdY/EywLGbCCQO/tiHLKmhqs74V6pUarKKq7ao7SAQAAeT24ONdnOjmu6NUZFAG4nyjYegO1+0XE4SZDLPScKdKArqFwRsJH/lBvt8t9saKrmEWmSKkjkCTb5oAO5FrflYY5ORuLGhGkKusZKjSHigBlhksJlgAZX+ZpYnVHaIicZF6TrolCC58g/EbkXA5MER642uSZkQAkaFmNDRYjdpgTttawwmzvT9QEVWLQA7s6nSCNtTgjeT3A27Ym+VySRqFGVoOn/cpqo1HdlLJuDDC6qDyDvPbBeSzsAFjABZt1MhWg23g8d9MgGJwBlqPmUUyayjl1DwLyFIEHvB9LWxqsv0sUSKqU4pqxdhUlib+Tyja+0j9JxN1YFXhW+RzICnw3OpdXksonj5hcbbDHuLcz1rWxaKgkzAIEE3MhiCDJJ25GOw1yWFYQA0cpDsiCo4phSmoaDcyTpgAggSAD8u0TjOP8QUdSByDoUKRRWG+UKFDMBwIPBHPOBaueJaXuGuxmGG9tURsI2vOLqGYpmmNC7EKvIKyxIB3+beI/PFIxreROwIucWnPhqSwPlZ/MQWgmFiFAiRIaCRcXxfRyQZFDagwDM7Fgsc7HeQQLTdveD85QSsBFNFKqWBqEy/pJG9rC0nmcB5ut4TBbtGp6hUTCHyizECATEAD04xRyTpIDbE/UwjUGCtA121E6BJIkxPm+mxwgy9F6lhpIliSYAsJO/oLDGpz2VVqbpqZA2g/IAPwsL/ANTB74UUck1NXOk+X5qi3UHTYat5g/0ti0JJRwPeAJSFEiQeLA35kHj3w4yefBSTp1d4At6HfVPfCfN0gzRT+Um03uAJuCTHOJUtQUrq8p81tpiBPbePrirpgZqqXUjVYtUAbdmiAsEwLe82Eb2wOy6/NT7jcgCSSIj85thZl8yCzsJVjuVso1GNu33xdkazMxQGDxG3eJ74k4/RMdZGo2u5UQPMTItzPN5/M4c1KFNgx8Zk2YltWkkSSqbsfl+8XgYz1HK+aGaFJ7nft6/840dGm+lsurAUnRS/lFoiy9ix3PYcwMLCnKgWkrAM8jBU0QWWpqDl4Ug+VS0gad9MmTEWMnCPrPUglQrTI1QA1UiW2vBJED1id/TDDq9DLJqjU7LuSx0J6WsWMi288jCnpvTqtef4WhSbM68dxz+XO+OlqV2jKSasKyfWKNMuDqZbGSZIOldQE3I1TGEy9RqVa/jJ5CshVOwU7A9ydzieb6aVNYCorGmPMIj2jn+mDfhvN0KWXJrMFcsTcS0WiAJMf1xZaSDpWUfDlEHxBVIFQnVc3I5/P9cE5zOUF0lz/wBolhG82gQPae22BaXSv9U9R6Oqms2PG3IPc8Thn0D4VWm7VK5D6fkBHlB5JF5I498ZIV1dkc1m1qUTDqFcHU3ptA9fXGIroNZCtKgwDj6Vns7lajJTISsxI0r2BE2IuLcWwlznwjSpaqn8RlHmgEEgbkcT74ORoS67E/RulLU13kr/AFkW/fODaPSRSbWxIA5G/wBMOemdHo/96nI1CfK3lA5BH6jCOjnhXrMtZvDpqGKWYi0kWHzMw2mwxr6q2a3Juhh0taXnZKvhO6ssONY1yCCuogg+oncY53zAI8WGBIDNNhezNNxvfgffC/IA61KA1UJjwzZmBInTGzHj2GNn1jpKpSbw7CICMSxJ3IkzM7b88cRnNJ0/TKL8M1mslpUq0Nef6TN5iLe/rhX0zphq1NKnSLm83AE4cdSgoCFAZhO5FufrOINWUZfVp0uZUNMNpmJHflbGYHbEoTbWSkQgdT8Sl4YLGLLMSSImOTEXEzfgYcU846otMkSo3PJ3i25nkzjI9LzSUnIKg3nW86ouR5dpJi/640tGr8uoBDbVpYGABMwbiZvA/wCRyLNAaoel3q0zUAK1B5pAgDUWAMg2MrMxyouNjendSNgwnUZLAj+XTrmDG149e4GF2azjwtxBXSkGA1+SbloG/wD4i+K8rmFpnQbM1gCLAzuunvP5necc019jqYzzdeoiVCkAtCoNNlAbzliBBEQFvckb8KqnXhVQ+IBpWVVF2EiRMC53UTtJ73sSizI48wRidXmmHBMG8kfNB+bcC0YXZjpYpNAPhBTpJsfNp3KbkxFu598S6qqDL8B/TuvMaopqQsnSCE1aSLDSEBaLDY3tM740NUMPDoLUVXqMjMQZdgViWBjSQAbTYxycfOctm6q1B4JZatoYNZN7nTwReDNp3xqc31JgukkGoQWNRSrHSI8sixk+Yn0iIxnxu1QiZKvm/OynMuuhinzWIGxHpBx2AqHUKlQT/BqRaWvEAWEMoCjtG847FNejJsVdeyYY6FRgzeUSwhTK30qPe/sPXFGR6WPCWKg1mBBE7m2n5YEXm+2GlJCZaSDA+W+8/wAsduexPEYDfIOUB0swmPKsQdvW8kXH9cBSdUTe6JU6JBKksxixBmT7cwPTnnFxW4HglXP4yBrtO3OxvYbDEKeXiWkqQBdQTMwPoL73G3fFVSqfEDMTJIUnff1NjIMx74bq3sXRV1eir02CA+IVBGhWksWJhhsIEgESbjYTgfIVQoKTUalMDxF8OahHnEKxsYgn04wyyTDSVIVXKEBbWuv1NpH374Fz+RJLMlRpZhInybXPvxfYTfDQuqY3hmaeQXxGCNsCwgWJmAF3Jsd/TDDJ10g618rWaGhiJWACZI29RPGKOrqdQ0/NPBAUgnja3O/P38aCAVOmTBEyCf8A7HV6n/nF5G2rPc5kBTfyzoIEH5oMAkEgbzxgnpFIhyzOQY8pgz9oAM2vPHOKWyerQSQQ1jc7gD1F4/T1wZ0tKqEspDUwLnWusTyNR1bHeCPQ4V20Y03Suma5qsoVF8wk8W72aT2O4vgfqlZ1EJA1bkH67g9t+b4rpVq70jS0sNQmUAYWA0xE/wC4k7i0WJwH07qPinS7wSWY9tJEk6t5kDfuDiMFJu0wuKoXZ5IQF7KIGgWlgJE+oJ1E3uRgEfF+YQEaw1uVE/cRf+2GWfprUI8P/tjYk7k++17bf0GFVbobMdwB7fu+O7j1Qi6+lrE5p0enRZYXQzk/NxeN47/2xLqvRPDXUai65+X+aDsL/wBLYhlupVMuvhAgLMa48yyb+n9sMs0UXLHVczIO7FidweTE3xWgNtPBf0z4hpZeno3LXANrkAQe2wwuHxDWCsGIqaiTO0SeItHEYnlehq9XxXEiB5TtMC57nbDHrRoUaMkBg4hFEGfUcQN5wyuhVVmd+Fs8KVc1Ktl0NBAm5jaO4nDXM/EX+sL5emhUMvlLGC0XMwfKALxeYvgfLZmg0Q6ztex+xwuoVSDrRRIkAn1BB+2A9DvLuhjmeqilSZaZipARwrKyzFyCOdxI+u2GXSDSzFHQyrYQw5UgRIP5g4yFLKwYJt3PGIpUdD5TYyLbERcfbAsbovBucnVpAaH2m8DmRHtH5z6Ycp1au9IDUFaLSAT9Z2PYj2jGeynV2VTTqDUotINxO1+RhzRonQpQ6yTFhe0bd5n8jiHK0mnVivsi/JVWqA06jeHfzt6TNvUm0AflOCs78KfKdVRv4YYqboZJPlIsoE7X59cLunaxUlBOltTQNUEfNv6EjH0HPV5WxcDUU8zXkKbFTuYbV2B7Y5ZzcdFo6M51XplM0CzKA1MqltzMmYPEDf0G8zgROjaqNNoYAG5BEEkwAZm/IudtsdnMpUYik6STDKwbcRF4sQOI5POHPRcj4YAZrCbWYWDG3rNrzgy5FCIsslHxB0JsvRRWIGpQJFyAQGBNz5t1sI2I7hf0d/Oakm3lWflCmJN57QD74d/EfSWrJSKPTuvyjVqCwY1FuABbtOM66tTqMki0A6YGw9Y3P13wZzjPCEGrdUIDVQttUcENxA9LbgzO+FVbOtUJIFQsTYSTpAsfUgc+8nF7gPKqNK7/AJ/oWJMfrhS2XYNB1MqEBwokkkmb3EGNzMeuEilookG0Oi5pqUrU8jPqNPWwXzTBgT4g8smNVovecXpWWQoem2lJ12UNJFlXcQGsv+2PYClRAfxnqER5hySYtAXgdjbSIxa2bWvBanZWLALbXMdvNIi8ngC++M02/wAAbXgSK1UMwSCNVtVITsPS9seYm2fWTZ//AOfp2i1ox2NS+v4EyNaTzCxJqMWhRDhmAVQNNgJvc3nEenUapIBXQpLX2kLHOoiJg/U4My1JKIDaC2ryKAdQ41WsASxHliB3xTmcwVLVF1AId7gKdgBx67z645eNOWAvAnzHmII1DxCwbsJn8JvvESbbxbFHiUywctsQTJk2gfU88n0gHBHUMyCiBSVuN58wOqPYd/rhT1rNMagJQIINhsYJk3tbsNgDa+OyKxgFUGVSQgNQlySSGIm9oCg30gx9ANpxH/WwBDAQsFbAAjfaI2m/bHv+hdEl5kjy+QlpOkhgBsOIwDXyiU1ZYZXDQS3cXtBMRIEGcNHOxaJ5Wgs6qhDIb2K21yNj2tvY/mJZ7LBBAKmBIIMqRtYqbCRE+3pgTI9NatMaCJiTYj6c2+3rhgKVXW61fNRdjphYU+YzEAHyiTHrMcYEvtsehb4BKwJZr+SAOLEjv6cx64q6VW0sdWoi/wAhM+awMX9MMKlIamKGEiVY/iixgRcHe8bWwK2UpuBBKn1O8kwdgWB7gdsPF4ya1pmppdPy7ljTqVCipBEkliLE6QTEqBcWtxGM7QyNP+NpYsFkBjIMX3A4IvHt2OC8kq0mjcsAZBIkXi42vf6euPf+ja3J1KkwNI7geYkSYk3juTYC2J11byGyPUMwLJShjZRIA5vJF4AgASe/uuzHV6lMiTTgG4UG44F73n8sOKmSXL6jOoBYXVEtyZPAH9cK62WNVQyp54iCI039bm2wvjo4m1hCY9Bs7UOYKhFAQgFv5vUTxhj8N9NXS+vzsjaBquFBE2Gwnv6YFyGulSISg7traJG/qeY/XA+Uq5mizF9SAiWYwQL79tUnb1xe6yzNNqkO+tZynQARlJUreDtGwjeCO22Mhl2DnzmP5ew5gdhJwXlK4qVCjHUWvLGSdiR/5f2ww6j0hEoMf5Rb34w28mj8cGaemNbBZNzt6YYZbqCpSIKnVsOx9T7Yu+Hekl2DkwAwUj0MST9NvbGvboFI/wDtiBb1xgzmrpmOo1xqNJj7Hjab/wB8E5yitNVB/Ed4kiNjHvb74Z/EOVpikxAHlI0n1kC354RUKD1itMCW2XueQJ/T198I9ZBHOQtcmGQGN4v+k4fZ9DWpCvR0susKaQA8ZCQDcL8yzIDel4OAunVYohdAkSpmRccN2jfab48q06akEKVaO8zfja/r98QnLshbzTDEV6T6XNXLsVlTe5i8jtNvTkHFb1K9Eq7/AMVFYEFiWQkbX3WR7GMXjM1HyxGo1KaGdLXKE2mffn1GPfhrqiGoKdYWJg6zAUmRPaIMdvtjncGlY3oVlup+OXYE7DyFzqUD+Q/iW3uB98Psq61EZKtQMQulW2iVPzCN9jP+2+5xTX6FQVxUpAK44MhJAuYExPaNyNuBM1UqsG1UTKrfQJiCbR23Ikm22ORy7ZQ6tBOYA8tPUDfUA8wCLjUYg7DtMD6ql6XROuKikrFlLQbCSDsLkH/5YY/DWcFUqzHzICZEk6dJAEC0R2I7SMKM/WapWZyNQnUxmLnYEgbTHPGHgmn1FZZRy6akJDimG87FlmPNYfzGIMRaCcB9RdA6HWQTG5EkE3OkXC8CTPODclka3zQSILrCiCBJa7eQCRABmTbHubD118OnRBqVDIZaPp+F5FgonY2BEjD3Uhomfr1vEZhu5IC0wLRcAT7AbDnD3ML4dFEdtOkidNhOoiTFjtvBJwYfh2lQPiPVLKoVnEgVLgTBUxIYMJNiCPqh6v0uoNdO7VFaShjylQSfNz5RAE3IPthlOM3hmaFuY60VIFMmALlrkmTN7W98dgOrS0mG8p5ExvfbHY606WzUj6zWNFdRgCAzAMY07CVO1zDfTCrP1vELUacaHpzwbd77RNo9MR6llXRdFSosESymC6XBEbm+0C+84Go5nWrA/wAEvuxWWKzMgkDSIBuNoxwxjWUL2Ju5hQ4pnRpUMTdgLg6haZvHOF5yqypdhKCFOwEd4377Gb4JzvV1p0gWVCs6hAGouthqNtI3gGdvWcZbNdUgg7X+UiVuL88bj9z0xjg2Ww/r1Yq6jUzqkx5oG/bj098QylEEeI/4QGIJiQRBF+Tb87c4VVcxKFhAMAEC0n8RjuQI9APXBP8A1RLAlijU7L2IWAfcNO/E98WcVQKYVlq3mckwB8ok6RtOwiwE+tu+JZTMeITrufw95PJNoFgJwop9QZVKgSCQWtyJgTwLn3j0x5kc7DiW0iDJPsYxnDsjdWh0X8MsUEGSS28DcD5oi8/4wBlqD1CWTYNMmTeO2+0bT+mDKWaVgrFS5Ehh/wC3xHf1sZG2LKgUAKCyhSLbn5r2O0D6bfRFjYrwNel5rLKpasiuyR5TeZtcDeOYImPbEG6jRYlmOhNVo2JgiN5sIm03HcynqZ4JZQTpJiY9TuPt9RguvXp0aYBQGpW8zTcqpI3O+0AxuZwv6PZjqVlmfpvUUyNKH5XAtEE7nkhRt/S4x62UphApUoNILSSxNyxMR6x2jB+VrGqvmY1FE6ACORf0DHbFdXOBlJIAWkShEg6jew8ssZtPYb4pGDikxWyOf65SRkX5gwuy/h429+O2FXXc+K7rTBhJ+rH1HYbXwopks+qNTTJ7COPQYM8QUVDuJfV5R6CNRPadgT/TFnO8BUUiw/CRdl0kgHctG/pEb4fVukpQpp49VqygizxAJgTG5A7Enc4Rn4gJqUnaYRizKu0bCO7ASZPeMFfEeaer51H8FAGBP4vUDsJtOGQH2tJsOrZumQ7oAiKfmAABjfb9m2FdLrVevSCqwXzXIFyOx3/LfCUOjyNbXIMbCR67Ye9ByRXWUI1rDaDyDIM84zb0gOKiRbprMl3OpJOmJUjkQdrbYp6VRIqzpMAgrItIM2+oG2Dc/l2Gk6iCSZAMTtt6Yqyz6j4bAEIwj9R9RfApgUnRp8/Wo1qzV9a0xUILUlInXZalzsLAi15mbYUZugskAyJsf36YX1p1eUC8j+2C+l5c1KbkNJRdTLyRNyOSRuR2xy1mhpfJWtksnmCjRwbHkQbEfXHlbLKHBUMYIjynUJE9p532tzhl1HobZdFqF6dVTHyHaQCCCd99owC+S1oatJmQwAwNxqJNrA9rExJP1xq9FUb2NMp14ONTqXuLCBLWHuP+eMG53PJSpSCDqYBoF4MiGEGABxxPNsZ7I5CjVAR6pRqZIYbgA/MF+USIn3nbfEuldOq09VJipQ8gnWaZvtddLAzBnbuBjmlBX/gql9mkGZSllgtOqqq4kgXdhPEAaPNyYBsJjCur04lW0VQAU81zqgw3m7ja94/LHBJgIPDUQG2IJUEi57DYTx3wBVySwShgSbEwBfvuTAmDAvhYx6gbsaZJ2SEpVnPyq4gAG/mEbRvPeb84bVs+1PR5zo0kSRGlZJAUrFjAEW4+mc6Tm6tPzCkXWYVmTUGuAwB+WNpk7fbBObp6UQGX1AsTp2sQqxwCL2/mFuTnC2EurdVXw/8A/QSHJghVUA+aVIYmHtYzb3thR1jr6ipNLyydLIQBMbEnZmue+47YlmcyjeCtUeVJX+GTpURABO52sdhzbCnO0FDG5VhYgETMDg7+n0xSHHG8oKAGzAW0+ttI3J3kEk47EkgCP1OPMdGPox9SroPAQK0kCRV0mQDNmBJXTf3sRhF1BmUBlZqtRgCORAPfVJEX+XSJj3vzGfqLSqVCoBk0wsbc+UMJ8oAuDffnCTPV2JQq25BhzbzmSDH4jYSDEAY54R8/v2BxEmdzLNOo7kcwCwsCRwdyffEadGAJIImCJ9L3j/GGoD0hUZEEM3hyYLqWkm08WIJ/lHpiipnKaVHpqpaJExLETqAGm3cE3EL646lTWAKxfmcp5SxKwNojcx78fp3xTlVBWdoPN4n6g+uGGbp+UMGvpnQ1zpUx2jvt2OAaTQ4IHiIxIgWYhTJBtaRg1gZMnUoz5JA5IkAWmN4k7/fFeTVX8rltMQdInT2knie3bBX/AFBIBkGTJQgeUcRPPpfAVS5JQwJmPa82gb+g4wVb2Kr9La9VVsp+UgC0ajHY7C25k/fBCjU5LMZYeQCAuxiTPlHYYWnLM7g6TJvYc7mAOMTZDSYo8yphoIIA2JtY77/bDNI1DRVenCvTXzEqoHGmJJgmPY2thvmKyuoZbktBMzMwArSIgdht9cZWh1qoG8rmmCNJK7kczET98PMrmKaAlfNyJnykAgnSRBH7vGEkhWqG3TumnwQ4bSb2gKQfpwRME/0wu6tlNKoB2P1Pf+n0w1TqbmiWYGajDQoHAUKI9LflhMlUKzGq0NJ/8RAkgHuBjLLSYjy8FnQ+jB9z8sEgdzxi3rnw8r6WL6fNBm5IPY8GBa2I/D/WkJeLMT8p5W0EfvnAPXc89Vwp2F4HA7/X+mL0th+XYn1XoCUyoClXEqVnkR8w7/8AGF2eWqtA0gfJYx9dvaf0xOt1nTmQzEssebcm/N7n/jDjpVJc5qYnTTUxoHzE8Fj9dhgob5LLMz0PpRdm1AhQJ2sTMR+v2w5y3TD4hNIlCBckGCDwJ32v9MPOqg5agGpjUAQCpPf1GMunxXUWqHKDTsUE/eTzjM1ynlDPqfSWpUw7VCQWvbzS23m7fpiFLLHzFVIJN5PYRiPXeurXojQCVmCDvMdvTHfD/VC6kGJW0cxFj++2Fq2I4vrbJUaDarr+e/1xz1vCeQzLuCBYwQRuLEX3H2wVVpsPlI9Jkn7YHoZUVGJFxFrRf+/GIcqUWrDxxbyi6s1QIgY+QiVG4g87dv6Y6jnWpDxKbQy2HIMgi4NvrwcVutr3+u2PMrSVvJA83HH07Y0Y/Zk82X/DmWbXUeqyprDJJXVDfzCOw376lHJwwfrgAZSAzrAFiNIYnSDcztwPxHAb9NUr4cnVPFoHoZneNv5RxvTnqKakU6mUGWkQTePW4uLj+gCy41J2WstqdQcM7lbTBlRp2EhQLbR9774vGYSqJYmTYQs78iw43HfHmQzCrSamwVQzggkTEWJggz29gP5cUaxpIVVAB1GLXMke3lJAFxb7q+NJih2Uygpr4TVGqaVBOlppgn5/lJgAQNRsSPQAjZnNKJDGQTKkEXGkyBfeSLkT+mKKma1FlXyajeLSReNPILQOIjEAUEknZgwWNzJ5HltJOJuNPIy0AM2hmOo3Er6E9ptE8dvbEUVzJFLUSJLNLTFjMmxvJ+mGNMq7SgRdTGEJOmDMgA/35xHNZ7UQKi62j/5SB5TIsLCPoJmcVSM6WiqnpUCXpMdzJaxN4+mOxTSy9Np8TWTJA0kAAcci+Ow+PsFI2/Wc0lbUXtBDMAml1NpBkwBMiQZ+kYTdRqIyIIQBAqs5tPmBHlJibCL4Iz1CtSrk09B0orklhckXMk/Mtz/8cJM29U6GqDToJpmYkaVEtBBFyDxufTHNCKTozbbsqzNYNqLcgCBBEzyR6f0wtpjS0NEQbC07zfe/Yd4xXSQlggMkkaZO4Nok7G8/TBnS6CzqqhjvAAO4IuTyBe1pteMdGIh6vZA0wyMG1O5K6mJM2uYHcg4lUyYSmBpBZhMNYkcRcAG208kYt6h4av4lFmk+aHUjTChoLkBWOq0AC+0jdQ9ZmXVLGTaTMRtc72P54auweskFJSVd4AiIFnhgZ3EWvuZvjwtSGqJHpaYnedo2tviwn+GxhWWRExuBsBNjuSe3vgV8xJsqjkgcwZFz6cYNChWWrqqkElCCbcmd9MemK89XEshgkRBHnW28E3sPXjAZHnWSdhbmNoHrH648ChTvqmxEGfXiPzODVsKgX0KOrTAGraDYHke237nE6NCYGlgxbSe24Aj9PriqnUAkB7AncD+vED84xblmh1cNMEGIseePYYLM01s+h1ctoIAEBVCj0AAsP7+vrhNmei03+by0kliJgCTLX3k2F/pxhnlDUqUVqMPn1NI2A1Hn0EDCH4qLkJTX5QdR/wBx2Wfa/wB8Iv2pekI4dAHTsj/FeqgIXUTGwCkmAD7YEztRplTEggkbsD6RYRAjf9MHVOq+HSFNLsdzEgRY72N8eUKQNNCR5idKjYHsfQYqsj29mdq5cs3czGNb0VP9OxEmPxe9rgfTFlfp9MUyGAgC5jY/3nCTOdXqVDoRNBcCSdza8cAfnAw6wa3yYL/iP4oFb+Gh8qm/+47f/UYTrliQPafbHtTojr80DtF8Hur06eptJnYi2/5Y2x7UVUSrL0fDSbwdwR+nriikjA+JSMXsf3YjGg6dXWrTi23mB47/AE9cK8jngpKOLTZv7/3wUhezyMEz7OFsBvME/l/ztjjvbf8Ac4HUqGJG2+xIvz5QcXJmKe/jKDM3Spvb/bGJSt4FUX4Qr1oWZP3j/OAqeeKkODGlp/zhlVqobNVQ+yt+hXFFTKU9wyEdxP52nATrYUkifTesz5SACeT2HBi8emD+rOGUMDBCibzfm49T374UHLUwZkT6E/2xcjfhFS3bVhGs2hk0C1c+SLyCLzz7jEaXWEAUaTYQ3Zp9zH5Dc3vYxsit7jaNwT/nvgOpSWTIB2kz6X/cYbD2PGngpp9VOsFRcfX+2Ccrm9bwZIaQQLMN4A1CBxiB6egWWtfSPU9v133x7oXsVIsDzx9x/fBY1LY9yr0kRQVcVNOgaiNJJEkqOLgbmReYsMJs3myXAMaove07jt3tgyvla+gyKmhiFGpTM8QeWtFt8C1awf5tJJXTE3gd7yDYfliUVQWrWgzKZE1KasGUyPNMbyfTtGOwvr0lWPluoNhO/wCntjsUVfROn/UPRQqqFFSlW1MrKsJCy0gEkfMPMGj0I2w6znwVpVKtR2LlS7I4klWY3AOzSQQJ4v8ANjb0Om0kfxHp06SKwKzKs2kaZjbRC+/3xTUzNLNeJUlZKaV2IlVm5iYJGiBwTIFp4Oz8PQXDH1HyzqfR6a6PDsCmpzqBltyAZNhtHfkyMK6y6AWZmLK4CqflKwd+RcgWjnnGyHwlX81Z6Y0MzMaaNdNMwsJZbkHmIIvhP8Q9JWjXamwMPDKz6pXyyFJMG4PIBtxJGLRnWzmlDqUdVRqr6y6AsQ2lF0UwAANmUQBYSfXvdU1bUHDA6gN9hyIiwAk/TBLVTpKqxK6e/GoH7yBbAi0x5vLZm3PA73H5+9sVhhE/wyl6rMAdMe1gs/nOPBUaCBtMaZmI7gyRzv3wXWplKXia76wqgb3BaQeBsI7n0wI9BtLmDLGJve/m48149vrhx45XxPRSl4UkEcEQQRvydsW50kro1EhJJ7A8mNydu/MWwNTy5J1M1+8wxgwd7EWIiZ94OJZnMOQEJPlECQAw9JG9yYBJ3wwKrLKno+aDMnY3N/p+74sAIAmAPe+L1p8qBtF/1/c4llaL6g0gTwD22iLi2DYHKNDjKlRQWSq6gBIuRq3J+k/liVfKq5hTq53k++Lc54PgUwgKwdTiCbx3tzAHsTiHTkA1NzbC8bpnLLeDwdFA8z2AF/8AxEn9TOCK2UiCpiNu49sCdfzTPSAEqCeDdgLx6DY/TEaOVqskeK22xn3339MVVf8Ak3mWD5H+I7CqxY02EAm2nYGPfA3Ws8Frrpg6Ykf0+2LafSm+YMZ78x74Fp/DNQkksCxuJnvuT6j9cGhk43bZ51HrcvdPJwJg+54k9sD53NtUECQpK2mbib4vz3S3LA2XSLiZv6H7YrfIkAHvjO2PFwRb/wBOYDUJEdueD98NP9EpQERO4PfA1POvVJpKAg0ST+I7Agdt8ctB6BC6iynYHjB0iTt7KFYo8qYufz3wRmaTVDqJWSONja2KqhHO+L2VTEiPr9scyb9Gi/WCpRO0GcFJQ0nzKdtptf27YnTYRMj29f8AnHtR9Xyi22ob39Jg7YOzWmSeup2WIsSR7A/v3xRURItNh3mT6enuMEhSAOTMf5xeqwZNoOwXykRIuL8Y0aDB3gDymX1NsfcjaZ+/ODMvl/MSo0rO+5JAsJu322x7lgIJ+YMJgi472BkbT3xdWzAIGkAf+Ji43FjqNu8flhjohGKyjkySvUAdCsqbswQEgGNxI/piomjodtX8MeWQrMpBgAwTuDe9wDe2PK9Q+XXpcaBI1GTsdhAtF5/PAGVpNrYqopoDvHl07LJJHm9SZwjVllIYJ180VVFRHUQxDoGlrGQTMQIFu3qRhFUOtmYQJP724wU9FCx8xdj/ACiF+kxP0++PTQKkaqYvsDOqO88fU/TGSSM23gAq5VgflB9z/jHYbUsnlnE1f4bizLq7bG/cRtjsOLZ9oq0C7BNTEVaZSYmBqk6t4OgxHMDbFGX6RSSq9ZfEciN7Ix0wgHbcXGwtzcnI5YJq8mtixAChrAggAhmJIIvG3mnmcFLUZUZmGgudN77WWFF2McntzjyVLIy5hIP9RXSp4iDLQxKAqSGDRBkbwTMidxgbrfw14uXQPKiCP4e+pdiToYktZjEAkQYjGoy9HxHSoxcgE3YwBIjbbaYYdzvviWfYPNK0GwaTGu4jy3Nzxe9yJw9pDuSZ8x6h8K040nMGQoUjRoEJMjQBfSOTyY9sb1+lUWqyBQDYRImQOxvcKCTbH3M/DtKNChaYVlIYJB8omFJkxBInbccHCzPfCVCqVqNcWWCY1EAjU5vciPq2w5ePJ1dsjNqXh8M8x0rEgbArNm3MExq7D+2DKig/9tGSSSQD5bmYi8AWG+Poy08tTapqEKyMumzEXBGkXI0gRc/Q2wsfIUHJ8KnUljZLEX5aJMb9vbHQuW/AKWHRkxXeNJgQbWuB2HAHJgbjHidO8xJg3n6T+/yxtW+E6umYVVBCkwNz3btxecE//jKoJJkixg6RIFt7xxETjPliiE5yZhkyCyfLsJ2tfi59e2CaNJ5m1vv+uNFVyKrC3JP0G3B234xRWyw2ADcb9/SPXB72Sf2BVSq0xTW4HmMjc4i+ZQEIILhQfW/fjFrUzBBgCd7SP7cYDqCmhLSCW3a/G59vphrTMgStmSxZzJK+VRvuJY9vTHhzbvRCqCGmGJ7D++33xI5hWcKoHhqJL7ebYR+/0x5UV3YpSOkAeZv0A/O+LQVGb/B5lOt018rSIttIt2I+22PKXxENA8pNS/sBJgnvaLYT5xfCIpqfOACT6f8AO+CqXSm1a2MhxMgW9I+mK2w9Y7PaPWlDBXEloOoQRB7+vccXxPqdeGULwszHefyt+ePKuWSFEDVPHa/7++LmyQYkkTG1z7fv2xmmGLgndAOUquXVwpDTuBAPpe2CsxWd3DEFQAABxHfDDI1ldGU7ixB4ttgWhTsB+X+N8JK0U40p2CVFZiDYSOfT8px4KbA6Su9/8AfpgyrkTJg78ETOOq0iqrDktECJlZ43/c4XY3RRw0Dmm3Np9bH6cYuogy1gJjc29SOQfTHtao5YGNQgDYiDyMWoJkaT7fbv+uFZOUfDwP3idp739fSLYmNX4SoX3jjgzvx9sRZTEDY3I39r/ewxNqLesR9f398IyHWiVEQYOo73mR3H+SMQSiBULTpBWQROw5m0H1OPEpmxvIMbdu/BB748b6Ax68/T8vXAToZSccFKUTUYDVGo/MY272seP+cWFwFZID+YEM4J94BsJ2kDHGlY+URuG78X9f0xW6Re9zyDf9b/AN8Ndj/qZwWitsZC+YxbyyPpFvXvzi3K13qDQqLMyTtAA4AgHc29dsV0qJMxAt8u6tb7gxaRip8s4cBVJJta0fedh97WwtlI8mbDqXTpH/Z18avFI1esAfr+kY7FuT06fPTeZ5nbiIO2OxJza/v/AE6Fy8fp9OzOdK0jLsiyAzAS7kiQJsLk2AEW98X5GsXp63BLkHSCLUQDAF+SDuL+wxmqOZVl113UDTpRbnT6xy5FpvAPBxfnfihESKWymdZG3pHNgLbWE451xvSIqts1FfOgBfFq6VWFKqASSAI0m5J9ALTfbAlTroQSRoG4QMCxNvmafL2hfvxjL5Xx67M4mDTJ1W9ojZRJ9LD64O6f8LFwHrNpQH5NyewPB59BguEYurA59nYXnfjIKdFFSWaASIvAPe8kd+PfHf8AS81Xpg1GKKVEXvM8xwFjfvvbDml4dLzKqq0DzEAkiIuRsJj3xbk8wahJkTqMz/LPYC0xt6+2J94r9prvAto/ClFVlVJYmb/UrvYWO/eME1cgEYKiaRpkkAROwkcwBHeMH53MzMCDaOZAIB0x6AkkzttgDNMCdRIjUQBNyWgrqAEkn12jCybfotVoozLhFZo0xwagmN/lUkk8e3vGMp1fOOxUBgp5UG4FyCf5eYm+NKKlPzMzqzgaSgGoCOYHEg/aML61AaXhlAO5j8/p/TDQpbQHG0ZFdRabsALwO5O8ny/X/M6PTawUlk0sd+QJ77d9++H9TK06dJo1L22DHsTvBJGqOMUuoaDOlALtzsfziDfvi6nSE6NYMw+SfZ7DYgNaZ3/I3vidToknfTbeL8cCNgOe+1oxq1ydJaKaYNSSdgTMeUBeRMR7euA8i6kmox5MyJJY3ECI3/XFVNILVVQgXpRMADVbkze4sPyvivK0m/iOB5NUKY3IOkyeRr5jvjQdJohKhDNBHyxeb3IIsRBN+89sUddqNSUUqCeFQC+JUfTqF2YqgBtdwd9gfu/dKXxLRXeGUKK3QKbgDSCR+L8RO+/b0xF9GXimWBUqLNeYt3v+eI9I6tutQwd1J5HInvIn64znxNmjWryAQF8qd+8j3Mn7Y68NHOoSb6sY1empDVKRa4vJJlfrtGKaeec0yEA1LuT29BycVZTrmlGWopV9J43MfkcQ6ZnwlEsRLF4AFpAA52G/54Em0sDRi/SWWysHVJkkye873wecsVCk99xx/jFlPMrUVGHsR2M4LqPYRvvPaMbayPcoyVaKF6bU1FQQzLJMGZEzI+kW7j1xR+K4Iv2kcHcbntgnMZpokmTMmAAB3Fonv3tgX/Vy2334n9NsI6KubWy+pmAALnaDPH0HPqMRVOxbtb68euI1ByfvG/1xWlVgpMwp5/5GFJybJPTIhTbkT9extfBBQ8wOwB+v7E8YggVgCHUXurTBB9YMH1wanTTTBMhl4Eza57evGEYkuGdXRXlVEjUCOdwB9xsY52vguqyqplWHcW7evBtH5xhd4KrpP0sTEcWFseLnfNyeN+9rA84m42yWCyrlwdp1fYkRIgzB+v8AmD5f+YkTsTe/qRefbviWaDL+IAHYkQI9R34It7bHHiVgRAWT+X3HFud8GvDJ26PDSUaYYA8TtPqNx7nFxz4I0kkMtu4m9pkEb/uMUikSLT5TJBufQ3++JVMmXCtCs/ysNpb8Jk8kAj3XucbqbtbBqvUgpjxSPYGP1v7jHYpr5Zp+apt2J/TnHuKdIBwMOl9LqVn+ax2M3I4PcDmB34w3yiqAV066tM6WJsguUXSOZ1T9ce47E28yXi/2P5Zpun9RGWFNQzOta0kRpgiIH8pBI9xPOHGf+IMvA0oVZDI4HaAIjiMe47HLN1n7v+SqdWhBX+JFZQSTZjI73JJncXtb1tti/wD/ACcIJpp4YYXC7kdpi3rv29cdjsNHjiybmxbnPi3QNIjUeSswdzvvbv3J3wCnXahnSdwJ4NjvbkDb1GOx2CuOK8FspqdcIBAUyITzEGYswgc2N/tGJ5jrTkkNckBomObRHH9sdjsU6IZPCKspXeo7JJE7k3AHOkTvt9/fA3+vKeUCwnSxv9gSRJvv3OOx2KxguqZn+0GzWYqMQTuZMA3t3O074rrZtyoG5J2kjkTf6DHY7GcUiZZTzDCE+XiFO0esbf3x7UrVGpss2awXsAe59sdjsbCyNCTWgMqFiRMWHoTH+cXnpyhjU5UT9BjsdjphlG5cMA6vSWot9wZ/XAdCiCnh6QADOq88+v7jHY7BWdixk0sFuX/hTPJt2/e2GKZg798djsTksnTBukSqEMd/t/jAiqJJEzNyTjsdhTsUUeJThoXaP3H3xZVpzJN7c+mOx2NZGUEk2gWhSDMAvlnedsO6eZCgLqkLN4M2x7jsCSBCTSYAqSx0ixEgH1n+22PKVAmBaZufT0P5jHY7Gejjb7JsvytaCVfUQx03O5vtAgH1tPPfHtZQlRQQGJAg952JjnHY7Af7bFlFIuOUkC+kzO5tzwbiOMC0S4JDNqDCPccWI3Fj9MdjsTvIrd0Rq5l5vJIsYMXGPMdjsU6o3V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30" name="AutoShape 14" descr="data:image/jpeg;base64,/9j/4AAQSkZJRgABAQAAAQABAAD/2wCEAAkGBxQTEhUUExMWFRUXGBwaGBgYGBwbGxgZHRobGRwfHRscHiggHB0lHRsbITEiJikrLi4uHB8zODMtNygtLisBCgoKDg0OGxAQGzQkICU0LC80LCwsLCwsLCwsLCwsLCw0LCwsLCwsLCw0LCwsLCwsLCwsLCwsLCwsLCwsLCwsLP/AABEIALcBFAMBIgACEQEDEQH/xAAbAAACAwEBAQAAAAAAAAAAAAAEBQIDBgABB//EADoQAAIBAgUCBAQFAwMEAwEAAAECEQMhAAQSMUEFUSJhcYETMpGhBrHB0fAUQuEjUvEVYnKygpLCM//EABkBAAMBAQEAAAAAAAAAAAAAAAECAwAEBf/EACkRAAICAgIBAwQCAwEAAAAAAAABAhEDIRIxQSJRYQQTcfCBkTJTsRT/2gAMAwEAAhEDEQA/AC8vtYx54DzGcAld531c/YjHMWcaKbCQJImDbc3wpQqjDU+pZ8SrBaOYvAPqcSlkUVbOLZpvwJTGVWoyL43MKdws8/Y/Qd8a+p11mJDceUR/nHz8dbVHLUkKoSIQkGB2n1wZl+oJVBhtD9mtPeDtjy/qM7yQ4+GWs0eSz6CoarkhQSx9Bx52GM5+LutPmKlMRpQfLSH9o4njUV+mCzqpoSwsInYiCwB+2FZzQNdqh8JqEARw8zInaCAftzjp+kajBhiKBniKqKwJWmbDaN5bbvF+LdsF9DoipmKNJrguNXfTJYz2tO218eDKp8b4rAAQbckmRb6jfzxPolc0s18dzAljIMm6sB+Yw/8A6YPyPpeTa9TzfwqtNUQf6ZAUk24BhVgmCRJi5E7DGW6hn0Q0/wCorMAuohVQgo0Bg9/BOojjj0OLeo9ZRqmpAY1T4hMTGrc3uOfphL+Iq65jWWCoqy8oACB/cIN2JAFtUSD3xHDkTlQymmNKHT6dXLI1GprGmnqLgMQQDAYCCs3BAkGJG4w56Lnzl6VVgF1KDABJlRJAAtaSd7388ZhswKhppSo0qqoiAVHMNpHhIZAfCCWDRYrBIOxxq8l+ETmCWSsqaB8qsXUtxpeYKbrMTYTM46JQyJ3F38MmzO9V6tnHy5Dq1KmslneDUqs6kimvbUJAA+UC5tfP5oUBVJKijUprTVKckSxGpXvfcgzaIFhIw96l8fJ1auqj8SpUXSXqHUALhdE2MG48xjJO4dqudzbks7HQojVUcWMDYKLX2EWw+KfJdGSA+uUq9WqvxXDORAkiwFxt64XCnpBECeSf0xaqCxaZJmQYIn18/PBrVfhVQradKwRsY5uwn88VY1nvR6ZRg7AwVtESRtyfI40dBNXyG3HFvT7YRU6YqsdLyCskPZhAkEHnm2DOmp8MH/cSN5AFpgjgzjjzY1LfkRqw4gzEXGIEdiRgE5jU1y28yGA9eDP88sGUqTRuXHDQLD67zjmeFoDiWrm3XY4KTqJNM0zzBJgSYI377YGbLGYX64FrU4nj8sTjroXa6C87oFTXT8JJmREAAQTHBIEYU9U+IjBIiFieTzJ87/QYMoV9J8Qkdu4O9/PDfrVIVWd9aBQZEA38IIjkj17HHUsnwVjKxJ0Fz4pvJ3ne2GLHAnxnEM7SoAXY6gJJkehM+hicHmiSNQFjgSjJuyc+ysHFfVArVlECdK77Cx5274uC3GFnUcpVqV4RQReSdgJMX/TAxQ9bDFq9nudR/wCoZZDP4VWIWxgIt7LaNzIE3x5WENpDK+10JIBgEgyBBBsbROHlD8MtVbVUdmaBLWAgdyZJ9d7DBnVOjZWjlwA5LO0sEAJgXPzbXjfHRKNhbTMeK4nSDJ8hP5Y74zcH6HDOq6IQUpkQdmIg+oA/XAGZV6rloUNadA0i/qTfCTxqKuxSadTeILHElr1GMJLE7Bbn6YN6V+HTUu7eAbtt9GO/0xqKWdy2XXSjU0gcRJ9TuccOX6/7fph6mMomPanmRvSqj1VsdjRVfxPlpvU1eekn9MdhF9d9V/r/AOm4oS9WrrTQOg1CTqcHaw2HIPfywNl6hqfIrGZ0kiA0GPa8iTaceZdWIMCRzIBviTVHXkgdsdM8sZPa2JaG7dMUKWNYKLQGW7T2jf8A5xDJZWgT/qVoB20jb1ketvvhMarEz98eSe+Ipe4LNf1HN0Anw6TVKggAl43HmDAG1h2wIiVagBVTCwsxABJ/3GBJJ3nCLK0KhI+GGJ40zNvTDyh12sqNTrUVqhty6nWII/uG+3OOhRUlUrS+Bk/cJ6l+HcxS0mqoGuwhgb+emcTyP4bqVC3AGqGA1AsvESCJtBNvocTT8RUnpCk0rBlbGFPnfvzjR9MQfCI1AlmBG12sYU3BJMRxe+ElCCviUjGLMs3R0FZaevX4QTpHPNzYAbSbfTCPruZSn8SmtNWAN2Y7LPnuZIUae5MGfC76uaaZnR8RjB0uwYjSsgkKFi0yfOxxks5mqT1Spp/FGsjUzMpJ1WiNpPrY46cMF3QaSGnQfDUFSlTFQr/YU1S12vEzG4Nh4J7jDvqn4jr0nQpVp1KxR1KpTGgKwRhJEagqq3l4tzhP0erVovYaQ51GGM6RI0juLx+mO6vnRVFRSFpkgepTt2AggkDfAeRylS/f398isXJ1k16mqs7NVLBUI+VBsSBMADt5eeB63RyxNPUkqdIqkE3+YqkGSF8Un2wwy3WKVEaaAiA2ttPyjSR4dQu25k7mPLFOWyT/ANPFNVppVBhwjNUVDsAZkyPQ/UY64JIFmbzOZZoSlSbSG30mXiwZh53se+LqdB0Jb4epDAIm8z9mBMXEYnV6lUytV1VPCyhR8QDWI2MA+E7wD3GF9JjAIfSxaZkzPn7wcMxhsvw1UKzPTrgzqYeHuJ5iADjRZOg1UVWrKGAKLrEdr7f3QN+0WwhpVRXJFVAXVYY3MzyNMeK3mLnD/oVemgrQfmCMAL2SQfUwccr3oV6AqGQ06peIErp9rTv/AMYbdMyyoInWpkmSbCQAQD2Em5k4WPZg24N78jiwEiRg0Vy1qYC3knj7/l5Y53K9JhsL+GAT8OWZTwIG5vLDyNsUZyqHWWCyTbYQIaCd2Cwuxg3WYscTekXGnUARDWFmiwJ7iODi+tlEYCXCaBAaNyIjVMwLASDtPpieoqhl7Ger0dj3+x8vz98Rp5kgi9vPBNXKVFkt4SZkH5tVxJEktsDPMjDLqvR6fxESi+oOBpZiLjSTeNrg73GGr2FcHZkusVKhK+MEsYAGoQPcwd43w56Pm3FAU+ULA/WYH1wDnKLD/TdY0tMEXDWBkewEYL6YVHh8IhgxntF+JJ/4xVzfGl2aT5IOQbeeDvw/1RVzDU3RWVjM8ggfrhQ/UDHyoOBvaIJi+9/vijK5paZapJ1AEiRycaPeibWze/iL8QroNOkulCIZjZnMifOP0xjMxUeo8KJAJJPAGMpl6r1qkszMTN5v/gY0+UPwqZB3JLGB34HpiuXI8cPStjNHV8sSJZgo8t8eU6oQBkQMSdiLSLX7n1wFWqGoNxpPB7euI0SdUaRAjYxzPaPfENzXrf8AAehnmc+7/wD9VJWCCCY23geXvGMzVZQ50ghQbCRP1Ec4ZV1F9iCflnVA4vtGJ5XJU2tpue28+WGgow0jWKf6juoJ73GOxoB+EHYtpeykAzEhtKlhvwSR7Y7HR9t+xrB6ebbRoFhMki3EQcR1+/mcGZjpXwm1AfEp/Q/QH749qdINVZohmG/fgmP/ACgG3ljjliUdi0Mfwr0elmXYVKhAVdXgibeu1vLDvqo6fllCf6RqWDSdbA8zvBniMZXpX4bqVFZhVWmyGwMiTBJ8XEAYVNk3A1NTaO8W+uxxCME8vLlpePkx9C6Z1XLrSPwWptWJOnSB4QRoAI8pLThx1D4NPKhFlqrXeoUIkBhsD3OkQLbY+Q00ghlJDDYgwQfIjGkyH4sq6wcxNYQqyTDhVJIAOxuQbiTAvj0Y51VMKaRtaeUpOjh8uhYwEZwNZdvCBabC7E4jW6QMsSZCDWPhqPFe4JZWNpItNpiMS6P+Jcuo+MVLkCFFiQdpIPy274UdS66azEsW0lQAJB0kEkna8z5R+XPmyRU073v8FNCLqiCo71WVwxYgyL2JUEgiBcEaZ+sYy65RviURJHxGBImLztO0+fvjYdVrAoEpojkosadY0GSbyYLRvuBYHbGdQE16QqMwbUCpi0nxTJtM8Rjog+2hkHtmTTYkVA3jcb38JI0zA8Q77GbbWsqKoFR6vzBbJ/fp/wAyNtsU5igwqrSZ0cB9cLYMx8U6riYIld/SRhYmdOtlppUdmOk6hdz7WRfc4K9ROgjrQY0gUoLRpA32ZyY3MCBHkcImz2ZY0wpqBkU6YtpQ+kADz9MaLMVayxTNZGDAq5iYB3XzAj12whrmpXdmUaUWV9Qp2Md98Wi7bZkVI9SoY0DSJMC9xuSeTvi5siiEpUGloMn/AGHdT6XE+U4F6U6hqocsHdSF094Nt99owb1HNl6SCpTY1VgGod2W8TaTaN+2FlJp0Gj3I5gUwpm9g6nkDkHy7Y0ORpKRWcX8DED239/1wFkOlGkRUB10ys6osNjf+cHtjTdMygVwugSwKgNfUPlBAW4SNybG47Y5MuRJ2gVZnlzZsN+wE84MyNIAq2kkhTESF7w0i59+cOuuUKKk+FVaIGhQCYNie0xx5jthE+YtpG2OfHNVdGlSCK7zqjwyLbAwIEEjef2xDL9RIgsNW4427md9v8YhRzDBSNe/9kGDGxPA++K8yuqIAEducUc48Qc2W52oj+ImWgCDcbkyTYk7D09MeZvMKPhinuAWOn/daxMcknA69PqMCQpIG5E2+2KsgZaQQYn9sJjab0bk/IZnB8RjUYCmTErq1XFv25wNWpwpYdpnyF494+4xZWbfHmcJFJ2Ewojc9uwtePcA9sdDgr0aLtgVZTopkxdS1v8AuIP5R9MDZy6hRu36YnkfEoA3ja+5JgdtgNu4xbmaJ1GmGhx4dPnIkeZkduMFrYyWyHT8j8Ma2JkcAcnjviusXqMH1lSTCxbTO0nuTY4Y51QAFBsDqaP7mPJPIGw9++FuZq2ubd8K8ly0BIjSpsA0GSDGlQbjbcG0C/nbDyl0kNRLrVVChOsO0kiDAUG8gwCPOdgcZ1KZMEE3MSOPfGi6PkviNTHz1JEMSAqkiAGJBJAN5idsWhT00ZmepZmGBYeHzn9MGgqt/iATwAT+WNJ+LsuEopT/ANEafD8NGUuth88DxmwGvnfGQVDuB7xa2FnFR0K2Pcj1irSBFPMBQzFj4VuTabieBjsJPh48wFkkv1gHg6jKkamvY6SJH1H3nBuSzARtaKVNzYRfvub4z9WqsgiL8TseZH8nBWUzOubrCAXMHcgQvffDT4zjsNNGmo5waQzgLqtaJMnSbDuNVyf2wDn8xTakJLNUlQoJJinf5F23/l8eZCsFYhlDrudXA9rC4n7c4ozVVTdVkjZiIgb/ACz/ACccnGv7C0DVMqkSUqCLTHPvAwKMsYtePrjV5XpNJ6a1K2rW1rsdK9puABxbA+bYK4RKVMQDJAJ1RIDaiTa3H2xZxV03sCSEnSepVMtVWohgqQYOxjgjnGhzmcSsuv4K0yx1cgjwxFokTeY3wry6KKwDoXlhZRB5IiB6fTDPPZpvirTBDUyGaGEAkBpIJhgkkAGYmTfCTxSdUxlEQ0aIFSBUVJBBYja8klTeYm3PvgbPZnXVSmtc+F20wCpTUB/d6z6AeeD2KMwlkWwuDJaxAIDFTGoc8RftnMwKYqKV1M5Yk6WAiJ5EgyRt29cdOKDSdhQ+6S2hi9dCQ2plUtqJfSFDQwJJF/HIkx2EDVsy7M3wqZ1TJabzPe1588K8upd5A0kjUxlridoO1+OZtgnqNZ11kuVAtYBTJgW0wBAEQJIwyWwMvytenSdhU1krDPEtEbCf7RcDgDA3Tc7Qq1qgcCiHJiDp9Li0/Y4Do5RmIbVo+LqAGokuNzJ84vO+E2Sy5qVFWY1XnyicWu9BUUGJQGs2LICQIMGJMXgxbGly2SqNQBoAVkSWdCU+IEMEra5Ag7CxvAvhflvg0n/1GZtNiAN7G0xx2w0ylbKuvwaSwWYlqhlSsgALp20+8T25nkpbZrD6NetRo+A6qI0kIoKmooJBDAg3Ak/pgls5FT4qyGIiDcARAGk2t++FmQpNSBXWxEnwzI9RyJHGD8pltZuYFpPaZj8jjzssttL+xeTekDNLG8kn64Ip9Nbnwz7n0tsYvBwfUdaNXSoVtJM6rTuRx3gYpzebZ2cwVEbQCNRFgoMHgAiTdedsTjG3QyxkmyCIjEnWZ0poYbiSSxgiLRE4DZNEMLEACXcTMTtNrRaPzx2W6gaaSyapaZI2aCu4M7XwKc8W7iNvpB9cXx4m7QXUQo52qD4GGjjgHv4RucLHoMDqCkbyAvcd478xhtk6UXtHcjbEOodcYIwpxyAdvKYxaOGMBOV9CeizlhqgDzFyefbBeazZXLsRBAYFgR33v22HlPrhFl9RaGYn1OGbV9BRWYwZEkeHY2bupGr03vgq7D5J9IUJUUjxLKupOxBYQPaMH5HIn4z1Tdn2WZgk3Mkc2HlPOI1MtoUBRCgDT5L2nni+PKzlQkE3mTMWvzxf8hgbsNhWdytNQJGoj5yGtJEkjsJt2GMt1OmpPhIYN4bE+G4HA/5vthsMxqECQFi+8mbxN44viutlU+a6iZO8Cdtz3w2k7SB0JclRJJLSiKx58RiQB6xz54OOf0yKY0z259cVVSTLHvvFrDg7H1xWaDGIK+La9z+uNKTbA9kajsbs0ff7DDn8OVHFOqoPgAk+Kza5EaCYJsT3G/AwrOSZbsIA3nj/ABh10rpodZ1EzsRsPeIOBFu9GAWydNyT8XRFoF+Ae/njsdmMjRpsR8ZZmTYG/wD9sditR9gcZftCNWIYwCWvYdo4EcYZZZYp61YaiQoGk83mTYAAXBuLWvikeKy6UPfxT6TvGLMlV3tpI7/KxHnwZ+uA6l0N2Ns7qeAsWvUBkFuwFvQ8cY8FNVSBOruSY+k8Xviqk5cliGck8CCT5Afl74ZDIRqBUllHBiZAa0b7ge2IpvpMDR4M1mAoCeMbQQxP5/lirJ9TIaaqsbR4W0kDtEGce/0qOsMWBiVvHE3HeOMD0ZRhIDiZvuffnElNOW+/wHiM0qqr/FKWNpHi07bgxDfSffHtbPqzOErKQ6aKkqwJG5aOWG8XG53E4ESoC3ihQ5IBb5VPBKxeLciPTGcrOYdZAKtBBadpmDze/li8YbtBoreswdmRtMbEzq7WJkk3mSeJwNl7VEvp84mLHjnnBiZsaZdSzcg2XteIMkehnFdElnA0EBQeZGrva59Jx00NZelcmVVgAxXUxmPWeO8YZdJpfDrKdC1ysnxiVM8hdid95xGhMTAZntpiQvMk99j7DDPLdJFOhrYI9WSSgbSUXYCRyRJgehM4nyinT0ibfsCZjMgeBGphE1+KANLMCDpgjTEwYxmkymgkrVSIFx5ef7YadTrrpZtIUskBVUAAD0ttN8I6KNUVlRfM+20YpB2gpaDaVEKVZ7/EJ0gAwIiIbne9pGNJm8vRy7FqQfWtKKmoaVaSrAqdUNBgRwVngwh6DmFpzRzFP/Tfl58BuNQHfbaDAw/69mzRT4dSoajOVcc3WwYG0SLTzBOIZZPlx/WGgPLdQafk1AngGQIm47ec3w3zmadUVkUAXbWBewiPS5se/wBMwrEn4iksR6Su0XFiPy5xq8vU1UUDixBItDA2UqTIgHxf8YjPGoyVBiqBem5hqtTRGokEsR5ckyIEkD6YlXBUjVr1KsSPlBmPWL7cziGZrfCXSgUSAIEFmPEmbbiwxW1dtAVzqI+nf9cTfp6NdAul7yp0n/Gx9sNMhSEc+p4+v5YryeVNUEmoqqomSZ5A2F+cD5pAYCvEiYLR79r7++K4cjfaJuLfQZ1ArBkuQL6bAE+dsA2+HLpFvDG3uT+2KyjgaWn3wbm6yNQCxDoI9R3GHbUpgXyKMqBJPmB+v7Yj1ZCXSBIsD/2mSL9hB3NsTy1O2032wrzVdmr+ByYICnkX2J7iY+mGj2NHs0vTs1KGmxm0oQZtPiX23+uPdWpdR248gLD8p98AU3JgHcbxwDYnytjkplm0yRpJvPG2224MY0AtaLqY+fuQP/YYvWqIgje1zbFAS7ean7X/AEwEwYX1H64PRPs7N5Ko0BWV4PhRdwDuG725xJfAo1BgQZbxeZ2Xi3OKK1fS+pTc8ERv+mJ0sxqBPINx+1sJJy6KlM6xcTzeRM/niqllRPzGJBiYi4n1MSPfF9Yj+0wf+6f0/wAY86fl3qFixRVW7MxAAHHqfLGjy8C00L3Qybc47F7NJkXnHYfmbYRqUXE+dsRqVVa0e/8AjnBGgEfpip6QIkehxFe5izpwYtbi/No58heMPun9X0sJKkf3fYA+VgAYiwxmYIwRSptUaQZZmgrsYPItGDp9hHfUabCpNNCyMY21NfxE2E+e3GK6VQiNQJHYyJ49cUpmHpzYpe45BFvUb7YKqqCoKkGD3vieRWaz3MUdLBhsboxG4227gyPbCPPZErNRlJUEGUmQ02kzESd4OG7sdHhYQL3HMD3+8c3xTTzR0kiI2IJkecnth4OUEnH+QiLPalki4ix9t/M4p6ZmBqEkibeEBo5khrHBhXSWhgVAJEmzAzaB+mFwzDHSIKkfNwCPSMdi2jI0NGsoAKtpI2tE+ibz548HVgQyqsg2Lsyr5wqyCZ7/AGvgel8M0yWERaZ8RERMTsJHh/PCrMUaaxe7bDcgcFu3picUm9gpDDN5tCGXT4to4Hr54V10HhZHg2Ijcc79/LHZ9qaoop6i0nUWAHpAG31wGrkAAcYrF6GUa6NBluo1WU03YEMVtAvFo2v+/ri+oabqysrLWQE05JvF9JHmNjaPfAeSZkFOo1HcnQ1wWuJibNGwxoOqdDKOK9GVUgEqxllaPFYC3pxO8YhJrkChX03Ksy0ypEkwJ9TEnvxONJl+qIrUyFIeC0C5UgEgCfYSCeZwmNNgq6SCdUiLSZsfucEaPEDctGkXny/hxHI9DtqrLs04LkosT9e529TiWRyS1VZi7IQ0CIvF59PLDbIZIIGPhqaqZ1qySR3jkRtPf2OF2T6dDBaR1AAsRfvaSfVR/wAY5JXTp7EoKrhljUJZiCAD4gLKJ7DVHvPbCLMVfizUgDwi0eZF/fBlCnUQu13qnUEG8G4LE9hDQD3kYB6UqqjU3aXZfCNwQGLG/lItjsxw9O3bD4Yyy3T6lTLO4dPBZA5iSNJOk7bETOFNdCs63UiJBncbbR/IONExPwlW6aQSBp+ZrxcGSTsJgADGe6lVZpm2wWxLGR5mT3xPG5XsULyObprSZHiTsREg/N7i0R54QgaSb6oJiwmbncfSSdz6YYLWVFQ6tYEhB2E6pmOS3HpifT+nCoWYpqAmQpK+ck837HYHzxSKpt+5uiWQpP8AEUstypkwRAURB484x3TlZtTqwgmAIBFvPf74JWrpqKVY/DIOq50n/TYEDuQCvrbywLkq2mmVQW1GCxOxNrDy74tjDL/EJVfF5we/Y98D1KRiQb+2PaHzCTNxi+j5zhqtkmJqcuIN3X5uDO1/pilTBJj2nFmbHw6jEmSb237zbftOOqoZknfzwjWyp78S3y374lmqJK6IG4Pf+b4hq084uydZVaWErYNxYYVqtmTAf6Zv90eV/wBBjsbY5ZYWKWoRZkIGoXjUI+bg+gx2NbNsC6h0pKKKlRlGYKghFaRufm1XX9gNpwnzFDTAaVJ2EG3qDgnOZhStPSNUsxM/MLlt5iDJ4G31E6zmG8Opi2kDTJ43jEcal5+QpJuz2pRYGGueCNiO4xUFIOLqnUi1FYAjWeflMXHkSIPtitPWfPBp1vsWSG1JjXCrMvOk73H9mwuJ49MUpU+GfEDLWJbi+w8rb4Do1CJjkEH3ti7p2XNetTpK5DVagpydwCSJH8tgwXgC2FG07c77YQ5fOClUiDoJhiRE9jHGGYrlPBUHjUkEenrhb8RSPEFckk3Hyxc95tAA9bYrhg1afQVoL6hTdVZgFAaNJ1XIEiwG0mcJcrRZ6gBc+IEiL388MquYqaWfSFGkEgcwAIPpY2GF2VpkEyuwvcWnyxdLVBQ9yFamaWgLqbwyWIExOy7yJj9+Ac2pNQArGwki+nuB2sb+WLspVamtrTzE27CdjgjM5YmkapdVZSABqDagx8UEbxz54jai/wAg8mcztKNrjUb9wPv9u2KUQkzFv0wR1GvNQ2iwGKC5gdt8dC6KK6NK2YY5eklNJ0AMTvpPJEnk34iTi9s9XIgtq1pJAEbGLwOd8L6GY00iusoZBnuJ2kbRveQYGC8vWZhAY2BsLC4Cny2B+pxy8RQqlQqIYqG1iBGxN42EEdiMG0ldakaSGhWE23NiewtgZqsDw30+Izfncg784+gZbqtNXLtSEkAB2VRLRJPhna8XsPY453b3JBST2KsjkqxWSjfEveoQE8LQQN9jc6o2InvR/UmoioiOyLpuVADGDYkATyIn674aP134jM7FSBJBBiWFg0dyJAtwpMYCqVUpsRTIdQgqSuoImptILQZkFt5+gvhVG+jOj3J5fU8h2pkIwMSuoSoanbvPAgxJ4xmWqp/VaIUaZgSQoaJuTeD7b4aZ78SKhdbjVpiCNiC1o+UTMn9rg9IyYqV9TaSRqZlg6mKgCzIRx3IG84rFqrYVS7D85VqGjI0gAFgzbgDwzpIkiSI8sAjKVUQ1CmkA2DfNABZgViZkEzt549r9WY6gtLdhDgkBV0kaV0gmNUcceYOJmqaXxWNUkvyDOnwxJLCZgabceuBxfgRgOWydSoCUYUkKg2klhMCLEwI32ti7P5dgxLVFY6YhQQJtE2GwA3nc4oTqMOoDkkoBEcEQ325OPMpmPEzEw3Ag2tAiNjaZ74aSa2YHzQZSQ06gdwRGpo1ae4gC9r8WxTUzaJAvdRAAxD42losdJI8ZncHYfQyTvGKepoxIKx8gke+LR00OlcaDKdcMZUgj8vb0/XBLZgKTMgSeD+gOEOXECVmRzax5A/LDlW1Ab3AOw5E3thk9k8sUnoW9azSypVpMH+XHrgfJVgWGoCT/AAE+v74h1tIZZ7cYryhAYajEGdrwP0wz6sKXpGjW88VmqQGhSCQQCYIuIPfE6VUsskcnmZHH2xzvGFEDel9T0UwpY2t7Y7C/K5Kq6ylOowmJCyMdjen3DsKyzagyWggyTHB4J4nif8V5oip8zBSDYWvvP2OKsnmJ1ABZKAEm3MwPPbjjBOWymp2EkR2ib27EDEW+O2PFbK8wgTLKAZ1VCR7W/wAYFyNS5B278A73+uPOpJpqBZJCqAJ45j1598W9NpFwIDNP+3fbjD+AstIINxBGGeR6u9GmQsAtbVF+1jNtz9cUZ5YQEAmLGdxab+cfkcVf0xIi2JpbTJdMrLgi4kXt598V9K6XWerNKF0gksxAUDYkzaJIHJuMWUqIQzN+Qbfy+Den9Uag4qKFLqTp1KG0zIBANpEmDwcdVjIQZ6kylwNTEsVMzJhgGkcX74pyFBzUOgSYNtrc40PVFapSYKiNUclmqx42kgkSTCjfaN74h0bIKpJcPbwjSQDeO4N9xGA36RlJVsEyuWd1YKJ0RIB2udu+KTRqCQRoZPEATpLSbRqjaCfY+WHmaytCkC606wYXl28Pa4ABJ9DhbmCH/wBQgKg+XeSf/kScTj8hdVozebp+IjsTjlS4nE6w8REzfnnFtQQR6HF7GQTlo0zpB23JgesYNXMQQGQKqmfCCCPrzbnA2T0RcMCBBXgngg8DuD7YcU6vxIUnU8CSbKLgbkwAJAn3xzydMRk6lQGSVOgoQTubGY22M4uyv4kC09KrYAAEQF5FhuQC0n087j1yUemI+ZWBAIiNX3OmCMAZRWACn5NLWNgIYgkntbYd8LKEWqHgjR9IqU3VaRZmqVPDqYwq7k3iT72EHfE83mDTYaHKfNIJBkTAkAnuTBtB42wmohRTQqCryzX2lYgg+YJ27cYsTP6nOhTKqSYuZJkGw8h9/aSxPlfgDsrz9YmEeG0TEiI1EztvO/vidPptcCnTpgM1QGwIIaCBEzEtO1uO+B0rjV4hbz733/IjDPMvWcRqkRp0jhdUkMFEkTc+mKSVdC8vB1ekisoDSw30iJgG8TeTAB7YD6rXpOllKydksA6iYFjYi8bfTFfWldKYVSdZYGRsAF0i8kz+xwDVV6OhpE6gb838zccWicNBa0ZRbLKFCYNy6rLTcCTafPc784ILkgzvvi6nRTQSxYsTbg9yY9TF+2E1TOROkzEjy/zgSi5MDt9HZlWBa8/3bckQP2xbmq9gSIgATwRz53xZlMqY8Vyfti3MZAMNMxt9sOvkMc0VoqySTfvhg5PHYflinKqBMXA5xbWb8sP4JTdtinq4LFe97/TsMBfCNgIaBeJv5Hzwdm3k2m2I5IANJ4BJwOVDxeiPS6bamEQCPoR+uI5+uVaCLD64ONeGsP5zijqjIUEKQ2wPcTBnDJ3sK29oDqmD4Wsb3sb8Y9xBsuxJMfbHY1BtDSjWGkkADVeBJ0wQbTJPqTxhn0GoxWozQADuCRJ3uBY/NMmBaN8Z+rXCxpUg33M77YK6TmhpNIsV+IbzYHtBjv8AyMc+TG3B0VgqeyWcAqOYaOLjc4M6XkmGnwh1/wC0w31uPthstLK6NZqAgQD4Z8jBn9Mc+apIU+FTlTGp+RMxKtbjCRnKS6EcWgfKHx6HXwOINzY/2/Q/ngRKjqpgEwdJPpsCfv74aZiqi7BZMTBvbvFsRq50ADSoWfmEi7cmBcWjjg4yla6JCSsSyyIsdgZMnFGWrhjpNiOf5+W/bB+bohzPh1QSwF5BEc3HPnidLK+AHSCLR3EcT2v6fr0p62FqgrIoCumFkdzcjYgX+2CVVSSwaBPF5ZZ791gyf0wBSSQPISs7r+4/bHqiLG0katzBtcD3++NYrY4z2aDAwYcovhbaSZY2Fty3baMI/h02Vw7wIJLXLW/2iBsOYjDfNVAZcEaSoBtGrSsetwL4yubyeuqzqoVJsF4HqecLyW3ZkJ3VTVOmdPE7xi/4fjUf53xVmYWsyj5VZgJ3gGIPmMSpVDqBBuCI9Zti7Lro0ua6bUpMhq5YqjMFUm0ngEzInzjY4ZZvKKyD4dNadQmBTVYgmxB4JJgTaJxdT/EYjUNBEFD/AKamZJ3WBJ3hhtJjBFX8VMVdQlISpJineSpAJvvtffHGoytKgRaM91PMBnCyT8NwBAO2hRM7n5QffFidPerTZlD1FVxrWdIVWUuCDtJZWm4iB5YAy3U9BcBFbVpAdrsAilIF+ZH0GGf4Z/E9Gg5WvSqOrup8DkKgCFT4CYLSRB9cUaldpFaoX0CVYLfUpCqILAgWcT3jDqhTpKrN8YjxCUsAUJFg1iGnYdh5E4ZZrquQqLqpVHLKxcIVa8nx7EAeGQLdsK+q5XLv8lWVJBCCRB5MkeIxtzfC8700LKuyH/SKTuzIJvq0qZAHbFvUMiZCwQCZFrkTBAPF4wQ/RBShaFZi0f6pI0lWJ+Q39JvinqlbQs6mAk/MwmTqnwjaVHI3GEi5N6dkGvIvVkYgOpgyms28V4i+wiPU98VdYV6SxBbSZV2B2MCQD2mx8++JrmxbUzeagdzMwT3xRmeq1S1OmkgspUlioDBipKksYW69xxh4p2XjB9sqOaNIKVli1yG/XvgPp+WlybXJMft6YY9VoQ92LE3IHHlOBKdcUoYzsQAO5thrd0RbbQ4o04E8nbCzqebgaV35/YYLqtWqU2NNNIVT4juI3Avb1/5wgqCKagyDYeYwyaFxYvLGXR2Vl8b6GlrQYO0R98T6hlgyllqElR8omTf6H2++FWRrbiDuYnePPDmkZHng07Fm2pGfyeYb4gBkgm48pvE8741K0xSAekA5KwwcXVoIJAUgwDwZHecK/wCgcMrDRoUmQNAYAgj/AMogwYnDmgUbUBAkd+QDsWNpP32wmWVdFJapoMTqmVrMFq5ZVVaREoDrZ5kSZiLRYck+mYrVCSFgQCZI9Z+0T748zLEESQDxG/vgarWM+u8YrFIPJsvFVr7+2OwCax7fn+mOw9AoZf0asSdzi1sgrEkz7bD9sA5eQQAIO236YOpZnuJ94xFuSA3K+y6hRCE6ZwT8Pkjbjt/L3xWuZgE6VPIE+2ClzoaPAAfytEYm2wOTrsrESJHnO2Jo86gACDdlAMzvJvfF65qd9P8AL4JpV1QzpB8yLGREfw4XkxULhTSPkk+c35v39MMMtlCWVfhj2IFzG255tH6HBmSzVEsSwIkcAfUfthjlOrJSUqjKvMwJjeJIk3tve17YX7kh1vyIM1ljTFMumlqg1LtMTDIYFzcXI/wtrVQw1TsII2tt33tt9MMevdZ+MO5UmGAFybk/aI8zjP0KzCTolhtuYm529vXF8dteoWS9g34o0T/P5c4W5iqhABB272+n0x7mqhfVF3iCP5tH13wJRYsAIkAxPEnb2xSgpC/NfMSLCeBFvTjFuSIaPUT72x5UQ6wuxn79sEZHLA1AAdJkNftv/jD3or4NL0rp6ypNTSBIsb6d2/hwZV6WGJK1FPAvJILXiL/UYlTyIlFpkGYWRYSTeRzHfGkpfhdk8QqLIO4BGm94JiIF8cTn5skrMW34fLSfFp8lm/Jn1++If9FUSLkcWsPbfH0To9WugX/RUlNQM3aN7+sg7zfyjE61LMrqDUqbar+KnMatIgQLRpHbGeSSdMp6n5PmX/TQJZVdmG2lJF/S3th/0noTkbGUXZgViLiIvYbkTtscbirSzQpiadGmQGIWYEb2vA29LgYW/wBJmdThWXUoJaABJKEgAk9hO8eLzOFeVsddCT/plY1FoDQgYFlMyRxMCSTaPIXtgLq/SadGppqN8QkgmoT4RIkEACSYn+6Lxvi+p+HpfUwJKHSWAvqiYLA7gHng4Gz2RrVPEW1MzQIAuLjmbf5wylekNDiu9sA67lKOWkU6nxZujC2mObSZNrXP6Z5UqkKwnwmxH9pBJsJ4ucOKmSME6b3jsAYO3tGIUMmFpgMr2JssAxCm4I2mb8YtBoPNMt6hvvgMUlJUsYVbkxPPA9cF5graJNucC/HCkTAkEXE3vH7+2EpvRzx2yOZz8lyHYgjY2ngmDcE6d9957YWM9r8ATjzqVYT67iICneI7Cfvj01CLkC4xaqKzdo9puLEGJjj2wzyr774UU6QADTq3t2jaTPnt5YOytKqAJWNVkJsCZiJOxBtfGeiU8ba0EVKonFVQzziDZWoih3XwSRqa0ket8eUCVNxI2sbYWvIrhRF8sYkTP0/nGBatJhGGQrGbcbYsOcBgfDEbe/vgKbXgysR1SZ/n6Y9wwqos3XHuKcxr+C2jQIgzfiLHBHwSfF9dhJwZpXi/liWXXU4B28jxiPK2TtspqZLSqAzLeI9gOB5Y8+Dfy7eeLMzmddRzFhAF+B5Y8FTcR+2NJuwyTbI/C4j6AYsVSbRbHvx9Npg+k+Vu2PRUaNxtubflfAYtE1aDBE2kjviMkjaL82mMWCqgNyDfiYOLFdA0zAk2N7dtwY488BUFCutl4+cGON9u/n/jFCJpZZiJ25Pb0kwO+H1KglRr1OCYKws30gAttzBxTmclBk1A0mBBIIgzbtt98NHIroYRePxVE3LadMDcnxDa47euKK6lSStxExwQDe3cbHDzMVE000ssAkluXmZA8hp7c98B5+kzCFj4gMpxqj5l9bT5/fFU7MmK6+VYw68gT6kSI9f0OGmfyxpS+xZU24lg5jBbZYaSoAlkBUea+IDyszDy9sRqj49BQBdGAYH/AGg/lB+gw9h5BORzDUyGV2gGx1GRxxBB9MNn6vmGXx1DBEEEzM2Ezv6zxhHkVOzTteOQBNu52wVSeDB+VpB5gADT9Ln2xFwT7EujR5L8T10D1A28auxYTB77f+uPT+OszvqUm/8AYL89u+M9rBTSLWJnux5+gj/nA2WBIPlI+pn8ht5jCSxxoKmzS1fxRWqkliBpiCLxceXe/tgA9VcliWaXOogcza//AMREYFJCLBALNeIso8+//GKNJmWMT/JPp+2G+3FJJI3OT3Y0TrFYC1RkUHhog8bc4Hr9QczJZptvf/Hf1wA7qdjCjaeT/OcVuSdrGNzYAdz2wOC6Q3KVdh+bra4kwwFpFz7iDaMAtRG7aiQT8x72Ftp2tvvOPKmcgEoVLAWY7H/xHHrv6YEBrG5VTawFpm0Ak2M8YfjQ6ciytYRue8R9uMUKo0+JdQj352/eMX15jUxA5IJuPUb4FXMEiy2nmwI+nacBRdgSfIF6mgOiIVtnP+7bxHmbYpzS2A7DB+ZpfEJLEb2C8YoWnJMkkEcWO/O+/wDLYp2PYBQfxEWjmfQHDKkQNRB22IG5/lse0uiEnVTqKT/tex+oJBxZmen1KQujQTdgAAOff7Y0kbb6KHzDVGD1DJAgDYAeQG2527nEnabBQo8j+/54paqPT9cQ1QB54WmI3LygumEIgyDPzC9uBGPAFHJPrtgR37zbjFfx/fA4sWhmrnh7epx2FTVjyDOOweDDwkGV2qCbkKIBNub/AKdsX5CsUSo5JMCB5cnHuOwzikh0kA0KpAsxF784JpViNmudpH32747HYVokEUpJYFl8K3nVf0gfmRj1aiwZuQfDNvLib747HYPFUmVhFMvyaO5hTeL6o4PHbBAChSzaTpsIBk7zwI+uOx2DxVGkkuin4lg8QCBAH888c2aK3ChibX87C9o++Ox2JpJskzzM5HUhqs4Kg6XFyUqATadwR27GeMU0q06tJOumwF+YkifUCPYY7HYp4D4GR8aI6nxLFQzyh58iJIjztiUAao8Ja9uP7T/+T7Y7HYZikcwpHiEaTMd7iGB+u+KAvyxsSAfIHnHY7CNGGDoCycKGCnvMx9NsLqBCq9QgE62C+Z2E+Vp84jHY7BbMkFG9TxE6gskTvtz74KOX1HRE9+LTAFu7aj7Y7HYaKT2Zror6rRC6AoBciY/2qTAjiffk4T1XEaSfpO/8i+Ox2Jy7GoL8NKiKmkeJiEHfSdLs3oTAXk323rrdQQEaF1SCCWvHJ3E8+uOx2G8FIsGZdcCOZPvzO+L2y0RG/rxjsdhGVS2kCVcswuSBqOlYE/Xtx3xOnkiu5BPeN8e47BbKRilZUMtBJmw4wVRzbUx4Sb7qx1L9DYe2Ox2NY3FFv9FQrbeBjMQtp/8AEmPuMKes9OemAxgqdmW0+xuP5fHY7DpkJ6Yq0teTf88WIGFzz++Ox2GYklonqnHY7HYQlbP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32" name="AutoShape 16" descr="data:image/jpeg;base64,/9j/4AAQSkZJRgABAQAAAQABAAD/2wCEAAkGBxQTEhUUExMWFRUXGBwaGBgYGBwbGxgZHRobGRwfHRscHiggHB0lHRsbITEiJikrLi4uHB8zODMtNygtLisBCgoKDg0OGxAQGzQkICU0LC80LCwsLCwsLCwsLCwsLCw0LCwsLCwsLCw0LCwsLCwsLCwsLCwsLCwsLCwsLCwsLP/AABEIALcBFAMBIgACEQEDEQH/xAAbAAACAwEBAQAAAAAAAAAAAAAEBQIDBgABB//EADoQAAIBAgUCBAQFAwMEAwEAAAECEQMhAAQSMUEFUSJhcYETMpGhBrHB0fAUQuEjUvEVYnKygpLCM//EABkBAAMBAQEAAAAAAAAAAAAAAAECAwAEBf/EACkRAAICAgIBAwQCAwEAAAAAAAABAhEDIRIxQSJRYQQTcfCBkTJTsRT/2gAMAwEAAhEDEQA/AC8vtYx54DzGcAld531c/YjHMWcaKbCQJImDbc3wpQqjDU+pZ8SrBaOYvAPqcSlkUVbOLZpvwJTGVWoyL43MKdws8/Y/Qd8a+p11mJDceUR/nHz8dbVHLUkKoSIQkGB2n1wZl+oJVBhtD9mtPeDtjy/qM7yQ4+GWs0eSz6CoarkhQSx9Bx52GM5+LutPmKlMRpQfLSH9o4njUV+mCzqpoSwsInYiCwB+2FZzQNdqh8JqEARw8zInaCAftzjp+kajBhiKBniKqKwJWmbDaN5bbvF+LdsF9DoipmKNJrguNXfTJYz2tO218eDKp8b4rAAQbckmRb6jfzxPolc0s18dzAljIMm6sB+Yw/8A6YPyPpeTa9TzfwqtNUQf6ZAUk24BhVgmCRJi5E7DGW6hn0Q0/wCorMAuohVQgo0Bg9/BOojjj0OLeo9ZRqmpAY1T4hMTGrc3uOfphL+Iq65jWWCoqy8oACB/cIN2JAFtUSD3xHDkTlQymmNKHT6dXLI1GprGmnqLgMQQDAYCCs3BAkGJG4w56Lnzl6VVgF1KDABJlRJAAtaSd7388ZhswKhppSo0qqoiAVHMNpHhIZAfCCWDRYrBIOxxq8l+ETmCWSsqaB8qsXUtxpeYKbrMTYTM46JQyJ3F38MmzO9V6tnHy5Dq1KmslneDUqs6kimvbUJAA+UC5tfP5oUBVJKijUprTVKckSxGpXvfcgzaIFhIw96l8fJ1auqj8SpUXSXqHUALhdE2MG48xjJO4dqudzbks7HQojVUcWMDYKLX2EWw+KfJdGSA+uUq9WqvxXDORAkiwFxt64XCnpBECeSf0xaqCxaZJmQYIn18/PBrVfhVQradKwRsY5uwn88VY1nvR6ZRg7AwVtESRtyfI40dBNXyG3HFvT7YRU6YqsdLyCskPZhAkEHnm2DOmp8MH/cSN5AFpgjgzjjzY1LfkRqw4gzEXGIEdiRgE5jU1y28yGA9eDP88sGUqTRuXHDQLD67zjmeFoDiWrm3XY4KTqJNM0zzBJgSYI377YGbLGYX64FrU4nj8sTjroXa6C87oFTXT8JJmREAAQTHBIEYU9U+IjBIiFieTzJ87/QYMoV9J8Qkdu4O9/PDfrVIVWd9aBQZEA38IIjkj17HHUsnwVjKxJ0Fz4pvJ3ne2GLHAnxnEM7SoAXY6gJJkehM+hicHmiSNQFjgSjJuyc+ysHFfVArVlECdK77Cx5274uC3GFnUcpVqV4RQReSdgJMX/TAxQ9bDFq9nudR/wCoZZDP4VWIWxgIt7LaNzIE3x5WENpDK+10JIBgEgyBBBsbROHlD8MtVbVUdmaBLWAgdyZJ9d7DBnVOjZWjlwA5LO0sEAJgXPzbXjfHRKNhbTMeK4nSDJ8hP5Y74zcH6HDOq6IQUpkQdmIg+oA/XAGZV6rloUNadA0i/qTfCTxqKuxSadTeILHElr1GMJLE7Bbn6YN6V+HTUu7eAbtt9GO/0xqKWdy2XXSjU0gcRJ9TuccOX6/7fph6mMomPanmRvSqj1VsdjRVfxPlpvU1eekn9MdhF9d9V/r/AOm4oS9WrrTQOg1CTqcHaw2HIPfywNl6hqfIrGZ0kiA0GPa8iTaceZdWIMCRzIBviTVHXkgdsdM8sZPa2JaG7dMUKWNYKLQGW7T2jf8A5xDJZWgT/qVoB20jb1ketvvhMarEz98eSe+Ipe4LNf1HN0Anw6TVKggAl43HmDAG1h2wIiVagBVTCwsxABJ/3GBJJ3nCLK0KhI+GGJ40zNvTDyh12sqNTrUVqhty6nWII/uG+3OOhRUlUrS+Bk/cJ6l+HcxS0mqoGuwhgb+emcTyP4bqVC3AGqGA1AsvESCJtBNvocTT8RUnpCk0rBlbGFPnfvzjR9MQfCI1AlmBG12sYU3BJMRxe+ElCCviUjGLMs3R0FZaevX4QTpHPNzYAbSbfTCPruZSn8SmtNWAN2Y7LPnuZIUae5MGfC76uaaZnR8RjB0uwYjSsgkKFi0yfOxxks5mqT1Spp/FGsjUzMpJ1WiNpPrY46cMF3QaSGnQfDUFSlTFQr/YU1S12vEzG4Nh4J7jDvqn4jr0nQpVp1KxR1KpTGgKwRhJEagqq3l4tzhP0erVovYaQ51GGM6RI0juLx+mO6vnRVFRSFpkgepTt2AggkDfAeRylS/f398isXJ1k16mqs7NVLBUI+VBsSBMADt5eeB63RyxNPUkqdIqkE3+YqkGSF8Un2wwy3WKVEaaAiA2ttPyjSR4dQu25k7mPLFOWyT/ANPFNVppVBhwjNUVDsAZkyPQ/UY64JIFmbzOZZoSlSbSG30mXiwZh53se+LqdB0Jb4epDAIm8z9mBMXEYnV6lUytV1VPCyhR8QDWI2MA+E7wD3GF9JjAIfSxaZkzPn7wcMxhsvw1UKzPTrgzqYeHuJ5iADjRZOg1UVWrKGAKLrEdr7f3QN+0WwhpVRXJFVAXVYY3MzyNMeK3mLnD/oVemgrQfmCMAL2SQfUwccr3oV6AqGQ06peIErp9rTv/AMYbdMyyoInWpkmSbCQAQD2Em5k4WPZg24N78jiwEiRg0Vy1qYC3knj7/l5Y53K9JhsL+GAT8OWZTwIG5vLDyNsUZyqHWWCyTbYQIaCd2Cwuxg3WYscTekXGnUARDWFmiwJ7iODi+tlEYCXCaBAaNyIjVMwLASDtPpieoqhl7Ger0dj3+x8vz98Rp5kgi9vPBNXKVFkt4SZkH5tVxJEktsDPMjDLqvR6fxESi+oOBpZiLjSTeNrg73GGr2FcHZkusVKhK+MEsYAGoQPcwd43w56Pm3FAU+ULA/WYH1wDnKLD/TdY0tMEXDWBkewEYL6YVHh8IhgxntF+JJ/4xVzfGl2aT5IOQbeeDvw/1RVzDU3RWVjM8ggfrhQ/UDHyoOBvaIJi+9/vijK5paZapJ1AEiRycaPeibWze/iL8QroNOkulCIZjZnMifOP0xjMxUeo8KJAJJPAGMpl6r1qkszMTN5v/gY0+UPwqZB3JLGB34HpiuXI8cPStjNHV8sSJZgo8t8eU6oQBkQMSdiLSLX7n1wFWqGoNxpPB7euI0SdUaRAjYxzPaPfENzXrf8AAehnmc+7/wD9VJWCCCY23geXvGMzVZQ50ghQbCRP1Ec4ZV1F9iCflnVA4vtGJ5XJU2tpue28+WGgow0jWKf6juoJ73GOxoB+EHYtpeykAzEhtKlhvwSR7Y7HR9t+xrB6ebbRoFhMki3EQcR1+/mcGZjpXwm1AfEp/Q/QH749qdINVZohmG/fgmP/ACgG3ljjliUdi0Mfwr0elmXYVKhAVdXgibeu1vLDvqo6fllCf6RqWDSdbA8zvBniMZXpX4bqVFZhVWmyGwMiTBJ8XEAYVNk3A1NTaO8W+uxxCME8vLlpePkx9C6Z1XLrSPwWptWJOnSB4QRoAI8pLThx1D4NPKhFlqrXeoUIkBhsD3OkQLbY+Q00ghlJDDYgwQfIjGkyH4sq6wcxNYQqyTDhVJIAOxuQbiTAvj0Y51VMKaRtaeUpOjh8uhYwEZwNZdvCBabC7E4jW6QMsSZCDWPhqPFe4JZWNpItNpiMS6P+Jcuo+MVLkCFFiQdpIPy274UdS66azEsW0lQAJB0kEkna8z5R+XPmyRU073v8FNCLqiCo71WVwxYgyL2JUEgiBcEaZ+sYy65RviURJHxGBImLztO0+fvjYdVrAoEpojkosadY0GSbyYLRvuBYHbGdQE16QqMwbUCpi0nxTJtM8Rjog+2hkHtmTTYkVA3jcb38JI0zA8Q77GbbWsqKoFR6vzBbJ/fp/wAyNtsU5igwqrSZ0cB9cLYMx8U6riYIld/SRhYmdOtlppUdmOk6hdz7WRfc4K9ROgjrQY0gUoLRpA32ZyY3MCBHkcImz2ZY0wpqBkU6YtpQ+kADz9MaLMVayxTNZGDAq5iYB3XzAj12whrmpXdmUaUWV9Qp2Md98Wi7bZkVI9SoY0DSJMC9xuSeTvi5siiEpUGloMn/AGHdT6XE+U4F6U6hqocsHdSF094Nt99owb1HNl6SCpTY1VgGod2W8TaTaN+2FlJp0Gj3I5gUwpm9g6nkDkHy7Y0ORpKRWcX8DED239/1wFkOlGkRUB10ys6osNjf+cHtjTdMygVwugSwKgNfUPlBAW4SNybG47Y5MuRJ2gVZnlzZsN+wE84MyNIAq2kkhTESF7w0i59+cOuuUKKk+FVaIGhQCYNie0xx5jthE+YtpG2OfHNVdGlSCK7zqjwyLbAwIEEjef2xDL9RIgsNW4427md9v8YhRzDBSNe/9kGDGxPA++K8yuqIAEducUc48Qc2W52oj+ImWgCDcbkyTYk7D09MeZvMKPhinuAWOn/daxMcknA69PqMCQpIG5E2+2KsgZaQQYn9sJjab0bk/IZnB8RjUYCmTErq1XFv25wNWpwpYdpnyF494+4xZWbfHmcJFJ2Ewojc9uwtePcA9sdDgr0aLtgVZTopkxdS1v8AuIP5R9MDZy6hRu36YnkfEoA3ja+5JgdtgNu4xbmaJ1GmGhx4dPnIkeZkduMFrYyWyHT8j8Ma2JkcAcnjviusXqMH1lSTCxbTO0nuTY4Y51QAFBsDqaP7mPJPIGw9++FuZq2ubd8K8ly0BIjSpsA0GSDGlQbjbcG0C/nbDyl0kNRLrVVChOsO0kiDAUG8gwCPOdgcZ1KZMEE3MSOPfGi6PkviNTHz1JEMSAqkiAGJBJAN5idsWhT00ZmepZmGBYeHzn9MGgqt/iATwAT+WNJ+LsuEopT/ANEafD8NGUuth88DxmwGvnfGQVDuB7xa2FnFR0K2Pcj1irSBFPMBQzFj4VuTabieBjsJPh48wFkkv1gHg6jKkamvY6SJH1H3nBuSzARtaKVNzYRfvub4z9WqsgiL8TseZH8nBWUzOubrCAXMHcgQvffDT4zjsNNGmo5waQzgLqtaJMnSbDuNVyf2wDn8xTakJLNUlQoJJinf5F23/l8eZCsFYhlDrudXA9rC4n7c4ozVVTdVkjZiIgb/ACz/ACccnGv7C0DVMqkSUqCLTHPvAwKMsYtePrjV5XpNJ6a1K2rW1rsdK9puABxbA+bYK4RKVMQDJAJ1RIDaiTa3H2xZxV03sCSEnSepVMtVWohgqQYOxjgjnGhzmcSsuv4K0yx1cgjwxFokTeY3wry6KKwDoXlhZRB5IiB6fTDPPZpvirTBDUyGaGEAkBpIJhgkkAGYmTfCTxSdUxlEQ0aIFSBUVJBBYja8klTeYm3PvgbPZnXVSmtc+F20wCpTUB/d6z6AeeD2KMwlkWwuDJaxAIDFTGoc8RftnMwKYqKV1M5Yk6WAiJ5EgyRt29cdOKDSdhQ+6S2hi9dCQ2plUtqJfSFDQwJJF/HIkx2EDVsy7M3wqZ1TJabzPe1588K8upd5A0kjUxlridoO1+OZtgnqNZ11kuVAtYBTJgW0wBAEQJIwyWwMvytenSdhU1krDPEtEbCf7RcDgDA3Tc7Qq1qgcCiHJiDp9Li0/Y4Do5RmIbVo+LqAGokuNzJ84vO+E2Sy5qVFWY1XnyicWu9BUUGJQGs2LICQIMGJMXgxbGly2SqNQBoAVkSWdCU+IEMEra5Ag7CxvAvhflvg0n/1GZtNiAN7G0xx2w0ylbKuvwaSwWYlqhlSsgALp20+8T25nkpbZrD6NetRo+A6qI0kIoKmooJBDAg3Ak/pgls5FT4qyGIiDcARAGk2t++FmQpNSBXWxEnwzI9RyJHGD8pltZuYFpPaZj8jjzssttL+xeTekDNLG8kn64Ip9Nbnwz7n0tsYvBwfUdaNXSoVtJM6rTuRx3gYpzebZ2cwVEbQCNRFgoMHgAiTdedsTjG3QyxkmyCIjEnWZ0poYbiSSxgiLRE4DZNEMLEACXcTMTtNrRaPzx2W6gaaSyapaZI2aCu4M7XwKc8W7iNvpB9cXx4m7QXUQo52qD4GGjjgHv4RucLHoMDqCkbyAvcd478xhtk6UXtHcjbEOodcYIwpxyAdvKYxaOGMBOV9CeizlhqgDzFyefbBeazZXLsRBAYFgR33v22HlPrhFl9RaGYn1OGbV9BRWYwZEkeHY2bupGr03vgq7D5J9IUJUUjxLKupOxBYQPaMH5HIn4z1Tdn2WZgk3Mkc2HlPOI1MtoUBRCgDT5L2nni+PKzlQkE3mTMWvzxf8hgbsNhWdytNQJGoj5yGtJEkjsJt2GMt1OmpPhIYN4bE+G4HA/5vthsMxqECQFi+8mbxN44viutlU+a6iZO8Cdtz3w2k7SB0JclRJJLSiKx58RiQB6xz54OOf0yKY0z259cVVSTLHvvFrDg7H1xWaDGIK+La9z+uNKTbA9kajsbs0ff7DDn8OVHFOqoPgAk+Kza5EaCYJsT3G/AwrOSZbsIA3nj/ABh10rpodZ1EzsRsPeIOBFu9GAWydNyT8XRFoF+Ae/njsdmMjRpsR8ZZmTYG/wD9sditR9gcZftCNWIYwCWvYdo4EcYZZZYp61YaiQoGk83mTYAAXBuLWvikeKy6UPfxT6TvGLMlV3tpI7/KxHnwZ+uA6l0N2Ns7qeAsWvUBkFuwFvQ8cY8FNVSBOruSY+k8Xviqk5cliGck8CCT5Afl74ZDIRqBUllHBiZAa0b7ge2IpvpMDR4M1mAoCeMbQQxP5/lirJ9TIaaqsbR4W0kDtEGce/0qOsMWBiVvHE3HeOMD0ZRhIDiZvuffnElNOW+/wHiM0qqr/FKWNpHi07bgxDfSffHtbPqzOErKQ6aKkqwJG5aOWG8XG53E4ESoC3ihQ5IBb5VPBKxeLciPTGcrOYdZAKtBBadpmDze/li8YbtBoreswdmRtMbEzq7WJkk3mSeJwNl7VEvp84mLHjnnBiZsaZdSzcg2XteIMkehnFdElnA0EBQeZGrva59Jx00NZelcmVVgAxXUxmPWeO8YZdJpfDrKdC1ysnxiVM8hdid95xGhMTAZntpiQvMk99j7DDPLdJFOhrYI9WSSgbSUXYCRyRJgehM4nyinT0ibfsCZjMgeBGphE1+KANLMCDpgjTEwYxmkymgkrVSIFx5ef7YadTrrpZtIUskBVUAAD0ttN8I6KNUVlRfM+20YpB2gpaDaVEKVZ7/EJ0gAwIiIbne9pGNJm8vRy7FqQfWtKKmoaVaSrAqdUNBgRwVngwh6DmFpzRzFP/Tfl58BuNQHfbaDAw/69mzRT4dSoajOVcc3WwYG0SLTzBOIZZPlx/WGgPLdQafk1AngGQIm47ec3w3zmadUVkUAXbWBewiPS5se/wBMwrEn4iksR6Su0XFiPy5xq8vU1UUDixBItDA2UqTIgHxf8YjPGoyVBiqBem5hqtTRGokEsR5ckyIEkD6YlXBUjVr1KsSPlBmPWL7cziGZrfCXSgUSAIEFmPEmbbiwxW1dtAVzqI+nf9cTfp6NdAul7yp0n/Gx9sNMhSEc+p4+v5YryeVNUEmoqqomSZ5A2F+cD5pAYCvEiYLR79r7++K4cjfaJuLfQZ1ArBkuQL6bAE+dsA2+HLpFvDG3uT+2KyjgaWn3wbm6yNQCxDoI9R3GHbUpgXyKMqBJPmB+v7Yj1ZCXSBIsD/2mSL9hB3NsTy1O2032wrzVdmr+ByYICnkX2J7iY+mGj2NHs0vTs1KGmxm0oQZtPiX23+uPdWpdR248gLD8p98AU3JgHcbxwDYnytjkplm0yRpJvPG2224MY0AtaLqY+fuQP/YYvWqIgje1zbFAS7ean7X/AEwEwYX1H64PRPs7N5Ko0BWV4PhRdwDuG725xJfAo1BgQZbxeZ2Xi3OKK1fS+pTc8ERv+mJ0sxqBPINx+1sJJy6KlM6xcTzeRM/niqllRPzGJBiYi4n1MSPfF9Yj+0wf+6f0/wAY86fl3qFixRVW7MxAAHHqfLGjy8C00L3Qybc47F7NJkXnHYfmbYRqUXE+dsRqVVa0e/8AjnBGgEfpip6QIkehxFe5izpwYtbi/No58heMPun9X0sJKkf3fYA+VgAYiwxmYIwRSptUaQZZmgrsYPItGDp9hHfUabCpNNCyMY21NfxE2E+e3GK6VQiNQJHYyJ49cUpmHpzYpe45BFvUb7YKqqCoKkGD3vieRWaz3MUdLBhsboxG4227gyPbCPPZErNRlJUEGUmQ02kzESd4OG7sdHhYQL3HMD3+8c3xTTzR0kiI2IJkecnth4OUEnH+QiLPalki4ix9t/M4p6ZmBqEkibeEBo5khrHBhXSWhgVAJEmzAzaB+mFwzDHSIKkfNwCPSMdi2jI0NGsoAKtpI2tE+ibz548HVgQyqsg2Lsyr5wqyCZ7/AGvgel8M0yWERaZ8RERMTsJHh/PCrMUaaxe7bDcgcFu3picUm9gpDDN5tCGXT4to4Hr54V10HhZHg2Ijcc79/LHZ9qaoop6i0nUWAHpAG31wGrkAAcYrF6GUa6NBluo1WU03YEMVtAvFo2v+/ri+oabqysrLWQE05JvF9JHmNjaPfAeSZkFOo1HcnQ1wWuJibNGwxoOqdDKOK9GVUgEqxllaPFYC3pxO8YhJrkChX03Ksy0ypEkwJ9TEnvxONJl+qIrUyFIeC0C5UgEgCfYSCeZwmNNgq6SCdUiLSZsfucEaPEDctGkXny/hxHI9DtqrLs04LkosT9e529TiWRyS1VZi7IQ0CIvF59PLDbIZIIGPhqaqZ1qySR3jkRtPf2OF2T6dDBaR1AAsRfvaSfVR/wAY5JXTp7EoKrhljUJZiCAD4gLKJ7DVHvPbCLMVfizUgDwi0eZF/fBlCnUQu13qnUEG8G4LE9hDQD3kYB6UqqjU3aXZfCNwQGLG/lItjsxw9O3bD4Yyy3T6lTLO4dPBZA5iSNJOk7bETOFNdCs63UiJBncbbR/IONExPwlW6aQSBp+ZrxcGSTsJgADGe6lVZpm2wWxLGR5mT3xPG5XsULyObprSZHiTsREg/N7i0R54QgaSb6oJiwmbncfSSdz6YYLWVFQ6tYEhB2E6pmOS3HpifT+nCoWYpqAmQpK+ck837HYHzxSKpt+5uiWQpP8AEUstypkwRAURB484x3TlZtTqwgmAIBFvPf74JWrpqKVY/DIOq50n/TYEDuQCvrbywLkq2mmVQW1GCxOxNrDy74tjDL/EJVfF5we/Y98D1KRiQb+2PaHzCTNxi+j5zhqtkmJqcuIN3X5uDO1/pilTBJj2nFmbHw6jEmSb237zbftOOqoZknfzwjWyp78S3y374lmqJK6IG4Pf+b4hq084uydZVaWErYNxYYVqtmTAf6Zv90eV/wBBjsbY5ZYWKWoRZkIGoXjUI+bg+gx2NbNsC6h0pKKKlRlGYKghFaRufm1XX9gNpwnzFDTAaVJ2EG3qDgnOZhStPSNUsxM/MLlt5iDJ4G31E6zmG8Opi2kDTJ43jEcal5+QpJuz2pRYGGueCNiO4xUFIOLqnUi1FYAjWeflMXHkSIPtitPWfPBp1vsWSG1JjXCrMvOk73H9mwuJ49MUpU+GfEDLWJbi+w8rb4Do1CJjkEH3ti7p2XNetTpK5DVagpydwCSJH8tgwXgC2FG07c77YQ5fOClUiDoJhiRE9jHGGYrlPBUHjUkEenrhb8RSPEFckk3Hyxc95tAA9bYrhg1afQVoL6hTdVZgFAaNJ1XIEiwG0mcJcrRZ6gBc+IEiL388MquYqaWfSFGkEgcwAIPpY2GF2VpkEyuwvcWnyxdLVBQ9yFamaWgLqbwyWIExOy7yJj9+Ac2pNQArGwki+nuB2sb+WLspVamtrTzE27CdjgjM5YmkapdVZSABqDagx8UEbxz54jai/wAg8mcztKNrjUb9wPv9u2KUQkzFv0wR1GvNQ2iwGKC5gdt8dC6KK6NK2YY5eklNJ0AMTvpPJEnk34iTi9s9XIgtq1pJAEbGLwOd8L6GY00iusoZBnuJ2kbRveQYGC8vWZhAY2BsLC4Cny2B+pxy8RQqlQqIYqG1iBGxN42EEdiMG0ldakaSGhWE23NiewtgZqsDw30+Izfncg784+gZbqtNXLtSEkAB2VRLRJPhna8XsPY453b3JBST2KsjkqxWSjfEveoQE8LQQN9jc6o2InvR/UmoioiOyLpuVADGDYkATyIn674aP134jM7FSBJBBiWFg0dyJAtwpMYCqVUpsRTIdQgqSuoImptILQZkFt5+gvhVG+jOj3J5fU8h2pkIwMSuoSoanbvPAgxJ4xmWqp/VaIUaZgSQoaJuTeD7b4aZ78SKhdbjVpiCNiC1o+UTMn9rg9IyYqV9TaSRqZlg6mKgCzIRx3IG84rFqrYVS7D85VqGjI0gAFgzbgDwzpIkiSI8sAjKVUQ1CmkA2DfNABZgViZkEzt549r9WY6gtLdhDgkBV0kaV0gmNUcceYOJmqaXxWNUkvyDOnwxJLCZgabceuBxfgRgOWydSoCUYUkKg2klhMCLEwI32ti7P5dgxLVFY6YhQQJtE2GwA3nc4oTqMOoDkkoBEcEQ325OPMpmPEzEw3Ag2tAiNjaZ74aSa2YHzQZSQ06gdwRGpo1ae4gC9r8WxTUzaJAvdRAAxD42losdJI8ZncHYfQyTvGKepoxIKx8gke+LR00OlcaDKdcMZUgj8vb0/XBLZgKTMgSeD+gOEOXECVmRzax5A/LDlW1Ab3AOw5E3thk9k8sUnoW9azSypVpMH+XHrgfJVgWGoCT/AAE+v74h1tIZZ7cYryhAYajEGdrwP0wz6sKXpGjW88VmqQGhSCQQCYIuIPfE6VUsskcnmZHH2xzvGFEDel9T0UwpY2t7Y7C/K5Kq6ylOowmJCyMdjen3DsKyzagyWggyTHB4J4nif8V5oip8zBSDYWvvP2OKsnmJ1ABZKAEm3MwPPbjjBOWymp2EkR2ib27EDEW+O2PFbK8wgTLKAZ1VCR7W/wAYFyNS5B278A73+uPOpJpqBZJCqAJ45j1598W9NpFwIDNP+3fbjD+AstIINxBGGeR6u9GmQsAtbVF+1jNtz9cUZ5YQEAmLGdxab+cfkcVf0xIi2JpbTJdMrLgi4kXt598V9K6XWerNKF0gksxAUDYkzaJIHJuMWUqIQzN+Qbfy+Den9Uag4qKFLqTp1KG0zIBANpEmDwcdVjIQZ6kylwNTEsVMzJhgGkcX74pyFBzUOgSYNtrc40PVFapSYKiNUclmqx42kgkSTCjfaN74h0bIKpJcPbwjSQDeO4N9xGA36RlJVsEyuWd1YKJ0RIB2udu+KTRqCQRoZPEATpLSbRqjaCfY+WHmaytCkC606wYXl28Pa4ABJ9DhbmCH/wBQgKg+XeSf/kScTj8hdVozebp+IjsTjlS4nE6w8REzfnnFtQQR6HF7GQTlo0zpB23JgesYNXMQQGQKqmfCCCPrzbnA2T0RcMCBBXgngg8DuD7YcU6vxIUnU8CSbKLgbkwAJAn3xzydMRk6lQGSVOgoQTubGY22M4uyv4kC09KrYAAEQF5FhuQC0n087j1yUemI+ZWBAIiNX3OmCMAZRWACn5NLWNgIYgkntbYd8LKEWqHgjR9IqU3VaRZmqVPDqYwq7k3iT72EHfE83mDTYaHKfNIJBkTAkAnuTBtB42wmohRTQqCryzX2lYgg+YJ27cYsTP6nOhTKqSYuZJkGw8h9/aSxPlfgDsrz9YmEeG0TEiI1EztvO/vidPptcCnTpgM1QGwIIaCBEzEtO1uO+B0rjV4hbz733/IjDPMvWcRqkRp0jhdUkMFEkTc+mKSVdC8vB1ekisoDSw30iJgG8TeTAB7YD6rXpOllKydksA6iYFjYi8bfTFfWldKYVSdZYGRsAF0i8kz+xwDVV6OhpE6gb838zccWicNBa0ZRbLKFCYNy6rLTcCTafPc784ILkgzvvi6nRTQSxYsTbg9yY9TF+2E1TOROkzEjy/zgSi5MDt9HZlWBa8/3bckQP2xbmq9gSIgATwRz53xZlMqY8Vyfti3MZAMNMxt9sOvkMc0VoqySTfvhg5PHYflinKqBMXA5xbWb8sP4JTdtinq4LFe97/TsMBfCNgIaBeJv5Hzwdm3k2m2I5IANJ4BJwOVDxeiPS6bamEQCPoR+uI5+uVaCLD64ONeGsP5zijqjIUEKQ2wPcTBnDJ3sK29oDqmD4Wsb3sb8Y9xBsuxJMfbHY1BtDSjWGkkADVeBJ0wQbTJPqTxhn0GoxWozQADuCRJ3uBY/NMmBaN8Z+rXCxpUg33M77YK6TmhpNIsV+IbzYHtBjv8AyMc+TG3B0VgqeyWcAqOYaOLjc4M6XkmGnwh1/wC0w31uPthstLK6NZqAgQD4Z8jBn9Mc+apIU+FTlTGp+RMxKtbjCRnKS6EcWgfKHx6HXwOINzY/2/Q/ngRKjqpgEwdJPpsCfv74aZiqi7BZMTBvbvFsRq50ADSoWfmEi7cmBcWjjg4yla6JCSsSyyIsdgZMnFGWrhjpNiOf5+W/bB+bohzPh1QSwF5BEc3HPnidLK+AHSCLR3EcT2v6fr0p62FqgrIoCumFkdzcjYgX+2CVVSSwaBPF5ZZ791gyf0wBSSQPISs7r+4/bHqiLG0katzBtcD3++NYrY4z2aDAwYcovhbaSZY2Fty3baMI/h02Vw7wIJLXLW/2iBsOYjDfNVAZcEaSoBtGrSsetwL4yubyeuqzqoVJsF4HqecLyW3ZkJ3VTVOmdPE7xi/4fjUf53xVmYWsyj5VZgJ3gGIPmMSpVDqBBuCI9Zti7Lro0ua6bUpMhq5YqjMFUm0ngEzInzjY4ZZvKKyD4dNadQmBTVYgmxB4JJgTaJxdT/EYjUNBEFD/AKamZJ3WBJ3hhtJjBFX8VMVdQlISpJineSpAJvvtffHGoytKgRaM91PMBnCyT8NwBAO2hRM7n5QffFidPerTZlD1FVxrWdIVWUuCDtJZWm4iB5YAy3U9BcBFbVpAdrsAilIF+ZH0GGf4Z/E9Gg5WvSqOrup8DkKgCFT4CYLSRB9cUaldpFaoX0CVYLfUpCqILAgWcT3jDqhTpKrN8YjxCUsAUJFg1iGnYdh5E4ZZrquQqLqpVHLKxcIVa8nx7EAeGQLdsK+q5XLv8lWVJBCCRB5MkeIxtzfC8700LKuyH/SKTuzIJvq0qZAHbFvUMiZCwQCZFrkTBAPF4wQ/RBShaFZi0f6pI0lWJ+Q39JvinqlbQs6mAk/MwmTqnwjaVHI3GEi5N6dkGvIvVkYgOpgyms28V4i+wiPU98VdYV6SxBbSZV2B2MCQD2mx8++JrmxbUzeagdzMwT3xRmeq1S1OmkgspUlioDBipKksYW69xxh4p2XjB9sqOaNIKVli1yG/XvgPp+WlybXJMft6YY9VoQ92LE3IHHlOBKdcUoYzsQAO5thrd0RbbQ4o04E8nbCzqebgaV35/YYLqtWqU2NNNIVT4juI3Avb1/5wgqCKagyDYeYwyaFxYvLGXR2Vl8b6GlrQYO0R98T6hlgyllqElR8omTf6H2++FWRrbiDuYnePPDmkZHng07Fm2pGfyeYb4gBkgm48pvE8741K0xSAekA5KwwcXVoIJAUgwDwZHecK/wCgcMrDRoUmQNAYAgj/AMogwYnDmgUbUBAkd+QDsWNpP32wmWVdFJapoMTqmVrMFq5ZVVaREoDrZ5kSZiLRYck+mYrVCSFgQCZI9Z+0T748zLEESQDxG/vgarWM+u8YrFIPJsvFVr7+2OwCax7fn+mOw9AoZf0asSdzi1sgrEkz7bD9sA5eQQAIO236YOpZnuJ94xFuSA3K+y6hRCE6ZwT8Pkjbjt/L3xWuZgE6VPIE+2ClzoaPAAfytEYm2wOTrsrESJHnO2Jo86gACDdlAMzvJvfF65qd9P8AL4JpV1QzpB8yLGREfw4XkxULhTSPkk+c35v39MMMtlCWVfhj2IFzG255tH6HBmSzVEsSwIkcAfUfthjlOrJSUqjKvMwJjeJIk3tve17YX7kh1vyIM1ljTFMumlqg1LtMTDIYFzcXI/wtrVQw1TsII2tt33tt9MMevdZ+MO5UmGAFybk/aI8zjP0KzCTolhtuYm529vXF8dteoWS9g34o0T/P5c4W5iqhABB272+n0x7mqhfVF3iCP5tH13wJRYsAIkAxPEnb2xSgpC/NfMSLCeBFvTjFuSIaPUT72x5UQ6wuxn79sEZHLA1AAdJkNftv/jD3or4NL0rp6ypNTSBIsb6d2/hwZV6WGJK1FPAvJILXiL/UYlTyIlFpkGYWRYSTeRzHfGkpfhdk8QqLIO4BGm94JiIF8cTn5skrMW34fLSfFp8lm/Jn1++If9FUSLkcWsPbfH0To9WugX/RUlNQM3aN7+sg7zfyjE61LMrqDUqbar+KnMatIgQLRpHbGeSSdMp6n5PmX/TQJZVdmG2lJF/S3th/0noTkbGUXZgViLiIvYbkTtscbirSzQpiadGmQGIWYEb2vA29LgYW/wBJmdThWXUoJaABJKEgAk9hO8eLzOFeVsddCT/plY1FoDQgYFlMyRxMCSTaPIXtgLq/SadGppqN8QkgmoT4RIkEACSYn+6Lxvi+p+HpfUwJKHSWAvqiYLA7gHng4Gz2RrVPEW1MzQIAuLjmbf5wylekNDiu9sA67lKOWkU6nxZujC2mObSZNrXP6Z5UqkKwnwmxH9pBJsJ4ucOKmSME6b3jsAYO3tGIUMmFpgMr2JssAxCm4I2mb8YtBoPNMt6hvvgMUlJUsYVbkxPPA9cF5graJNucC/HCkTAkEXE3vH7+2EpvRzx2yOZz8lyHYgjY2ngmDcE6d9957YWM9r8ATjzqVYT67iICneI7Cfvj01CLkC4xaqKzdo9puLEGJjj2wzyr774UU6QADTq3t2jaTPnt5YOytKqAJWNVkJsCZiJOxBtfGeiU8ba0EVKonFVQzziDZWoih3XwSRqa0ket8eUCVNxI2sbYWvIrhRF8sYkTP0/nGBatJhGGQrGbcbYsOcBgfDEbe/vgKbXgysR1SZ/n6Y9wwqos3XHuKcxr+C2jQIgzfiLHBHwSfF9dhJwZpXi/liWXXU4B28jxiPK2TtspqZLSqAzLeI9gOB5Y8+Dfy7eeLMzmddRzFhAF+B5Y8FTcR+2NJuwyTbI/C4j6AYsVSbRbHvx9Npg+k+Vu2PRUaNxtubflfAYtE1aDBE2kjviMkjaL82mMWCqgNyDfiYOLFdA0zAk2N7dtwY488BUFCutl4+cGON9u/n/jFCJpZZiJ25Pb0kwO+H1KglRr1OCYKws30gAttzBxTmclBk1A0mBBIIgzbtt98NHIroYRePxVE3LadMDcnxDa47euKK6lSStxExwQDe3cbHDzMVE000ssAkluXmZA8hp7c98B5+kzCFj4gMpxqj5l9bT5/fFU7MmK6+VYw68gT6kSI9f0OGmfyxpS+xZU24lg5jBbZYaSoAlkBUea+IDyszDy9sRqj49BQBdGAYH/AGg/lB+gw9h5BORzDUyGV2gGx1GRxxBB9MNn6vmGXx1DBEEEzM2Ezv6zxhHkVOzTteOQBNu52wVSeDB+VpB5gADT9Ln2xFwT7EujR5L8T10D1A28auxYTB77f+uPT+OszvqUm/8AYL89u+M9rBTSLWJnux5+gj/nA2WBIPlI+pn8ht5jCSxxoKmzS1fxRWqkliBpiCLxceXe/tgA9VcliWaXOogcza//AMREYFJCLBALNeIso8+//GKNJmWMT/JPp+2G+3FJJI3OT3Y0TrFYC1RkUHhog8bc4Hr9QczJZptvf/Hf1wA7qdjCjaeT/OcVuSdrGNzYAdz2wOC6Q3KVdh+bra4kwwFpFz7iDaMAtRG7aiQT8x72Ftp2tvvOPKmcgEoVLAWY7H/xHHrv6YEBrG5VTawFpm0Ak2M8YfjQ6ciytYRue8R9uMUKo0+JdQj352/eMX15jUxA5IJuPUb4FXMEiy2nmwI+nacBRdgSfIF6mgOiIVtnP+7bxHmbYpzS2A7DB+ZpfEJLEb2C8YoWnJMkkEcWO/O+/wDLYp2PYBQfxEWjmfQHDKkQNRB22IG5/lse0uiEnVTqKT/tex+oJBxZmen1KQujQTdgAAOff7Y0kbb6KHzDVGD1DJAgDYAeQG2527nEnabBQo8j+/54paqPT9cQ1QB54WmI3LygumEIgyDPzC9uBGPAFHJPrtgR37zbjFfx/fA4sWhmrnh7epx2FTVjyDOOweDDwkGV2qCbkKIBNub/AKdsX5CsUSo5JMCB5cnHuOwzikh0kA0KpAsxF784JpViNmudpH32747HYVokEUpJYFl8K3nVf0gfmRj1aiwZuQfDNvLib747HYPFUmVhFMvyaO5hTeL6o4PHbBAChSzaTpsIBk7zwI+uOx2DxVGkkuin4lg8QCBAH888c2aK3ChibX87C9o++Ox2JpJskzzM5HUhqs4Kg6XFyUqATadwR27GeMU0q06tJOumwF+YkifUCPYY7HYp4D4GR8aI6nxLFQzyh58iJIjztiUAao8Ja9uP7T/+T7Y7HYZikcwpHiEaTMd7iGB+u+KAvyxsSAfIHnHY7CNGGDoCycKGCnvMx9NsLqBCq9QgE62C+Z2E+Vp84jHY7BbMkFG9TxE6gskTvtz74KOX1HRE9+LTAFu7aj7Y7HYaKT2Zror6rRC6AoBciY/2qTAjiffk4T1XEaSfpO/8i+Ox2Jy7GoL8NKiKmkeJiEHfSdLs3oTAXk323rrdQQEaF1SCCWvHJ3E8+uOx2G8FIsGZdcCOZPvzO+L2y0RG/rxjsdhGVS2kCVcswuSBqOlYE/Xtx3xOnkiu5BPeN8e47BbKRilZUMtBJmw4wVRzbUx4Sb7qx1L9DYe2Ox2NY3FFv9FQrbeBjMQtp/8AEmPuMKes9OemAxgqdmW0+xuP5fHY7DpkJ6Yq0teTf88WIGFzz++Ox2GYklonqnHY7HYQlbP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34" name="AutoShape 18" descr="data:image/jpeg;base64,/9j/4AAQSkZJRgABAQAAAQABAAD/2wCEAAkGBxMTERQUEBEWFRUXGBwXFxUYGBYeGBYcGBwcHRYZHBYYHyghGholHBYdITEhJSk3Li4uGB8zODYtNygtLisBCgoKDg0OGxAQGiwkICYsLCwsLC0sLywsLC0sLC8sLywtLCwtLCwsLCwsLCwsLCwsLCwsLCwsNCwsLCwsLCwsLP/AABEIAMMBAwMBEQACEQEDEQH/xAAbAAACAgMBAAAAAAAAAAAAAAAABgQFAQIDB//EAEsQAAIBAwICBQYIDAUEAgMBAAECAwAREgQhBTEGEyJBURQjMlRx0hckYYGCkpOjBxYzQlJTY5GhscHRFYOys+ElQ2Lw0/FEcqI0/8QAGwEBAAMBAQEBAAAAAAAAAAAAAAEDBAIFBgf/xAA8EQACAQIACgUNAAIBBQAAAAAAAQIDEQQFEhQhMUFRodETMmHh8BUWIjNSU1RxgZGSosFCsQYjcsLS8f/aAAwDAQACEQMRAD8Adm6F6Ekk6fc7/lJffrz+gp7j1V/yDGKVlU/WPIx+JOg9X+8l9+mb09xPnFjH3v6x5B+JOg9X+8l9+mb09w84sY+9/WPIPxJ0Hq/3kvv0zenuHnFjH3v6x5B+JOg9X+8l9+mb09w84sY+9/WPIicV6N8N08TSzachF9Iq07WF7XxVibb9wqVg9N7OI84cY+9/WPIkfidw/HLqBjbLLrJbWte98+Vt6jN6e4ecOMfe/rHkR+F9GuG6iJZoYCY3F1JaYZDuNi17e2peD01sHnDjH3v6x5G2q6McNjeJH05vK5RLPNbIKz2JysOyjH5qZvT3Dzhxj739Y8jq3RDh9iRpy1iFIWSUkG4B/P7r3PyA1Gb093+x5w4x97+seQP0P4eA1tPkVFyqySluVwLZ8z3UzenuHnDjH3v6x5HQdCtB6v8AeS+/TN6e4ecWMfe/rHkH4k6D1f7yX36ZvT3Dzixj739Y8g/EnQer/eS+/TN6e4ecWMfe/rHkH4k6D1f7yX36ZvT3Dzixj739Y8g/EnQer/eS+/TN6e4ecWMfe/rHkH4k6D1f7yX36ZvT3Dzixj739Y8jWXoboAL+TE7gWDy33IF/T5C9z8gNM3p7h5w4x97+seRt+JOg9X+8l9+mb09w84sY+9/WPIPxJ0Hq/wB5L79Ogp7h5xYx97+seQfiToPV/vJffpm9PcPOLGPvf1jyD8SdB6v95L79M3p7h5xYx97+seQfiToPV/vJffpm9PcPOLGPvf1jyNV6G8PJIEAJU2PnJdjYGx7fgwPz0zenuHnDjH3v6x5G34k6D1f7yX36ZvT3Dzixj739Y8g/EnQer/eS+/TN6e4ecWMfe/rHkH4laD1f7yX36ZvT3Dzixj739Y8g/EnQer/eS+/TN6e4ecWMfe/rHkH4k6D1f7yX36ZvT3Dzixj739Y8g/EnQer/AHkvv0zenuHnFjH3v6x5B+JOg9X+8l9+mb09w84sY+9/WPIPxJ0Hq/3kvv0zenuHnFjH3v6x5FXreiujVyFg22/Pk8B/5VbHBqTWriyH/wAhxj739Y/+o45UueMGVLgMqXAZUuAypcFfx9wIDcgDOLny/Kp41KBV8PUox0BBwRg6m3ZOlJuqXtbZh1OPPAXqXvJIPAdUFj4YxlKo0cqHzhCMcclBF8S3ZYg89jUvaDTQ6vMaG8hcrxLUrdmLMAq60ICWJOyYgX7rUe35A0gl6rSTdXIyOvESCA7XCvrwtiL7Bkc+0G+9Nv0/hJvr5OrXjbJIySKpkQh2DC2kiIYC/wCmtr/IRRbCCTxPid5ZYZNYNKTFG2ndr9okHJ17aiVg9gUN7i23a3LfYEzgxZ9Vq85ZD1U0eC5uFUPpoywMYNiMnY2a9jy3FQ9SBy0vFUkmeOXUGKePUkCEPYvH/wBsCI+mjRkMWA2OW4x2bAQ9Nq3TTGYyyNbVyQyMZHISEaxlJxvYYoAM7XVSdwBU7bA26QaqWMzhJXWJW0RD5m6tLqAkyZm/ZMeJIPLPwNFzBrxiSSJ5VSaQQibREMZGJVpdRjqI82JOHV4HE7DrPA2ouYM8VklhGoCTSdWs+jwYyMzK0s6LqIs2JYpgVNidusI5WAIGnGNW6pxWQTyA6d0eIdYwVCIIntiCAyFmN1a435UWwEjivEx12ohOrSOQPF1Xn1Tq1KoWVoy4LE9o3ANxIouCNiBd8akYRqInVXLqFDswVzuerLr2lyA9IX3tseR5RBRQatlMGp8/j1kummiaR2UM0rLGwAJVwsqiNXt6EgJ9Gp7CTvxjUvCTi7SIkaGRFkcTpk7gTJcnrciLYE37Gx3sS0ghNrxANUQ+IGuAmYsx6uNlju5W9wtyoLbWDXvtU6/sDq2oOem6vWmaOTWFbxscQh00rNF1mbGQB0DXvsWt3Cz6A56DUuBAevkNtfNpu1IxDRhpgqMCe2Rgtma7bc6P+AboCvaxbLtG/aJse8bna3h3Vxcg6ZUuAypcBlS4DKlwGVLgpOJN5xvm/kKuhqIZb3rOSdodMzC6jb2iu1BvSibHTyCTw/iKno5CzDyCTw/iKdHIWYeQSeH8RTo5CzNJOFs3pIp9tj/OnRyFmZPDGtbAWta21reFvCnRyFmarwpgLCNQL3sMbX8fbTo5CzMvwpja8am3K+O3ft89OjkLMH4Ux9KNT374nflff5KdHIWYNwtjzRT7ce7lTo5CzMjhjC1kXbly29nhTo5CzMJwtgSQignmRjc+006OQszY8Oe98Re1r7cvD2U6OQszWPhbLsqKB8mI/lTo5CzIfFujzzRCJbIA8b7AH8lIsii1xzZBf5L1KhJE2ZjinR6SWNEGKBZI5NgCLxOsii1xYFkF/kv7aKEkLMmHhJIAMakDkOzYewd1R0ciLMx/g/7JP3LTo5CzII6NSB3OSlHNyjJG2NlC4o22KWW9iDuTXWRImzLEcMawXAWAta4tbl/KuejkRZnNuFS5DlgAOxtzHI38Pk+QVPRyFjoeGuSCVFxyO21R0chZmf8ADn37I357jenRyFmaNwkm141NuXo7ezwp0chZmP8AB/2SePJadHIWZ0HD3/RH7xTo5CzM+QSeH8RTo5CzDyCTw/iKdHIWYeQSeH8RTo5CzDyCTw/iKdHIWZHlUqSDzFcNWdmQUfET5xvm/kKvh1SGWt6zAuuEfk/nNaaXVO46idVp0RDqZP1LfWT+9AHlMn6hvrJ/egDymT9Q31k/vQB5TJ+ob6yf3oA8pk/UN9ZP70Bq+qlttp2J8M0H9aAxFqpSO1pyD4Zof60Bt5VL6u310+bvoAbVSd0DH6SfP30BnymT9Q31k/vQGjayUEfFnPyhorD97UBH1XF3jDFtJLYG184LNfla8l+Z76hu2lkNpK7Oem6RK+WMMlltveHv77dZew765hUjPqsrp1qdTqO50g4vIwJGjm2JGz6Y7i9+Uu24A+euy0krrXt//mlHyXh2+8oDPlj+ry/vi9+gDyx/V5f3xe/QHKbiTr/+JO3s6n/5KA5ni7+pan90H/y0BuvFW79LOOXMRd/Pk/d/9XoDeLiRN76eZd+9U3+XssdqA38u/ZS/V/5oA8u/ZS/V/wCaAPLv2Uv1f+aAPLv2Uv1f+aAPLv2Uv1f+aA2TWXIHVyC/eV2Ht3oCVQFDxM+db5v5CslTrM4esXOIHzjfN/IVbT6pwy1yrMSXvBT5v5zWqj1TuOon1adBQBQBQBQBQBQBQBQBQGL0BT8f4ZPNbqNV1O3LAkZXurXVlb5r72HLe/E4uSsnYprU5TSUZOPyPMuJnXQsVkXMx3BKMZMsnIXzbsWtdxsR4HcXxrzdbW382Y6mLlK3pt9jd0yri6QTdYiNC6sF32KvcXAGWwyGDXXe2JG9J0Yy020ldTAXPrLTvWjkXvBOOaqdgmlbNiW2kLr6A/STa3he/wA9xZTlK+TJad+w6oZ1H0JPTvaun9dh6JwQauwbVsi7G6gg732N7Dn4Xt/S89Gnl29O1+wtI9SjMVV1LKAWUEEqDcAkdwJU/uNDs60AUAUAUAUAUAUAUAUAUAUAUAu8VPnW+b/SKx1euyt6xc4g3nG+b+Qq2n1TllrlWUkYOBnzX0j/AErXR6p3HUWFXHQUAUAUAUBzlmVRdiAOW/8A7/7agNwaAzQFDxjpRHA5jCl3GxHIAkAgEnus17gGqqlaENDMmEYbSoNRk9L2LWLPEemcpJwKhTcAbbjlbO9sgL7g89qyywiSev6d55lTGVVSaX2tdfVmNT0gYlBICDH2oypuCb3Utc7rZcfHc+NQ8Na/xOJ41qbYPRu1PuLiDp7BfGVShsNgb82t32sBe5PyG162QqRnG6PUpYfRnFPSvmuBcyRxauBiADmjKG7JZcxbZlJsd+41YbE76UUPB+GwaplLRC0MIikQE4iUvaVLDvXqe8ejL/5GhJjinSzyd2gg0wGJwBJAUta9gq7nYX53qmdWzyUm2efXw2cJuEKbk+AmcU6TzvkZWlZNtlwVbHYEIpzwysASpJJAFc5NWXWdvkUwoYXW01J5K3LX9yFF0lXIhBqI2IYZN2QbbCxViH3IYEErvvbviUZUvSTbW1ayalGtgq6SnJyW1PT9UeqdHOk0epABKhiBYX3Y2JYAEC5AGW1xY1fCamro30K8a0MuJfE10XGEcEAggg7gjkR3G9AbUAUAUAUAUAUAUAUAUAtcWPnn+b/SKxVeuyt6xc4gfON838hVtPqnJZ5VlJGPgB819I/0rZQ6p3HUWVXHQUAUBy1OoSNS0jBVHMk2FALeq6UMTaFF3APnLiw5tcA3JAubDw+SqHVb0QV/9GKWFuTyaMcp79SX1KBukAQbyszqrMFYZBuybgBzZuydrnYX3NUuNXKtF6drer5JGHpauXkxlaVtLfV+SRY8J6QBQpMqgnlAQEBXe+DXxJB7hY7kWJqYOSjl30rWi2jWmo5cm8pdZPb8ht0euSQdlhe1ytxkO7cVrTurnqRllRTW0VelnQdtVI8qTlHYqF5AIoFjuBkTffmL2A8b8uEXrRXLB6UpZTiri4vRGzSC8tsXkzfsC6sQtjsqbAOLm3IHYm0dFD2UM3peyvsVx6HPFP8AGNS8WRkKzTBmgJDAIDZ1CM4PLs2CjDmaOlBq1kS6FJqzivsX/RforE/nJOslkFlYObEXYrOB3FQVIsPSCKbnauoxUVZHUKcYRyYrQeh6TSpEoSNQqjuH/u5ro7K7gOnWOTVhVsTqC7H9IvHGcvZ+b9E0BnjHAIZ+00YzsdwSpbYgBmXe2/PmO6gE/WdEzFpgXRJZclCxk9liwZbZMCAykhxYWLRrttegJ2k6EnK8pBWXedQzb2HZVb37K5Fbd+7E5GgKKPpDptK7+TwkWICSOcj6IW8YXs22sWBPyna1VTctUfvuPOq1JQbVJJX1t9m2xz1XSaYi7zZ72wyCgkhhso7rfnNt2hauOjl7bMc51opNVbt7NHIsdD0sJxY6nENyyAxGRt6Kc15G/PnyAqYuonZ6V9rGmnWwiLtNpp71Zr7ay80HS5esKSuDsD2VII3seyd7bj5dwKuTNlKo5SabvoGypNAUAUAUAUBz1KFkYKSCQQCDYgkbG9AbRg2F+dt6A2oBX4yfPv8AN/pFYa3XZXLWLmvPnD838hVtPqnJY5VkAzdHfyP0j/StuD9QsjqLSrzoKAKAwRQCr0n6KwytGy9XEQy5H0S4Rg6gEWuRibC9tzQjQjz5+EqyARahJyWuX+Lg49kMyzBu0wAuC4N2xBOPMcTjCS9Kx24dw6Ds4R6tiN2ikbTGYrc5YvHIDbAi1lIJA7VyTVEqMZu/37TG8EoVnlK/b2jdwniXD9Ni8KalnkCx3MGqaTkLKQy2B2H8BysKvPQJuq6XowtH5o4ksZLBo97E9XvuvMg8rj5azTr6bR+7/m8w1cMSvk2+b37ktbZS6XpqsdyW6xXkY3AY5AhbXXmgFxewt8vOq41qsb3i3w4GWGG1oNpxclvul9LF/oulunk827AsTiRiLEbg3Uk2Hdv/AHq+FeMt6+aNVHGNCrLITae5qx3PBwnnuG4Rs/aMe4gnuBbJVHYYj/uKL+IYbVcbiZoONRvkHPVSoLyROVDJ8vOzIe5xsbeIIAFfpeORddKcfSxCldxJgWBOZsosPl5DmaXK1Wg9pJg6Sw9YYpWEcgIFibqwa2JVxsblrAGx57d9DtO+ojaLVLq9UJAbRQ5GEEi8zHsNOE59Utyqk7MWZuWBIkY6A876a8BjZiNOg60uJCzF8UZmAtcEAhm7muBc8thSxy4RetFTw7ojqmgZm0+nCqrjFHz1EzhjnjIyKkRJW2wvubFO6LHPQ0/ZX2O2k6Fx9bfU6gwxhGIhyYSJdrAq5scGUAWK5bewCNCOI0qdJ5SdvroLzQ6nh2nk+LxKGP5zhhjyuFsrEHfkAL279q5VWDdkzlYZQcslSVxx02sjkAMbqwIuLEcr2vb2i1WGhNNXR3oSFAFAFAFAFAFAKfGz59/m/wBIrBW67K5axb1584fm/kKtp9VHBZZVkuSNPRs+Z+kf6VuwfqFkdRa1edEQ8Oj8G+u/vUBlNAg5BuVvTf8AqaAwOHpvu+5ufOSe9t81AL3SroqdQgWN2tkGxZnO4B72a2JNrrbcXsRQ5lCMlaSEWLozqnMnVyIX7CBDiok7DliuQYXYx2JIAIW+1qixx0FPcXvQHojgVaSV1xAkEaPa5YyL22QLcWW+A7IJI3AFSWjtr+BRSoUcyWPeJZbj5Qcvko9JDV1Znm/SLo48MrLA4xCek1si1vNghQLnf23Zb3vtkjg1pt6ls/v3PLWL71XLVFdVLi/qL/Heik4Akcu6P+dEHFmLFQlhcm5NtrG+wB2NabHUsFdKzhpbGvgPQp1KgTLFNgxKG8yKbpe/aVlaxGwfnvvU2Rup0YwWrSW/EuGa9EULGZAMbtp9ZPExCkZBYJboLrfbrPDcc6ktEvXcUeUiTtyRxkqZJEkLxNZS8ZZgLPci9ttu7cDl3PNwjplLTdx7CPNxlrrnG2I3sciE77AkXHNDYbHIWBytUFKcpLRC3zvc4azXQ44kKSvm32cWV7MbsbkEBjYDxG+9gLMmUI6br5Jl90Z4hKGjhjDGPqx1bxCYRJawVjILRlbDkG3AtzsK6RrpwqRkm5XQ4dbPJZNKsrKAA2oeR1ViLXxBO99+QNuXPapNIQaHXKSPJ4MSSSRrJ8j3g49SFvfuuAO7lQELjHFNXCuLL5OWHZYyGVC7WGAYooBvvdnB32BrmTaV0rlVapKEHKMXJ7kIo0kvWOEbIqAGaS7Gy7Kzyg9qy2F2JBBPjtRGinpnpfBHlQiqlR9PHKkt70JfLUd00OsMp6plKL2W6tTg9grkqcVQSMW8L9k89gepxhk6dC7DTOFOVNOTUVssdNAuoC5KWhYNY9psAbm7AqxFiNxy2ty2qmNZRkk5XT28zIqzpzUcu6e2zVn26LfU9O4BpJTp42fUuSyhuyqKoDAEABgx29vzDlW09qCklaTuywGib1iX7r3KHRnyNv18v3fuUAeRt+vl+79ygAaRv18n3fuUBtFpmBBMzt8hwsf3KDQEmgFDjp+MSfR/0ivPresfjYVy1i3rj5w/N/IVdS6qOCwvWMkbOjB8x9I/0rdg3ULI6i3rQdBQBQBQBQHFtKhIJUXXkfCgN4owoAUWAFh/90BvQHJtOpYOVGQBAPeAbE/6R+6gOMugUxrGoCKpQgACwEbKwAHd6NqAXeJa/wAl1T2ICuA7A32v2S225W438L37rVGoyTqdDO76rGXQ6oSoHXv5jbY94uOft7xY1JqTTV0UXSzosmoR3ijQTlSCT2RMpFmjcgd49F7XQhSNgQRJ5/w/o3p2izjeSwkihl05vGyAELJEWDMVewQM3N+rNuyRQ4nNQV2Wr8B0sTztiIIZGjgTTI7YSMwcuFTYFmZl5Dbqzyu1Dsn8Im0MCGOQvDEGYFGjl6m5AuvlGGDrtiO12rWuQAAIbsWGi6cxM7qsd4h2Y2UoBtsQTlb2AfPaouVKvFu3HYM+g4hHMCY2BsbEXFxyO4BNtiD89SXCj0l6K6qUN8caRLMSjdna5IFkFnABGxAviNxfaGrlFegqySbaXYIvDpWEWSKyh36kl1N8mwsuamzKwbYi1weQB2ixRDBOiTUdN9+sseAzapJkOnjLFhbEhhE+WwYtthtuGCi4JNr3FVqDy8p/Qy06dalXTkr7Fu/+9p6lpuFxhTkiktYuN8bi5sAfzbsbfJarWk9Z67Sehk+pJCgCgCgCgCgCgEzj5+MSfR/0rXnV/WPxsK5axb1x7Z+b+Qq6l1EcFhlWIkb+ip8x9I/0r0MG6hZHUXFaDoKAKAKAg8Y4h1ETSFCwHMD+ZPcPlripPIVymvW6KGW1oRX9Hukqak42KsO+xwa9zZWPNrC5A8K7LITjNXiy+odBQBQEby6PJl6xQykBgTYgtuvPxoRfYVPS/QrJDmyg435i9wQbD23IA9tQyjCYZVN9gq9DuMLC2N2ALWdTuAht1b3+S9j89cpnnYFhCj6Pjsf8HLpBxpNOm7gOysVvf80c9gfk/f8AJXVz06teFJXkxA1/HxFEs7xHFXHWl2AAZyojbI33zYFhzK3PdvC0mKjLppeknfW+Qw8I4CkmqM0q+cQFFN7hU26wDuBaQyKSNyFfe2Nuj0zHS/ogJWMySMpJRerG6F3ZUDkEkYgEGwA9HnUNXKatCNRpu+gVY+hUhIBKyHFisgQqxWBlTG2LEXZiwtYWPfa9LEOgmrNuxfcE6ESHtnWSoNhYE5XQurjLbsk8trEW7I2pYKi49WTt9z0B0BBBFwRYg8iKkvIf+ExAMAtsmV2sTuytmCfHf9425AUB10ejCBRe5CBPAWHyd3OgJNAFAFAFAFARuIMwjYxglu4La/Puvt/A+w8qA66fLBcjdrC5ta5tvt3UB0oBJ6Qn4zJ9H/StebX9Y/GwrlrFrWt2z838hV1LqI4J96xXJHLon+Q+kf6V6OC9QsjqLqtB0FAFAQOM8TWCMsx7ViVUKzFiPBF3P/IqG0ldkSkoq7KqXVDWQmMkxyYl7KMlcKBazspBXJht6W1cStUg7bUU1FGvRai7qSdiB0O4CsEvbQZ9WJBkvbGbEbE8rBd+/t7866irLSRg1Hoaajt2kDinSaaPVStGpAWQRdXIz4Py3UH0XI5WsN79repuV5zLLcVHU7D3opmdFZ0KMRup3se/fvHgfC2w5VJsO9AUPSTgaSgy5CNwpDMTZWUcw58Pl9tQ0Z6tCMnlLQ94p8S4j1UZ6tZg1rAIWaBhvlZSoUqbgXt3VBnqVHS9J3v87oqeHaaaWNXLFWIdZLrbMm2Y3GRVu652yPeDUGecHKWXDRrfNFlreK5vpUZOsYY2QcjiCoybmRkpbHvyqWzrCKybprW93PkQuL8QVYJ4HZerbLJyV7LS/lWW+wxNyGN7cwDcUL6dSUFkxV3rfzewaejfEzGthp5jHb8oUawVFtZeZYXDHe3pG19qm5fTruUslwa7dg4qwIBG4O4qTQZoDAFAZoAoAoAoAoAoAoAoAoAoAoBG6Rn4zJ9H/QteZhHrH42FUtYta09s/N/IVdS6iOSblWIDt0QPxf6Z/pXpYL1C2Gou60HREOrf1eT98Xv0Bjyt/V5P3xe/QCn0q0ksrhhDOrmyx76XEkXON2mBN7Mbf2qqVJSd39thlwjBVW0tvs3J/wBK6HjH+GBBqUMZlbFQxS0zE3IyDEQsAVGROB7yLEiaMXGCiycDoyo0Ywk7tFbxvj/W6h5I5ynoWU5rIisQFHVLdyuQJNhY7EZDcdu5FaFVSUqb17NnzFbi3HdcvEESBY5JJUxJlTrFQhmWRWK3FwmKsLALk2wJJJtLWaLpK7PY+F9KFlKoYZBIRyCnE252L4+F7ezxFLpkqSehMtvLT+ol/wD496pJFTpDxJtUZNNDGzYqyulhcMRYMQDYhc72vuR8lQzLVk5z6OOzWVknDdSgUF3UucQmK5Mf0szliBz3Ft+Y2vFjM8FlHXN/S2n7lRGGSJ5cioUkAsQYZHTmojXd7FSbi59Ii1zUIqo5ck4xjdJ/RtHTTcY0osNYZYRKLx53jLqwsLyMAN17g22W+5sJsaFQcXdp/Sx213ClGl1UGnUTF4XUM+3UlwVjUsfRJKk5Em+O5AtRaDujNU1q0b+Y9cB4iTAC0UgOTg7X3EjA7g2vtXRtLHy79lJ9Q0AeXfspfqGgDy79lL9Q0AeXfspfqGgDy79lL9Q0AeXfspfqGgAa79nJ9Q0ANxBRsVk+ylP8VUigMf4kn6Mv2M3uUBkcRT9GX7Gb3KA2j1yteyycr7xyL/FlA+agNTrv2cn1DQG8WqyNsHHylbD99ASKAQekzfGpfo/6Fry8I9Y/GwqlrFrWN2z838hV1LqI4uS86xkXHroYfi302/pXpYL6suhqL6tB2FAYbltzoDzfjmsnacCRwDE5ZUJjC5G/VlWsSDttltuoNt70KU8vJa0bzz8uvLCFFxtFXd962fUU/wAMnRrU6viGkjQo7umJZYyojGQuZHBY4C5Ivy3tcm1XnoHbjHRLXLBphF2+qTqy0TKNRHHuLKxUdYFDtiMge4Wua86jjTB6uptbdOgsdKSGTiWiMYjaVfM6dGHmsEWUyW2mjkLZC5LFg3aYnYkDKcHwqhhUcrbbSns/hnwijTXp1FdLxqLHorHp21Zw61ZFAkA6wPGVIZQxx2yPWG997i35t61UqMKd8naU4Ng9GllOltd/HYOeuDdW/V+niceXO23PbnVxokm00iDwnhy6WFixu1s5ZD+cQNz7B3VFjilSVNf7Yj6Qza6czt+TUOACWUYjG5JUElOYsNyQeXaIjWefRUsLm6km8laEt4QvEU1GELKeoaaOVrA9i/WKVXePMSDsqPG+4BNFDCadZyUP8XY9mVB0lHRoaF7ov0dGp1QXrsiumawmWNxGuSiERYNcgAkOWsdl2AItpRRTk5Ruyz4ZopNK2piMjkogmYWKhgpCTBL2CoSQVBJvvcj0jDRXVo5autDGjoBqmvLHJfIsz7tfkQqjwFkCCw27N6JleC1G04S1oc6k1hQBQBQBQBQBQBQBQBQBQBQBQBQHnnSlvjcv0f8AQteXhHrH42FE9Ys6tu2fm/lV9LqI4JWVYiLj/wBCD8W+m39K9LBeoX09QwVoLAoAoBC6WcQmGpIUL1UZUMSLHJxsBY3cbfIO0QeW9VWUlH0TBhVapHTBaFb635FXx7j02i4U08emeV22M5KtisnV5uzWVirAAKQCOyNwAoqxq6sbabbim9ZP03TGAjSOxKrqgoi/OOR5RlEuQ248fm2v8nLFVSpJdE+po07Vf+I2dKktO0pukPHg3CvLdRppVUOI1hyZWJEhDM4sMQVXEDe2Zr6PBcDp4OnkbfGjsM8pOWs6/gm1Mc0qPEQR1JzADYxv2DgLAICA55b1pSsUUqWRftZ6tUlpU9KpymjmIFzjj9Yhb/Ne/wA1QynCJ5NKTW4i6XSYaByECu0RNgLWAU4LY8tu7xZu8muKkMuDje19pZQtTUdGrYJ7Am+C5O6GMDtAeexQkkDsjtA77XA7wK+exO5dPJJaNN/4evh1ujV9ZK/Bbpk67UkAgxhU3t+cWudjztGo9obxr6RHz2BdWX/cxi6RcMLytJt1Z0epje4FruYcLnmdlb93dUmwjcG0gTXFwQA6GyhbDshC3I2G8gP0z3AWixSqNqvSLarMbakuCgCgKeLpDFJMItORMwkKS4keZshYkk7NvipANxmKjKV7bTnLjlZN9JaQTK4yRgw8Qak6OWu1AVT21RiLLkwG55c7/wAjQi6I/AHk8ni69g0hW9wLXHdsSTexF96EljQBQBQBQBQBQBQHm/Sxvjkv0f8AQteXhHrH42Geb9Jizqm7R+b+VX0eoji5IzrGc3PROgh+K/Tb+lejgvUNNLqjFWgsCgCgIU/CoXzyjW8ls2t2mx3W7c9iNvChEoqSszjx/gsGqg6nUreLJGK3sDgwYL7OzYjwvQk8p6f6/TFdCuiiMaaZjMvZC4CMqdo23Z9jYEW3BO3MBw4VLp+KaddNrbSFVjcIxbrHvH6b2VVzuxOK3x7Jv2hQF30P6MRcPikigAwaV5B4gN6Kk9+I7I+QCgL6gIPF9D10YS9lzRm57qrBiu3ja3sJoRKKkrMmkeNCRW1PA1jj1jCBTeNlixJyxZe0oJPZFwDtbceys9KkoSnJK13/AAnCKkui0aWk9BA/B7LG0s8ke/WImW+10Jv32Led3t4C9Xoy4LBxi+3SNfHIw2mmDcsGJ+YX/dtUmk20kYLyEj0ZOz8l0S9ATKAKAUOOdLPOSaWA9XMbLFOcTFlcB+ezOpuOrG5xPLmOVJN2K1Vg5ZF9ItcR1ZcSdYxjlgjAdUDnIsCTtEqk5YSXZbW27hvm11Ok7bePqeW71MI6a+qWSvHax/6LRxrpIRCMUwGK2tbbcAHe1/GtZ60JZUUyH0k1OjVgNSO0UIzClmjU7X7IJFz4D21DsU1ejvaWsqegUUcsAZpcpThMCOaRsx6kAkegVitiNuz89Ed0lNL02O9SWkXUcQjR1jdrMwuB9JV58vScD56AlUAUBznlCKWN7AXNhc/uoDMMgZQy8iAR7DuKA3oDzHpe3x2b6H+2leXhHrH42GWp1mLWpbtH/wB7q0Ueojk7Z1iOD0j8H5+KfTb+lejg3UNVHqjLWgtCgCgCgEbpnxWJ3mgZUWaJI3iaRDJmHYElIVIuVZE37tzyBuAhQTkyKWLZOS6KtxcuBdsSSFSwBA7r2HO1Y61Z2eRs1vceBXw2tPK6L/FXdtnP5DN0R00PlXXJDKZFdQrxyEq/WLjIXR2uiRhQOe5Q2uTWmnLKgmz2cHq9LSjPej1Cuy4KAKAKAicVlZYXZFyIHK9tu8/MLm3fahEtQl/gz0kSszabJU6iMMjBcmcvIS5I5EDuHcy35ACFqKqElKmrbNA48dTLSzi17xOLeN1PjUlxnhj36w/+Y/jGndQE2gCgEX8JOmjURSu6oMgNxfJlyK7Xt+cd7eBPIVTVh/nHWuJiwui3HpIdZcezkUUcdo3dyGYwqFVFwjZiy7hIzyRWtYbWc+IFU5ScXba1b62ZkjkSUqkNslb62f3Wkvehk8x1ASbWWKxE+RiMKRuAXJIva/IA/nGtaPTotZNtq1lonFNLG2syMmce8zlW7QIB82e9UuAbejbfvNSTFRUnbXtK3R8Y1CaeeWHSpK8PWWNypljjJYhcVPauSVW1t7eJqCYzym1bUOOg1azRRyxm6SIrqfFWAIP7jUnYrcZ1LJr9PHJaUyE9UthtYhibeCYBr8+yDzFqgrv6el7NCHCpLAoDnPEHUqb2PgSD8xG4oAghCKqKLKoCgeAAsKA6UB5Z0zb49N9D/bSvMr+sfjYZKvWYs6hu0f8A3uq+j1EcXOuVYjk9N/B4fif+Y39K9HBuoa6PVGetBaFAFAUHTmXHQygNiXxjGxN82C47A8725GgPKNLxMxyMZ3HWCJ4tyhZku1u3sIlY2NlsNgDfnWaUnUk4p6Np5FSvOvVlTg/R1XW17fpvNNDqRIWM/ViTEuy27SEnzWIW4U4pcqSd3bYEiq53lFxpx0f7KsISUGqMVk21vU7W1bz0P8HWgjQyuGBdgoxAXsiwY2awZgSwublbiwOxq7Bneknc24tjbB4u97jtV5vCgCgOOq1KRqXkYKotdibDc2H8TagIvHJmXSzNEAz9WxRTfttbsrtvubDbxoBL/BvrWOoljKYqE2B2KsrESC1+XoL9C9zXKMGCScZOk1p0se+JS4wyMRcKjG3O9gTaw510byFwlOrSY8yCD2jztDHbtdw2oCn1HTGGTRySDNWGS4rlmLEAsCo2AyFz3XF6i5V0qcW1sOXQbjxdY9O65MEJLqFCJiSMLWG9grADez9wAuQoyco3lrOXGukeTYS6GZQHZBIQLMBY7X3xbsmwBOw8K4nUyNhnrYaqTs4vs0axPSfrURnsItRlGZDkhR2KkkRdluUbG1+S5Hbc58HoSi8qe92RlwDBKsJOpUsrt2Wv5P52LPhbFNRbhzLNMGZOulyLYDHrEkUBb4lbC5BW1twQK05ScsnabZVIutkR6y1/Jjd0q4Tnp2MQVJArB7biz3Lnl2u0cuVyL7XNdMtqQl1oays4Lx+PTR6eCNGnd48iU3xAsEy5kliSbC5BPKmohSVNKL1lvwniT+e07acxmLHq1jAFonQdWe2QMgwZDiSAUqS16ULbAJroTMxYSdY/XOcTEoUCVXDegLKEstt2B76gzU7wnLLe6z7Bp4VxxJFXyeJvJwVjDm6kZWwKxMLmM5LZttjcXG9Sai+oAoAoAoDybps3x+f2p/tpXmV/WPxsMdXrsWp27Rq+j1EcI3zrEcHqX4Nz8T/zG/pXo4N1DZQ6o01oLiK2vUEjGTb9lJ/MLQGP8RT9GT7KX3aAX+mHFmEaCJNULOrl44gbYuoxYSDkQxY4jlG3yXA834g4ZxGImLMN2dVUnF3ORDcyNt97hfYBhlJRouN7aWuPI8KolTo9EpWabv2pv+nFE+Mv12E4xRVKra6INkjC5YrZi9gL9sg35LbUrwhZJaOzYa8KwilGUINXWvRs3DV0DzTUiQxBVaO0jmORm8UjV1UgWI7QY35ciDerAbqLjuf+1exzipOMJU3qT/2rtfRj/JxqBTZnIO2xVwdzYbW7zW49Q6/4jH/5/Zye7QFfx7pFHp9PJLhI+I2VUYMxJtYZgC/fa/dQHmfGOLajUwxq80UtopGe74LNZiNQhQbXhIjIYXPZJ5GgJvE+NTjRuh1TXhIkVgO1qY5MgoXLt9hhfIj8zY8qAsuiHFI4tUzaqQ9fOhBFjZTE1mviLAsCh9pNu+oRkwak05VJ65cFsGri3HdOYZVEu+DbWfwO2wqTWceKcZ6oakRkddkrIjA2cFIwBceiCbrkfRsSQQKA8tvHzSaOItI0cjJKzCF5C1yzGxVWsG2LAlb3vYVDMuERa9JfJ/IYegfH0geaIuJc5srqCxiisFJexJyMoIPPfIkmiLaKtBfcs+lM7nVjq5HkSRQuIYdTHfZskY9vnvjyDb251zOCkjjCKbnDRrWorxw+WNkQyq5Ldpg4EaI6sLle4ggrjc3D7HYgV9FL22ZaeBTUfSqO534RwrTPFFJrZlgmDliqzg58jcmy7kC5A5V3ClGGovp4JTpPLTd+13Jes0UWrhlnOs6jUXZoXWSxhx9DJAe3y3U/mm1dllOLl6bb+XYdOhHD4tM8jarUwnVSOxKh1G0ZwLY7E7k2HJVZRzuSSLIQs29rLfjnEoWYKZHQDcTRyxizW7PZV+sksRfDHE23BtUnYs66ManVw2aPCUsZcWuOsjVMiD+g0Yiff9TieZAhlNRXlGPjQN2h6QaNpLJKqsVCqWBRXVb2wLWDgXPLuN+VSXFl/icH66P66/3oDP8AiUP66P66/wB6A2i18TEBZUYnkAykn5gaAkUB5D05b4/P7U/20rzK/rH42GGr12LMzbmtFHqI4RtnWE4uerfgzPxL/Mb+lejg3UN2D9QbK0Fx5T+EPpSDPhFKY1RXjku2pUydpesCRxpcsuNxICbAN3UA29BuOy6pHMtmF7pIqFFINxhZzkxGN87WOQG5BJERkpK6OPSjXrLEBiUkj1K4LJKYrlJMetFmGaCxa3eBex2BEnmeulkRnYyROAwSyyDrWdjKMdwVIyuXv4Ke+4yQoxllNrW39jyo4NfKnk3cpPXu1FpoeES9bFLIrRxyRSBEkByyDKFIWIgqdye0Rfbe9WYPQVKCiXYJgEKEEnpa2jRouGyabTTspwE5jaNlZiVHV3Ix2K8v0j6Vu7fuFNU42iXKnHB6LVPw3t7WUMvSKHtTSaksIGYSTA3AyjUNGMdmJZ1Xbw+Sutpn9OVWN9ev6W0/dl30Z40JtYskbvJHKpxyzAByALBW3FwrG1vDlU7S2NSecuDeiwvdOdY0kjLq4SJFZxGVfKHqBICDLEp7Li3ZY2Fwh79jNFWTUdGvUK8utkDF0bsm4bLAoEa7ZKhHZJ2I/RN7cyai5izqUIta2kvuY1WsUsuSBzYxkJ5s4FusXGQbqfNqL+BO/fUpmihN3cJ69Y6fg5kVJ4OtnCkh4kRjd5nW182sMWCgFQfSDkipNJ6R0hfHSahhzEMh/choDlLxCKFpTLIqABN2sPzWP8lJ+Y0AqS8BiggvO0Z1MsqoJI+ZSWcpEQDzIWYc7gG9thQ5lFSTTLSDgIjbT+QSL1aTFprvkbY2YKR3kqAVJtvfuFhMY5KSQ12oSVfER8a0p2/7o+XdL8vm5/3oCTxTTySJhG6oGuHYrkcSNwo5XPiaHE1JqydhS6TaaXSxqdJqpX1Nj1ULKHSULzjZABipvbIEWNjyBqCtWhJLKekq+iMsQg0yRiZpjIttQ6uqEh7tFk5JF4g+IbcjvuRcIRhlu17raPetZUkMri4jj2AFyS7cl/8AI4ADf86pLzzPyIQayGVYCqyQMZIFdXdmlxJYqG3zCNkbHmQCbi4HpOgm6w4S4MVWOVXUFbh8sTid13UjnuD8pFAKnTLpUbFNJKNgQyqGWfJCHJTIWx6tWOXIi1tjcQ2VVauRsvy3jXwjiYk04kcqGUecxvYEc7ZbkVJaT9JMHRHAsGUMAbXFxexttf2UB2oDxvp43/UNR7U/2kry6/rH42IwVuu/GwWpTvWmj1EcIM6xFdz1v8GB+I/5j/0r0MG6hvwfqF70i1TxaWeSK/WLGxSylu1bsnAbtv3d9aC88G4txiKzsHCuzvJ1bBlYyN+UAS7YuWa+JOwJHhfMqcnNybad/pY854NOpVdTKaadluye8xwXpMmnd5IGVZPN5FnEbuAUcJdslxIyBUX59x5aTdTpxpq0T1PV9MeGxsctXGRqBeUdYWCAR4i19kBxCkC27A23JodlLwXiHBINQ0mn6lYn08RC2v2usdvRe9mWwZgNxYE91ATekHH9JNrIGgfr5EimUpFkZLdYgO4sosY2IzIG2W43AHZumfD/ACeCLUTZtdC8bMvWp3hpVFgb7BgOycj3UIaT1iQdRweLzcD3GoeRpBIrgIHEy3Kn0UVZFPjaK+xJoLK99o0Px3hujjhjTWMk4g6tZhEW9J8OuZSLZCTM2v3tsbUIyFlZW3UJOu1UJM2oKhdT+Uld9RGVkbYRMYor9khS9luBci++wSjlWK99O0jhXmjheVivWZxmNbN2nUWvGL+IFwO4HeLHKpQTyktIQ8LCtaYoQC4xMmnLMxIVRHpQTmGYKuQA5kgW5yd2V7jBx/hEGjm02oErpKpR1ecMmRRu1GLsCFKt6OQ/OyJ3FCRg4v0u8rjRkkVIpDimLuC3awdSyEjI3AA352sMsgBM6eapk16xiRAksCl4ZGRUlVZGEhyZT2lDLtdTiWIN1oCkii0MkuOv1dniwEaR4PgLXjDPg12veynbsra4tQHDXcakh1Jh0YedBGoLRkQtKzA+bkTHJ5FQFuyQwHgOQF3quMvp9K2qPEGaZIBeJkbByoyxyN1yyuuY3JuDuNgKvhn4RpdU6sEVHhBdmIZsFkFjZAFYqFF8itu0OZoCw1nS+eRoYXnEbSORfCWIYKrMXJF2U3U7My3C+iAb0B24h0neN53d4JJFGDNHIzLpomBazkIuJbAm4u18Ra29CMlXubajpjBEnkuoR4WQgqfRZSroYSualTYFBcki4IItehJZajpxAyF5EcRxOpzPV4yWJs2zbBXGRNiAV3I3oCCOkPDk1ccjEIx62Qsy8l6uNECtbtArGuyki/jQHDSdPII9QLEzRqhgV1uSvVMTKWBFzePAjmSysu17kBd4zxDSTyq0MsCqSIo0LBGQJIAyhGAGVwm5upANjuSYKJU5yk3dJWt2l70V6ULp4pRJKkqAy/lGQah3Ryiq24uCwCr2PzhvtapLkrKw/wDR/i+n1MQbTOpQFkAXuwNht3bAH2EUJLSgPFun7f8AUdR7U/2o68uv6yXjYjzq3rH42CzI29aqPURytRjKsJVc9g/BWfiH+Y/9K9DBuoehg3UHCtBoOA0cdyerS55nEXPtNt6Az5Kn6C/VFAHkkf6tfqigBtLGecan6I+T+w/dQBp9JHH+TjVP/wBVA/l7KAy2nQm5RSfEgUAjdINVC+rRusij8jOZVkBXzweFS7dw2k27hZj4ABx0AjkijkEaWdFcWAPpAHnbfnQEgadP0F/cO/nQGBpU/QX6ooA8kj/Vr4+iOY5GgNpoFe2aq1uVwDb99AcV4bCGyEMYbnkEW/jztegO8kKt6Sg+0A/zoDm2ijIsY0IOxGK2+XuoDHkUX6pPqr/agFjjemY6gJptApIXeWRIRp2yxuxYAuXQDYW3Ld43ACtruHyELMrTTRxSHryo3XrEBBGnxs6RjFmTcjrWFy0YoB34BpYZI7S6SNJU7MimJBv4g42ZT4jY/JyoC0PCNPt8Xi25ebTb2bUBvLw2Fjk8MbN+kyKT+8i9Ac/8H0/q8P2af2oDI4Rp/V4vs0/tQAOEacbjTxfZp/agEDptNozP5HLA8YIsjRQG8kjraICVRaxzYY25pc2A3AYuiPBpVQjXabTh0xVWURtniN5NkUqDtsbm4bflQDDFoIlfNYkV/wBIIobfn2gL0BJoDxD8ITf9S1Ptj/2o68yv6x+NiPMrv/qPxsFpjvWmj1ERF6DTOsJUeyfgoPxD/Nf+lehg3qz0cF9WbHpHq1k08c0SxtKzDExSsbBUK3MbMsZuxW7NYledt60fLxr7uJoeh/Xl3kzyziOAPUxl+qDkWIGeJYx7ybHIBOf52V7C1S7X8dn8v9iFe3jxrsY1Gt4irRgQxkEuHIVja00aIR5zviMklt/QA57GFq8bn/bfcP8AvA0PE+IldtKqnGE7rexbDrxtJuFDPY7eh37Xl2u/r/p/233+xbPG7vM6TiGu6zt6bsNIC3iE6iIkKTJseuLruLbX+UpWWrt/tv59/sV7aez+d5yZ+IDLGMtaZ3QFgCQTKUjZsiClur7uzfv7uFlbe3/yt/DrRf7fzvOc/SHVjULB1cYdkLgGKc5APIBd1JSMlEUhWN9z8gPW8jYVA4aZTO0Wg08l55us7P5VgZlCSXc9bdurHcqFiRsLDmLbV/n/ALa/i+5LS8fTmxk0k+sRFjGnUYzOl8V6tIAZRDiqvcnFIgTtbrQbGxA6IIs3E+Kb46aP0LgYk3bq3JF+tFgJAq/KN+/bltrVp8Pu+5Ktt8au/wCw2Rm4BIsbcvCumcrUbUJCgCgCgCgCgIHHYpmgddNh1jWUZkhQCwDk2BOykm3eRagOvDNGIYkjBLYjdja7sd3c22yZiWPymgJVAFAFAFAFAFAFActVPgjOQWxBNlF2Nu4DvNAZglDKGHIi/d3+ygOlAeF/hGb/AKnqfbH/ALMdebX9Y/Gw8uv62XjYhcyrTQ6iIjqOGdYCm439Funz6KDqV06yDItkXIPa7rBT4Vop18iNrGinhLhHJsW/wuSepp9q3uV3nb3cSzPX7PHuD4XJfU0+1b3KZ293EZ6/Z49wfC5L6mn2re5TO3u4jPX7PHuD4XJfU0+1b3KZ293EZ6/Z49wfC5L6mn2re5TO3u4jPX7PHuD4XJfU0+1b3KZ293EZ6/Z49wfC5J6mn2re5TOnu4jPX7PHuD4XJPU0+1b3KZ293EZ6/Z49wfC5L6mn2re5TO3u4jPX7PHuD4XJfU0+1b3KZ293EZ6/Z49wfC5L6mn2re5TO3u4jPX7PHuD4XJfU0+1b3KZ293EZ6/Z49wfC5L6mn2re5TO3u4jPX7PHuD4XJfU0+1b3KZ293EZ6/Z49wfC5L6mn2re5TO3u4jPX7PHuD4XJfU0+1b3KZ293EZ6/Z49wfC5L6mn2re5TO3u4jPX7PHuD4XJfU0+1b3KZ293EZ6/Z49wfC5L6mn2re5TO3u4jPX7PHuD4XJfU0+1b3KZ293EZ6/Z49wfC5L6mn2re5TO3u4jPX7PHuD4XJfU0+1b3KZ293EZ6/Z49wfC5L6mn2re5TO3u4jPX7PHuD4XJfU0+1b3KZ293EZ6/Z49wfC5L6mn2re5TO3u4jPX7PHuD4XJfU0+1b3KZ293EZ6/Z49xiT8LMhBB0aWOx863u0zt7uIz1+zx7jEf4WHUALokAAsB1rbW+hTO3u4jPX7PHuNvhcl9TT7Vvcpnb3cRnr9nj3CV0h4wdVqZJ2QIZMeyDcDFFXnYX9G/z1nnLLk5GWc8uTkQFNbaHq142ncdRo6i52768iUmm9J+z08UYvcE3g9PUv8ACPIxiPCucqW878j4v+Hp/hHkGI8KZUt48j4v+Hp/hHkGI8KZUt48j4v+Hp/hHkGI8KZUt48j4v8Ah6f4R5BiPCmVLePI+L/h6f4R5BiPCmVLePI+L/h6f4R5BiPCmVLePI+L/h6f4R5BiPCmVLePI+L/AIen+EeQYjwplS3jyPi/4en+EeQYjwplS3jyPi/4en+EeQYjwplS3jyPi/4en+EeQYjwplS3jyPi/wCHp/hHkGI8KZUt48j4v+Hp/hHkGI8KZUt48j4v+Hp/hHkGI8KZUt48j4v+Hp/hHkGI8KZUt48j4v8Ah6f4R5BiPCmVLePI+L/h6f4R5BiPCmVLePI+L/h6f4R5BiPCmVLePI+L/h6f4R5BiPCmVLePI+L/AIen+EeQYjwplS3jyPi/4en+EeQYjwplS3jyPi/4en+EeQYjwplS3jyPi/4en+EeQYjwplS3jyPi/wCHp/hHkGI8KZUt48j4v+Hp/hHkGI8KZUt48j4v+Hp/hHkGI8KZUt48j4v+Hp/hHkGI8KZUt48j4v8Ah6f4R5BiPCmVLePI+L/h6f4R5BiPCmVLePI+L/h6f4R5BiPCmVLePI+L/h6f4R5GRXSqzWhSf3J8kYB7in+EeR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38" name="Picture 22" descr="http://www.pavalarajan.com/High%20Density_html_m6e1ea7f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729622"/>
            <a:ext cx="3742267" cy="2613778"/>
          </a:xfrm>
          <a:prstGeom prst="rect">
            <a:avLst/>
          </a:prstGeom>
          <a:noFill/>
        </p:spPr>
      </p:pic>
      <p:pic>
        <p:nvPicPr>
          <p:cNvPr id="9240" name="Picture 24" descr="http://www.orchidsasia.com/vanilla/100_750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3219450"/>
            <a:ext cx="3810000" cy="33337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Planting of seedlings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Size of pits – depends upon soil types and water table 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Loamy soil  with low water table – 1mx1mx1m</a:t>
            </a:r>
          </a:p>
          <a:p>
            <a:r>
              <a:rPr lang="en-US" dirty="0" err="1" smtClean="0">
                <a:solidFill>
                  <a:srgbClr val="C00000"/>
                </a:solidFill>
              </a:rPr>
              <a:t>Laterite</a:t>
            </a:r>
            <a:r>
              <a:rPr lang="en-US" dirty="0" smtClean="0">
                <a:solidFill>
                  <a:srgbClr val="C00000"/>
                </a:solidFill>
              </a:rPr>
              <a:t> soils with underlying rock – 1.2mx1.2mx1.2m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Sandy soil -0.75m x 0.75m x 0.75m</a:t>
            </a:r>
          </a:p>
          <a:p>
            <a:r>
              <a:rPr lang="en-US" dirty="0" smtClean="0">
                <a:solidFill>
                  <a:srgbClr val="003300"/>
                </a:solidFill>
              </a:rPr>
              <a:t>Spacing -7.5m 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Method of planting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990000"/>
                </a:solidFill>
              </a:rPr>
              <a:t>Pits  be filled with top soil to a height of 40cm.</a:t>
            </a:r>
          </a:p>
          <a:p>
            <a:r>
              <a:rPr lang="en-US" dirty="0" smtClean="0">
                <a:solidFill>
                  <a:srgbClr val="990000"/>
                </a:solidFill>
              </a:rPr>
              <a:t> Take a small pit at centre. </a:t>
            </a:r>
          </a:p>
          <a:p>
            <a:r>
              <a:rPr lang="en-US" dirty="0" smtClean="0"/>
              <a:t>Fill with an equal mixture of </a:t>
            </a:r>
            <a:r>
              <a:rPr lang="en-US" dirty="0" smtClean="0">
                <a:solidFill>
                  <a:srgbClr val="FF0000"/>
                </a:solidFill>
              </a:rPr>
              <a:t>Sand, Neem cake   </a:t>
            </a:r>
            <a:r>
              <a:rPr lang="en-US" dirty="0" smtClean="0"/>
              <a:t>(500g)</a:t>
            </a:r>
          </a:p>
          <a:p>
            <a:pPr>
              <a:buNone/>
            </a:pPr>
            <a:endParaRPr lang="en-US" dirty="0">
              <a:solidFill>
                <a:srgbClr val="003300"/>
              </a:solidFill>
            </a:endParaRPr>
          </a:p>
        </p:txBody>
      </p:sp>
      <p:pic>
        <p:nvPicPr>
          <p:cNvPr id="4" name="Picture 3" descr="http://agritech.tnau.ac.in/horticulture/Planted_Seedling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3657600"/>
            <a:ext cx="1906270" cy="254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C00000"/>
                </a:solidFill>
                <a:latin typeface="AR CENA" pitchFamily="2" charset="0"/>
              </a:rPr>
              <a:t>        </a:t>
            </a:r>
          </a:p>
          <a:p>
            <a:pPr>
              <a:buNone/>
            </a:pPr>
            <a:r>
              <a:rPr lang="en-US" sz="6600" dirty="0" smtClean="0">
                <a:solidFill>
                  <a:srgbClr val="C00000"/>
                </a:solidFill>
                <a:latin typeface="AR CENA" pitchFamily="2" charset="0"/>
              </a:rPr>
              <a:t>        </a:t>
            </a:r>
            <a:r>
              <a:rPr lang="en-US" sz="6600" b="1" dirty="0" smtClean="0">
                <a:solidFill>
                  <a:srgbClr val="C00000"/>
                </a:solidFill>
                <a:latin typeface="AR CENA" pitchFamily="2" charset="0"/>
              </a:rPr>
              <a:t>Plant nutrition </a:t>
            </a:r>
            <a:endParaRPr lang="en-IN" sz="6600" b="1" dirty="0">
              <a:solidFill>
                <a:srgbClr val="C00000"/>
              </a:solidFill>
              <a:latin typeface="AR CEN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714356"/>
            <a:ext cx="8143932" cy="5411807"/>
          </a:xfrm>
          <a:gradFill>
            <a:gsLst>
              <a:gs pos="0">
                <a:srgbClr val="FBE4AE"/>
              </a:gs>
              <a:gs pos="13000">
                <a:srgbClr val="BD922A"/>
              </a:gs>
              <a:gs pos="21001">
                <a:srgbClr val="BD922A"/>
              </a:gs>
              <a:gs pos="63000">
                <a:srgbClr val="FBE4AE"/>
              </a:gs>
              <a:gs pos="67000">
                <a:srgbClr val="BD922A"/>
              </a:gs>
              <a:gs pos="69000">
                <a:srgbClr val="835E17"/>
              </a:gs>
              <a:gs pos="82001">
                <a:srgbClr val="A28949"/>
              </a:gs>
              <a:gs pos="100000">
                <a:srgbClr val="FAE3B7"/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dirty="0" smtClean="0"/>
              <a:t> </a:t>
            </a:r>
            <a:r>
              <a:rPr lang="en-US" sz="3600" dirty="0" smtClean="0"/>
              <a:t>Coconut </a:t>
            </a:r>
            <a:r>
              <a:rPr lang="en-US" sz="3600" dirty="0" smtClean="0"/>
              <a:t>palm removes </a:t>
            </a:r>
            <a:endParaRPr lang="en-US" sz="3600" dirty="0" smtClean="0"/>
          </a:p>
          <a:p>
            <a:pPr>
              <a:buNone/>
            </a:pPr>
            <a:r>
              <a:rPr lang="en-US" sz="3600" dirty="0" smtClean="0"/>
              <a:t>	56kg </a:t>
            </a:r>
            <a:r>
              <a:rPr lang="en-US" sz="3600" dirty="0" smtClean="0"/>
              <a:t>N, </a:t>
            </a:r>
            <a:endParaRPr lang="en-US" sz="3600" dirty="0" smtClean="0"/>
          </a:p>
          <a:p>
            <a:pPr>
              <a:buNone/>
            </a:pPr>
            <a:r>
              <a:rPr lang="en-US" sz="3600" dirty="0" smtClean="0"/>
              <a:t>	12 </a:t>
            </a:r>
            <a:r>
              <a:rPr lang="en-US" sz="3600" dirty="0" smtClean="0"/>
              <a:t>kg P, </a:t>
            </a:r>
            <a:endParaRPr lang="en-US" sz="3600" dirty="0" smtClean="0"/>
          </a:p>
          <a:p>
            <a:pPr>
              <a:buNone/>
            </a:pPr>
            <a:r>
              <a:rPr lang="en-US" sz="3600" dirty="0" smtClean="0"/>
              <a:t>	70 </a:t>
            </a:r>
            <a:r>
              <a:rPr lang="en-US" sz="3600" dirty="0" smtClean="0"/>
              <a:t>kg K, </a:t>
            </a:r>
            <a:endParaRPr lang="en-US" sz="3600" dirty="0" smtClean="0"/>
          </a:p>
          <a:p>
            <a:pPr>
              <a:buNone/>
            </a:pPr>
            <a:r>
              <a:rPr lang="en-US" sz="3600" dirty="0" smtClean="0"/>
              <a:t>	34 </a:t>
            </a:r>
            <a:r>
              <a:rPr lang="en-US" sz="3600" dirty="0" smtClean="0"/>
              <a:t>kg Ca and </a:t>
            </a:r>
            <a:endParaRPr lang="en-US" sz="3600" dirty="0" smtClean="0"/>
          </a:p>
          <a:p>
            <a:pPr>
              <a:buNone/>
            </a:pPr>
            <a:r>
              <a:rPr lang="en-US" sz="3600" dirty="0" smtClean="0"/>
              <a:t>	12.5 </a:t>
            </a:r>
            <a:r>
              <a:rPr lang="en-US" sz="3600" dirty="0" smtClean="0"/>
              <a:t>kg Mg annually from one hectare.</a:t>
            </a:r>
          </a:p>
          <a:p>
            <a:r>
              <a:rPr lang="en-US" sz="3600" dirty="0" smtClean="0"/>
              <a:t>Continuous and high nutrient demand. 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Fertilizer calculation 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Primary nutrients – NPK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 NPK dose of 0.5 : 0.32: 1.2  ( Kg/palm/year). </a:t>
            </a:r>
          </a:p>
          <a:p>
            <a:pPr>
              <a:buNone/>
            </a:pPr>
            <a:r>
              <a:rPr lang="en-US" dirty="0" smtClean="0"/>
              <a:t>   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Fertilizer recommendation/ Adult Palm  </a:t>
            </a:r>
            <a:endParaRPr lang="en-US" sz="320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152400" y="914400"/>
          <a:ext cx="8763000" cy="5876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1295400"/>
                <a:gridCol w="1924050"/>
                <a:gridCol w="2190750"/>
              </a:tblGrid>
              <a:tr h="561532">
                <a:tc>
                  <a:txBody>
                    <a:bodyPr/>
                    <a:lstStyle/>
                    <a:p>
                      <a:r>
                        <a:rPr lang="en-US" sz="2400" b="0" dirty="0" smtClean="0"/>
                        <a:t>            Situation </a:t>
                      </a:r>
                      <a:endParaRPr lang="en-US" sz="2400" b="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2400" b="0" dirty="0" smtClean="0"/>
                        <a:t>                      Fertilizer  needed (kg )</a:t>
                      </a:r>
                      <a:endParaRPr lang="en-US" sz="2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7338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Urea 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Rock phosphate 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Muriate  of Potash </a:t>
                      </a:r>
                      <a:endParaRPr lang="en-US" sz="2400" b="1" dirty="0"/>
                    </a:p>
                  </a:txBody>
                  <a:tcPr/>
                </a:tc>
              </a:tr>
              <a:tr h="16635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General</a:t>
                      </a:r>
                      <a:r>
                        <a:rPr lang="en-US" sz="3200" b="1" baseline="0" dirty="0" smtClean="0"/>
                        <a:t>  -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baseline="0" dirty="0" smtClean="0"/>
                        <a:t>Good management </a:t>
                      </a:r>
                      <a:endParaRPr lang="en-US" sz="3200" b="1" dirty="0" smtClean="0"/>
                    </a:p>
                    <a:p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solidFill>
                            <a:srgbClr val="FF0000"/>
                          </a:solidFill>
                        </a:rPr>
                        <a:t>1.0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solidFill>
                            <a:srgbClr val="FF0000"/>
                          </a:solidFill>
                        </a:rPr>
                        <a:t>1.5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solidFill>
                            <a:srgbClr val="FF0000"/>
                          </a:solidFill>
                        </a:rPr>
                        <a:t>2.0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612389">
                <a:tc>
                  <a:txBody>
                    <a:bodyPr/>
                    <a:lstStyle/>
                    <a:p>
                      <a:r>
                        <a:rPr lang="en-US" sz="3200" b="1" dirty="0" smtClean="0"/>
                        <a:t>Red loam 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1.5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1.0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1.5</a:t>
                      </a:r>
                      <a:endParaRPr lang="en-US" sz="3200" dirty="0"/>
                    </a:p>
                  </a:txBody>
                  <a:tcPr/>
                </a:tc>
              </a:tr>
              <a:tr h="612326">
                <a:tc gridSpan="4">
                  <a:txBody>
                    <a:bodyPr/>
                    <a:lstStyle/>
                    <a:p>
                      <a:r>
                        <a:rPr lang="en-US" sz="3200" b="1" dirty="0" smtClean="0"/>
                        <a:t>Hybrids/ High</a:t>
                      </a:r>
                      <a:r>
                        <a:rPr lang="en-US" sz="3200" b="1" baseline="0" dirty="0" smtClean="0"/>
                        <a:t> yielding varieties </a:t>
                      </a:r>
                      <a:endParaRPr lang="en-US" sz="3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12389"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rgbClr val="FF0000"/>
                          </a:solidFill>
                        </a:rPr>
                        <a:t>Irrigated </a:t>
                      </a:r>
                      <a:endParaRPr 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2.0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2.5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3.5</a:t>
                      </a:r>
                      <a:endParaRPr lang="en-US" sz="3200" dirty="0"/>
                    </a:p>
                  </a:txBody>
                  <a:tcPr/>
                </a:tc>
              </a:tr>
              <a:tr h="612389">
                <a:tc>
                  <a:txBody>
                    <a:bodyPr/>
                    <a:lstStyle/>
                    <a:p>
                      <a:r>
                        <a:rPr lang="en-US" sz="3200" b="1" dirty="0" err="1" smtClean="0">
                          <a:solidFill>
                            <a:srgbClr val="FF0000"/>
                          </a:solidFill>
                        </a:rPr>
                        <a:t>Rainfed</a:t>
                      </a:r>
                      <a:r>
                        <a:rPr lang="en-US" sz="32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1.0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1.5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2.0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4034" name="AutoShape 2" descr="data:image/jpeg;base64,/9j/4AAQSkZJRgABAQAAAQABAAD/2wCEAAkGBxQTEhUUExQWFhUXGB0XGRgYGBoeGxscGhcYGBocIR0cHCggHholHBgdITEhJiorLi4uGh8zODMsNygtLisBCgoKDg0OGxAQGi0kHyYsLC4sNCwsLDQsNCwvLCwsLCwsLCwsLCwsLCwsLCwsNCwsLCwsLCwsLCwsLCwsLCwsLP/AABEIAMIBAwMBIgACEQEDEQH/xAAbAAACAgMBAAAAAAAAAAAAAAAFBgMEAAIHAf/EAEEQAAECAwUFBgMHAwIGAwAAAAECEQADIQQFEjFBBiJRYXETMoGRobFCwdEUI1Ji4fDxB3KSM4IVQ6KywtIWU5P/xAAaAQADAQEBAQAAAAAAAAAAAAACAwQBAAUG/8QALxEAAgIBAwIEBQMFAQAAAAAAAAECEQMSITFBUQQTMmEFInGBsSMz8EKhwdHhkf/aAAwDAQACEQMRAD8AUbYs9gpLElABfqR/B5iFe0ggkHJTHL5Q7WKUpcmYog4VIWAaM4QcvGvhCjbcWIqG8Kc8gdcsjCRfUqkEDEHI7p1Bq7P6wUsdoWpKuyq4LpZ3ZJJYZ5VDVcQOmSTgKkqJANQO7us3N2MGLmulUxCVncQxGMZqzALcgT5R0mkrZjqgXInBKXUy8RYg5gJwkF+bkeBh2uWwy51klylkHDOWmtO9LQvWoqM/fKFKRdCzO7JQYipLuCKsQdQQKGGe6bS6Zq0j/mhTcKFKjmXJOI+MBkbp6eaOb22C6ZCrNMM0IQlKUkAIfIjXTQPlkKZxDarfJtAdScKvxJof1EWJt4KIIKVMsB6A0YAsDlxpAuXdKlAqQkqALEpqQeBAqDyMeY8HmvXLaS7Esre7PESSiomq5FJIPvBGxX/MAab94g5k97hme94wGSpcpVRTUGLqpMtdUqCSfhVxgJx07ZFaAZds9xSbRMStLLwndGSm/Aoap828SIIqsssoWlCVS5g7yFBwkJNXriFK5mFR1JVQkEcIL2S9lLI7bFMSKEhsYGjnNQGjwcXOLtO0HGbRfUjtkEkDcws1NMJ82ECb3mmTMlrRoHHga+hgtIm7qzTDkC+fAdWGXWBV8gLlA6pPoaH1aJ822ddmgMvqHMTJdqlIC04gpsJo6Se6QdCPVqwQvFLlmoMoU/6fWgkhBrgV6EuD4K9xD5Plh+seVnvHLy72R1tqgXZU1c5k+kWLYpi37rHhlFJyoIrXotl9WiarYF0giuawSdWgTelxS5qVzJSQmdmcPxsMm4tk0XLUuif7Y1kTSACOMFjySxu4sOM6ZzW22kpUjBWZiO69AltS2eXm0e2e4DMUAlSCtSiplGmL4QNEigOejVyhg2ssZRNC0pJEx1MA4dhiDDXEXc0YiA5kqUZiXUlaUOAAxHeJ00YZx9R4fXKEZ46plrm2lp4I7TsvNRLBWZJZ6ich6FWQfNimjly/GGratZlWCSCScU1Iw0HwKPCFK140WiXJK8eIjSoZTh2FCRpprDztJeXYWeSmZJSpK8WMKDimFtAxrSLIym1ckvt/0KLelnP9pXMiS5JJCS/LAkAcmAbzilQrTKWe6lOjOMOJ4br5vGyz5KZZSqWFgoSEISVhYU6UkMHGKjjgHhGtNkVPtasJwpc7+gagPSnGDi7XYxOza85KzMZilJAwaUNQeVC8ErxtXZSEIBUxXMLjN0hMlGo3XCvUxSkWBQmS0lygLcvVWEMS/Bx7GLO0NpQ6ULCqypRIDUUSZrOTwW0ElR1C9MmqVQhnUfoR84tXZZ0rmpSWIKg5IyALq9Int81JnHAJeEJw0SycVASKO7uX5GLd2XeSgrDUlTGINVKUDkOIBanGuUdexzI51uSZalqA31k82JJ6uD7xoiekTZSmKWlqUHNXKcALnWrxduuSkKloWMSUgLVTJyAUuKkkJVTTzgdedkPbFKHIQgDLIUDmBSTkzktwZarxmKWSDTIUTkKDTlGQdXs1OUcUiSJko91S5iEKPHdJcVduIYxkNr2GKw7c4MyxoSCkJdWLC70W4ejEb3vxhCtYwrUgK7qlJI4kU9xDnsuhf2WckYkFK06aKKHz5peFDaKzqTaJpYnfJxMwdTK6PWMSAZSkpVjCEk76gAAfxbtfAx0IDCMKRupGEDkKCE/ZGUV2mWSXACldGSW9Wjpq7jXhChUH6wnM90hOV7pCypcxD9kUhYfCVAEAKDKFaMx84tbPWZKJSkAkrMsr4jHuKo9KknMRZVdqgo0P7aKikstQdQ1LvrvUOmZ1/RWFu3EGEuhXCvtEwICghqcEgCpIYGpapAijYVT5NoJRN7IlJOJYBStIDh3G8K0eoD5Vi2baoAAA1JLghyGfnVq0gXfaplUnE/cOJy285qaCoB5wa2dBIb7u2os9pARakJS4JTMrhOHdUXzRvA0LimcGZmxktQBlTGB473qGjn9gu4TJYlrYTCVFBAyKjRPBlADopQPGHZFpVJRJEvFRBYuWJBxMpJzCkqcPUU5wqUlpbW9MDQnbRrP2NmCoUC3nAmddMyWciCNflD/dd8CclynCeDg5M5DF2c6h4szLOiYKsx4QiM4SdREtHO5Y+IAVopJ/frGtuspKVFAJS1RmQ/0MPhudCSd139YpruxKFBaARoxyPI8+Bjp40zHESdjrX2drl8FnAf8Adl6tHVbQlxCBtBcOAi0SgUhwTTuqBd24PDfYr5lThuLZWqTRX0PhHkfEcEk1NLbqclRblnEGNFD1ileFEqLZDX5RbnPnqIqXpOBRzKkpLdajnRyDHlp7mMnlygwK1B20qY8UxIADcBHgW/cR4mN5MrDUlzGNnBOxoAUlwCQ7EjLj7RNNsMtanKXPHWvMezxQkTRjD5NBQK/ho+h+FxvB83dj4sW5uwVkM4TkiYmYCVUW4c50U9OjRavvZuXaAgLPcyo9HBIzFDhA8IOLmftoEX7fHYIChLXNJOEJRxZy5yAABMetq6IZqfCBcrZMpACTJKU0AUhQcO4fCpiQauRCONkLXZ5ilLlBSWNUHENSKBz4kQWvPbacZSpiFplFKTuAAqBJAS5UKtXKjEa0C1I2rts4KJnHdIJThSARV6pA5axzeSvlS/8Af+MJagzJuOYgKSJaqJ73EqGEnDmACoVprAW22NE61TUgZKwgkUCUNoHPwt0g3s4FlXbEkOvFQsAlJLh+BEtPnAO/EiXLVNVVawQKsyluqvGnvDYXW4xAe6rlVOkLnh04SqWVHJRICkeLFj4RbvOQgTZSfwigcUaj8Bup/ur0gv8A04vdJlpsv4lqUKfFhDHySlLcucWdqrKpKiVJdRqlTBvw4XDaDKuka5K6B1b0Xpez6lye3RMRhQQhSMJSXbM/m3tefjFsXdiJ1oti1P2WEIcZ4EpVMUzj8sv/AChgmXylVjQlmyWoigc0B6utv9ogFsfeyJci1rUWXNmHAkCmElIV0DS28RDI6eQ0CZ95CSoysHcp6RkDkWBU77x1bxJ9THscY5RGDYud2s5aFqd0gqGT4SwNCxaFzb26D9qm4XCGQSWdiKVL0yia1JMhby1EEFwRmCGcdI1va8VzSFTC+Ib5YbxGTgNEfnvhcivMsqbG3URaKmhQpjpkD5kD0MdOstv7FDKBNGhC2dmBNolu6QVEYXpvBg4LsxOYaHOVMMyYqWoUCQUq1FSFdasfGFTyNyTFzbbCsu1SVo4EZwqX1Z8C5U5IKgdxYByDjQ0dj/0xatktSHSdA/V6Uiq+JBSSBkQTxDkjqQ48YHVpeoC6dg+UiX2wTgSwUFBYUQRqNSCc3rXiMo2v+zJmTzhIDmoGRBzHI1ofAxHJlsqmQc+MTXbZlTZysIfCCo+3uYGcnVo5yYJt6QFsmlGHhl7CC028TMwzFkAlDO/xihdL1yB8YGX9Z1JWQRWka2RKZqAgPiLqIHEN/PhAxtJe4EW0GLPb1o35YCiD3T8VCWfTWGWxXsEhx8SnCX4gFQ5EEmsJqErSjdBURqBWmpERLvvAQFIIVo2jcjrARxxyVXKvf/AdWdXsVtRNS6Ty6HgRpE+AHT9RHMrTbpkqcZktZSVAKcZEEajIwRk7eqQ3aygqrEoLHqxcHzEdiyuSQtPoPcyW1NOGhhYvrZ2WxUl0a7ujVy4cgzQRu3aezz6JmMo/CoMr6HwMabQWwCSsJUCVAJLHjq3SGLJF7XuFaYu3JtKUns55xJyC9QOfEc8xzhhICpqBmACs+w9zHOLQln5VEM9w3o6QSQHARzZNBXKhNdag6R5fjfCxS8yCBocwqn8RGokn9+sB9pLyVIVLmhSUy0JSVg5KJahHxE5MK+8Ld7bfzZivuEIlIyqMSjzOngB4mJofDsmRXFoYoNjrPvOTZ6zyRjfCwJKsOYDddeUCLR/UEKpZpdMnmZ/4g/OFe2GZOnSitRWrAEkmgo1ABQByTprG1isYQJiXBbnq4FX1r7R9Bj8O8WFQi9xsYJIYbhvKfPmkzpj1cJO6EgHLCCPMxrbL1lLTa5U9TAzfuyW70sAAtwxS8+ZifZWT3lEFgWcihZq5jWuUc9kWlKpkxZB3pimy+PE2nOKkm0Pa2SN1rwyFFQopQSADnhKlF4qXMmZiIDJTh3iQSACXds9RR4IT7NikpSguaqwkbxyBwhyOPAxZs0zs7MtSxvTHZxXvNwozekGmqBLdxzUiRNTTEkBOJyCyzgYjLic9NKwqXrMM0kjGtqFWYYU0Sw9YYZ6j9imrJCscxLkBqFIVqAXc/wDdENiT91L03QfSF5cvlRToFz0qwVs8rDMMwAvJSJjDUhQAFcqF4eb9tfbKIQ+EhgMsVM6QvTZBAmLSkDH2aeZOIv6MIYrmsxXNQOBcjCMhWvDhEniMtqMkuf5+RU3wwVPmYJKsqKIHk5bo/qIG3XLV2ICQ5WigBqXUcXMHMwwbcXTgATKSAJhNA7JJIxE8AwHsOEDjfCbCkdhKC1lVSs6AOwSMhU1J8OF7zR2S5ZQnatBOxbN2ns0YTKbCOdWrUUzeMiGVOnzAFqUxVUhCJeEchiQTTmTGQGqQOp9wVtFaRMTjADjvcxoYCptBxsaACg9Xhnl7B2gOO2QUtkcWbV0iMf0/tJLqXKyzxKq3+3hCpKD6ifl7gFC+FVGo5cIarkvg4kTVggglK3HeSaE8+Lco9sWxc5JcmXXMgk4RowYOXaPbXsxa8BCeyJVRRKqgcsQp1hThGUXF9TG0OtssUsoxnRJA5VzJ14eMK94yrPNkmSn/AFAXCq+LaGlKcYI3fY7UmQkKUcQopGIKSoZHPilvF+MKgstqlgqnhSR8IUpIc5lmNdInxvJFPWrr+4D7myZWAYVODli5UoePX3hi2aGGUtZSEuCAAXoHqTqSdeQgHKtAXRQy11r7hoOpmsjBwQzeUG5xlTFuRXvKWheIKDgsfJ8ucKVnkdhOSt3AV4lOR9CYbQXVTgfAGAF62cgilP5gnJoFM121kiQuVNQtScQLhCsOTMoUzLjy5wO/4Yq0KRMWtVQBUOo1Oj51aKNpmtO31ndUkpCjQBwpg+QxE05w7WC9kShLUqWjFMVicmoSTmA1Ad5unSHSaglLqP4iiltDYBJwID0QkV6D2qPCFm8qFHMv5PDpft5S7SomWxCQkE8cWL0FKwj33NrL5A+5iTArnQEVuVJsysMFnQsuJlFBh5BnPEnN4X7BZVTVMlqAqrTL5mD9kWMD4iVPV8wzMDp5RTlgtIbjsaWpBSWJ0ccCImu4TFIwy2cTNdAU1IDjURuLMqcUigSnNVHocvGv7aLKpgkFfZuknAEEO4UoqS76MH8ucJ2W3J0VQY2zUhU9clQChLCSAVMXAIBFRUDnqYUpd2gKCgVAEuAoVrx5UiztlOxW6a4U6QgAuzukEl/FvCJrFaAVZu1AXyOY40g0pRxx09V+RqlW4xKsJD9kApWH8eEAkB1AHvCrdYDoQtOLECCWUcQYkdOFRXlBKx3wVYETJYAKQHIIdjxABaj58I8vS8FJQUKDEugOTQBg+E4iTxyy1hmObWxqTvYK3IsfZlrAdRQpyzVIf8I4cY59LsCuyJFGWQcgMXdAd6VBboeEOM28kypW8sYSyTk1SMsRzzNBpGWG7JVoChJdAAYHDuA1I7yjV1GoGTZQ5ZOg7I6Yp3jZFpAUHwhIQDo+teusHbPd1pmFCZcrcwAGYspSzjvB666A5Q43Ps4iWgYz2quJy001AajwWEvXXj9IKSUkIcrEyVsPikS5c60LGAlRMvMkkmilgkCv4Yv2e4JEpCUiWFABhjUoqPgCAYZJ0vQBz4+Z4mNBZ0jMPo51/SNktWzAk2xbMgfBKSkcRLTTxIPGKUuTMSuqzhOrqhvVZgvvOEjJIbzI+UYUSwGAroWc/wAx3lx6mae5BdcnAHOXMGvgfnTnFC3WCzzpiR2EsrJYFsn6RLbZxyJ+sId8bZISVIkYiS6VTadCEDhpi8uMdKuiNTfCCd57V9lNXLkECUg4E/dE90MS44lz4xkJCJZUMQFDGQr5u35D37DtaNvUILdis9FJ+cYf6gyh/wAqZ5p+ZjnFstRVMyAPvEKZwJZRCQ/NhzoCW6Q14kG8MTrNj25lrD9jaMLtiwApccwqCUrauzGhmYDwWFJPqIX9grNMTKXLW3ZL35c1EyWpDsxyU9QBo4IrBmVc0gpKZ6UTK8ST1H4T0iGeVRm4tbfUTPQnRbRtPZlFITOSSs4UsDU8HaAl/WmVaUBY7QEZEpanQtFezXLZ5E1SpZUS+7jD4eQOp5mNb2WsBsJYllHMdcQoIly+IetRxr7ipNX8oJkkpmS5aEqZSxiKmyd6YT7w0WhDKbi49AYD3FZxMtIImoUQFLwpUCWZtDlUekG717yiNGI+cNSTVgSKsiYAsuH+Fhrw8GMeWhAJUDw4eESS5rKxABsOvXMc9IqTZxauZcx0m9gSO0SLOqyTUTJaTOQxllgFkrKUpZQ3iArNJLVEUL12StFlRNnr3whSClYNMJJSpJGYUFFDaEFXhraJwRPkKUMQEwKPRBB92h4TtNZp5MiZksNvd0vo+b0fLSKcUrjTKMcttznt23oJ01ZwBBUioBoVJriHDdeh+cAb5/1ByEOt+bMSbFOJkYhjQ5SovhqRQmrFtSYS76S5DGv8x0IxWZ6Qopati/s/OwYh2ZVkcQ9ndm6iLZBBUSGxKKm4UAgfc13zEntFKUn8oPep6CCU5bx2SSuludNrgsWK1pQGJAJNH1Zo8umz9pOmAqJcpLqDhwzpHAV8H1gVae0lspQThByIHAsH0OvhBjY0AT0gF3FTxJAJhc4aYt9TkqNNoECZaJpQtlhbOHbdLMRrlFCzqMtRUp8SlM4TQiumWLVuESm0/eLUahSlqGlHKjXpDRc+0MmXLMsy6KO8V1B8k6dIbCWmKizNVcnl32fHLCpZSoUBBFR1ANIs2yxGYsBZCQ2TYnVhoTwA/dKResVskJDSkJSCXISUkPm+TvAu+pxY4EEk0SQSwc6pFGBrHaXyiuOWGj3K94XIqYnCZ2IIU7pTrqMTCmEmtc2houpATLRLQKUHQcPlEl0zAizpQRjUwSAwcqJz9zz6xeu+xlLnWp9SlI9CY7d7Es5ym7LUvXgKeOsS4aamJESUhIBNWdqVOZzpHgWofgbk/u8VJUglsaIeoBA9/pGsuRhqVE+XvnEpn9IgmTSdIy6MtIitFoED59uSASohIGZoB5xBelqRKQqYtYQgZqJzPAaqVyHtCLtBfKF4QXYh0pNa5YlAa6AdTlmL1ApOW4c2hUqdLKLOQ6uJYlLVwk0H8wg2i5jLQrtEKSsZOpIDVDAO5NHevTWCV2qYvVs6hqeMFrTaBLG/ugjM8PmIBTdbLdBJ6RPn2xMs4AHwgD0D+sZBmeoKUSEFQJzAoeeUZBrxcew7zUGTsBKUXM2Y/LD7EGNZv9OpJ7s2YD/tL+givaf6gJSWFnnU44R8zG3/AM9Glnm+JSPnA/qiqzBy6dnTZ5eFMwrAfRmcvxiZSCM4ADb4jKSX5rH/AKwauO/5dr3cPZzv/rOShxSdemfWI8uGabk0Kniyepo9CK1cjj9YKWOytUB/HSIkyCDTyg/Z0DCKN7QqNdeBCAtlu2XKmqmIlpStQKSQGJBIOQoTTPOI7VZy75g0PEPr4EQatEoVIiv+yI22+Ga22KX2XfwklhVs2LinSJkyACVLZm8GZ3/fGGQ2RBLkCozBY+f1gdeWz3bDCicEAd4KD9HIZoHkzkWp1gNpTjlkApJCQaYgcJJfTIQJvbskzVJchTOARhPLM+GdYaDKmWRJSqWVpFcctz5hsTcwDAe9p8q04cQAV3QsKrWoGX8c4pUE+BsUQWO+lTwETVYlJSyCcykaE6kEltWirZpSe2LgFQFH0qXMayNnStQ7KcgFOaZjpPNiAQfTLKPLLKImqx5pYUU9WINQWNI7LBK5XyMddC5aVQEt94BLjCFgNidQoNQ2b84J3raMCFK4Cg56QnWOTiJxglRq+LVXEc89IPwuNVqZuKCe7Cy5uMoS5YCgFQHq7ku7YRlRoP7MLwz0aMD7awKs1mDksBkAOQAA9ni7KDOrUkgdNfp5x2SmqMlInTRSXALtiGYPLmIs26QuX/pKKKAijpZmyOZ0ia7bPiBPQQQtVm7RHZghKxvSlcFfhfgrI+B0hMpuM76C1Npi1YLQtMzFNZSQ5YBnLFsubUfKHHZ2wrmh1mhyHAdc4Qp9onZKX4EJf2gtYL7tEqUZi5qiFAploZIc6rydhkOb8IfJVuhjWp7HSrpmyZK5pJUsyk4siw5vlSrDM1oaRlov5S0jsUCupJApoxYk9fKOPL2gtGEo7RkKLlLJ8Ks5yGZ0i5ddvtYJXLQ6SN4qS0s8yXCX8YGfmqNQaNlxSOxWW8gtLqUcQ7yWBIPgMuEeLvBLsyzzb9mOUI2inBQJSkKFAUqNOIoSCOWUb23aW0qbDNWjjRJB6boI9Y3HPK0lJV7/AM/0BcmdRVbU1ZqVJJy+kJF/7fBJKJUtcxQoFKBSh+Q7yvTrC1ardNWgPNmLmA/ErdbkCGSdeEUJUhRUVKBxH4iQRxNQWh625GRS6m9rvmZOZc51KFGIZI6DID5iPbKtC+AWOOZ8cjSK1uCitMtYAAZwku5ORzzbRxrBS77tTIQC2F14u0UwUye8E4SUsw/E5MY6q3yHWxBaipBIKNMwD6wTWtYCSndC2ExK0hdCxYYi0VVM5JWnEouUrJCa5AH8XMOM+psIkJQyimnxBJdtcxTnHfQEYbOqQUjEopPAJQRyYqLs3GMhQVeqnoUNo508YyBp+xxUmzCFsX48v1iVMvEreIAOpDn9K0eK9298EpmMDqk5Uyo0PYITLlpKqh1KwhOJzklJbdDZkVL6Rj2d9eBynTuTFBNinEELkrwigWE1cUZzpWLtlk4ZfZqHfzQXckVSQx+WmfBktybRMwIloIlqqWUMKOLucSlHy94q/wDBJoxOhSg2aimrlmoXYVLw69SHxlGuSe7b2UkhBBWBqpTqAc/FwA4+cNlltGJLpU4di4yIzHrAe4bslFRM5aQEnJxvqocMtDYlCrOQ2gBzBC9LyRiYMhqBKWKiPw4lbqKsWDmjmI8uFPdcicuCGT08llcx848WNRSBcu90qm9mULSSnEkkBlCr5aBs6ZiLRUf4iJ3F7rc83JCUHUkWQKuPEcYlEscH9/D6RXQsuzjrR4sDLP0jnKwCdOHRm5fMfOAV97KSZqitICJpFSBRX6wYQMKsWRI11/WPZoBTiHddlD8J49IOOWg0zml8bNLG9mRqDU+BqW5tC9KklE4JBB3sGId1TGrHxHmI6lfdlLY0kgjP/wBuoyMJ0y/JKET5SkEqMwKAFAleAhSgrQ4h5vFWGTm3Fjccm9mQKsuJYSpsLEqKg4SAHUrqACW5RDaLCJqRaQAmSF9jKSc1MlRfoCA51UVNQRLZ7HMta5clBorEpa2bCkYS3+VOo4QZvdaVol2UPL7FK8KWfEsLCEJz/CCXOQLmCitMaHNaVSFpYIDgas+jnIdeUekMQHcCn1PnFpdiwhKlFOIOpgXp3Ut8JrVwTlGS7M5HExid7CJc0GbrQyU8y8Wp8p+lR7Qfu+4wGrkn2AiS1XQEpIHAn2f3hWTG2rFtPkUF3TL3p82qTkhNCpetRWprTjBJN32eVLEy1CXiIyVkkAUQhOoA5VLxrbZiZMsTSMSpajgScnXkSNWwnzhFt1pXMUVTCSo6k/tukNwJtJsbF2hgt21EtO7ZZEtH5yhIPgAKeJPSF23W+bNLzFlR0c0HQZCIlg8P35RpvPlX98ooSDRshR6xOgk8fWNJalcB+/CLkmUTpBHEQS2ojJidRnyeLhlcvLSPZdhUtQSgEklgAM404isGJS2xF1Zqq/XEK+sHp1x2iWBMlK7eR3lyjvEEVfDqHqcOHpBO6NnjLFVjEc930yhlu+V2bHEP8f1jNJqbORoQVE7hCS6gE1CKkDcBJZyRkDURYuO0FMxKN2pG8e6N4B8qgGH/AGiuGWvFOklMuYxUuhwEAEklu6fzV5iEWZZxMKVITiKTRTluHiIx9gmya3SZ0uYtGFFFFmSGbMEcmaMiay7cIlJEt8WCjsrj0yGXhGRNrzrby7+5ly7DVZbsQnRJ6j6RcQhAySI5/bNvG3UIIJLDEDXnw984HHaqfMbeYHmwDufhTwEUVPojljk+h1VKhx8hG4UPhc8jHObDewSAZxmKOIHdWpIKQzioJrxESTbymrnqWi0okyMwjFjVT4fvHJJ1L+GQgU31OWN8WNW1YSqzzCaFKS2tTQCnOErZWxLUUplJ35ZcurIHUINfLKnGC1psapqQlVplqCmUClBZIP4gC5bwzHhKnZ6VhKEsV5pUCy6kOrdOTOG9Y7UupThwzTIrXealYLQFBJlTMC2SpQSlRCFOVBjvAGmmWTxXkX0uQs9mQuViLJLsz0w6ikEJxSuymXQYQRMBIcrLgM+YYJILZdYFLmS5iJYSwIQEka4g+J6l6uXpQwnLFTXBufHrW31HG7b+kzQHOAmjK4nR/wCILIkINQzHUH9iOYizKTk7fuvURXuq8F2S0AofCkKOBzhO4oVAoWd8tBEscKk6TPO8q+DrsuSkcfP6xvl3QOBc5iOZS9p7ctP3YxFyX7MHiWoOGmdIvWTaa1KRKmtLwTF4AyakhyoCubCBfhpPqjVgl0HSfLdJSSzZHOjGOP3zZVCZMUUkZFR0dyH84bb62ntsjAprOqXMcJILqSRmlSQt0q8GhRvO8plqYqO9XEz4c3BZ9BTwirw+KeKVvgOGKUHuF9ib17GYQylAhmTmScgOeIesSotSplonzFgBKUlcwJyoyUoB/MrCH1AMArFMWlaVSgrDLIKlhJOE6KUQGHJ4is1rWgr/ADOlQNQQC2XEFyDxirRqlYyuoXsM0rClKzK8/B29YP3DZ8c9HAbx8KwAugOhI44j6t8oetk7Fumbx3R4Z/LyhL3myeXqYyWWbo1Xb9+UezpzghqYT60HtHkkOS2b+VD6RoqZ3myyHQU9TAzlToxsVNpUAy5gbn5LA9iYSzLh72iknAoj8K6dASPNhCbZpalMya/vjHY3yvc6HBWEluXI5RsJI1EWggn+YnsdhKyXUEtx/besNG6JVdA8SBE0rNmNNY9nE4sMsY+bMP4gndl24lDEK+nlG6gbI7DYJk2qdO8ScuhavSG66LFLlBwHXqo/LhHltk4JITJ3phUmgKQAkKBVXoGbnGgsc8ihPiTGOTs0tWm0DUgdSBFD/iyEVJKg7MMvM/rAG+LstoJwJUx1SoKfwNR6wCRaJ0tQ7WXMGi3SpDnJ3aDq0ElYz39tGZssoSQmW+8mXVSv7iPakLlhkhBxd0KoUqbDUM5SfeBV521AVvdo5ycgn3qOFYls92rAExqljmym4ZQTjaDrYkFySzXtUDlw4jOMj3/hJVvbiX0Ir6UjI3Uu52pdyjN2cAIKV5F6ivnGn2Qy8WaUkuGBYDhSuvpBaVaD+zFhBCqGN1MPWwXYpKpoOLdTopRZ+g1gdaJOH6jKDlqudCqihit9lKSkFK1BmIS1eBFKeRjtugW0mDrNbFoBwqI0gxYL9KUBCRiU+4FByFHV9fFmgNNlCuFxWgPX0MQ4WjnFM2M5Q2Ge2Tik4phxqUwUQdBrQZvTwMaosqQmZMTNQMKgwBJYl2G6/A5/OAKbWclVApXhwhl2fSiYlKQSXdE1JqzHEhYBoagA1050VJaFYWtJWQypPaJxTZiUvwIxNxqzDOp4mKd1rlCekTD9ziLkfgJIPh+sH72uuWCcM/CojCkzMNOBYM2upzgGu4kykg/aJRozhTlqnuhy9YDzIy4YqWSD4GW5r5X2SuxUsSUrZGNixSxopgoZ5O/SsArPY5n2xEsP2alGcAGbEUlLsqgYnyaIbptwlKEqWMSFFiVPmdQkFm1q8HrRZZqZ1nXMScKscoJG6HKCrMJ5PrlpBcMrhKEoppb2D9r7HLQgFKcK1zQVEYd4BC3dg7gl+FekDUF1SwUsmYpS6vUBQJFGLVCfAxe2ls4UuSlAOJThsT/hCRyzyaL9rs6Da5aQwEiQAaA94kCgOe6pRBPxQPJkoasjXTYoX7ewFl7GWGC1AEAt3S+WlUgN9YA2pLgL4hieeXyeDN9SHtCDM/00pcd2qiHajUyr+WBi7QpKnlskBWJIICqkMe8CCOsHB9ifLpUnQVuBToSNQT7v846bs8gJSqS/dqOYNSfP3jnGyiDMmqYjEkFYSzYvxMwYM4pTOkPtyylVnAuE4gRwDUhE3WSiGXrCRmlONswADyrn5F40koJKU+J6D9Y0nTAStX5QlQ5hYIPRi/nFmzKQyllQAJCE10FKdSfaEyWrKvYF8lW9LOMDliwKuRqG8ISrPIkqSFIWXCSpSVJG6zPR8iTTPrSH22zEMUqGIaDKlX5sG8HjmtvZM7s5DLmBTbpcODUudAeteMFJJviw4oKqkVSlUspLDRxva4urBjUUrFqyXFNUk9kUYDQh94nVyatnSA983lMTKpLMyYXClqUcKOYQGrzOTRe2TvtWEApFO8qgxOS1OI9YXCM7tP5e1jZPbZ7Bqx7MqRVZDnQe3SC0qxJFAPnE1ltSV5V+UWwTxhjk+orkrJkNkD5fSJMB4GJgTl+/5jx+XvBI2jRCOUbBD6PGwHTzjcKbT1g1MJFWfd8pVJklKh+ZAI9RFFWyVmIIljs3qySw/wATQdA0HPtBZiDGnaDnD45F3DTRFdt2yJMpMsyErKRVSgHJJcmo4nLSMif7RzMZB64BXE4LZLwkJU03G35GfLmQBwzJh8uu9brloxJHarIYImAu/Nxh8o5Ym1qSgoASEngA4YvQiIZiicyT1MH5asa0joN42wTFEhCEcAgMP1iioOIWLBb5kvmOBPtwg1Z7zQvVjwP1jtNANUa2yzuKdch84o9kFKYZNU6v7NByawDnw4mB0wvC3LsY57UeWO0IkuRLClcV1A6ACnnFmZfM5QYEIH5RX6xVCIzs9YU4Rbt7imk+TSudeb/vOPJqaxMlNDG6ZBOQJPIR10zrKSFFCgpPeGXWLlqvpaxLUFEFCwqpchTEDM6AxRveSZeE1CkqqnIigILeMRzbSCnEGejnI0UD0NR1hlakUQb00ErGnFNDrCWrjOgSMRMZ9uCrRNmj/TUt2chwkAJfWgAPWAc60lT/ALck/WGVF5y5V2pk4HmzAQmgchai5focI6iF+W0qDhF096IbHP7WTMWr4N7DwQWAY6lzFQykkOkvDLfNi7Gyos6GcAmcRXEpSg9eG4ktoGFYTJcwodo6FNuhEo02h2/pjZgq2KDt9ytuuJDeEPsmzFCVpS4d19KUB55xzr+nd4BFsST8aSjoSUq/8fWOiTrauXi7JILGpLvlw11heek02JyIpzVTAtSVNQoIV+IFJIBbPUesST7WlOFKRQb2LCHBD5J5nX0iMWiYtbrKQxfFhA3cLs2VHbxivZphWVEO6yyeSQfaJJTTlsKb32Nb2vBS0LKAQz1OmINw/bxyqWmbMmYEYitRCWSS5yIHSOuWizsggl8TivQ1y4D1EIVhny5BUsDHONEg92WBuknVzwGnWKoNq9hkGXTbjJKZVqUla2qtG8pI0C9FltRUDVWUXV3BMUgTLIpC0kuQhWfGhYuPwt9IWAntJilLNTV+sMNithsqRhUyiHGbeIhOSDv9Pn+wai5OkGVXguVLCGZahQBqc6VBOgi/cd941GVMIxgO4yUNfEawt3leiJ++kYZ1DMCWwqbJYJ1GvI6sYFTJuEpmhZExG+k1YMD5g68YelrjuqZX5C0V1OrhehjfFofA8YEXJeaLVJE2WQFZLQ/dVy5HMfzF6XaOOUB6XTIWnF0ySYkpqA41EbpINRGdr5RFgYuPKD2ZpJ6RhVzjHeNVJ4UMdpRx7WMiIrGo9I9jtLOOGq2dnFsId9Rl7Rta9npslOJZQ391fItFaXOAB7JagQ7glj5ih9Dyj3Cte8oqUeZJNG+usW1Jcst8prqVDLgnd11ntEIwhc6YWRLOQ/MvkBVuAjcrEgZBUzNjkkZ9cXSH7+nFxBKDa5ifvJj4M91BzNa73sBxMdbf0BkqVlqVs3KCQlQxqFCs0Kla5ZDloGEer2Vs5PdIAzOI1PAQwYATFe0zBl8I4a/pzhDVErAKdmrPipjYZjF82z08Yuytm7MCfunZINSo8eJi5ZSaPqXp/wBI9X8RFmWnvvwHzaMS2OKFmsyAAEpSA5NABSA+0V7diAEN2iyyATQczy+sGpoZwNAE/MxyC+7x7e0LmO6Xwo/tDgedT4wvHDVI6EdTIbTPUVlUypJZTsXJ6c4FzTUpB3Xp+/SLoGmkVp0oBNBUVfiIuRVE2sKhjzYJBV4hJKf+pou2eaRaZRmuOzCVBLM2EAyxXIOyvEnMwPsaA4JO6VJB6Eh/RzBKwHtDMmrriU7akCg6AZPygZINLoOdqtwng5YmqBllyhQt0pldfrFqyXgiWrdJw/hzI8cm8YvX5YlYBNbcxYQeZBPtEsY6JfUnyVrtAa7bSZcyWsfCoE+bH0jsaLQkqcF0qr5h44thz5R0HZW2dpIwvvIYc2Lg/LzMD4lXEVlVoL2rGfu1EApOEniEihrybygvYJYSgr47qB8/nA+WVrUAeG+aZJAHygtZiFKxAMhI3X8nPExDB/P+P57CepLPseIAAswy01FY4zfk/Ba5jAgYiG5PHU9pb0XITugAr+I6BgwHOrxyu12kLWUKqElknUcQ/B36eJj0IVyNiW1zglLpqVZfWLVklGdhxLIUAKEUKePWN7kuRM1KlLUQiTVQ4pLvUZMRXkdIaZV3WeYQqUpKV5Ag7uRodAOdDlnAqohwnpdoV5gSlZwl1AsCQTXknV65mN5diUXMxLJZiVEB+TNTo79Y2kyFyrSpK0MQ5Y88m89IuzJ2EgrIercc8gACBXRLQ+G6L8U9atmXIlcialUt27qkfiHBs31Bo3PVxVNoSASNW4/XlCvZbXiVhCMNM8Va0OQofF6w0XeaBIASBoBlCMrjLYj8TKDarkpSb63mUhaeZBb2pBaXOBDjXyMZOXiVhBo1fHL2941SBkTlRmrCuHsTkyTHuKIUhTOxI9WjYL4QSdmm2KPYiK+XpGRts04XdF0pmqUHAUzgHI8v0gubMJKdxsWXAJJFS3GkbqsolspKQVnugFgkfiOUXtpF4ZNmtMvdMxJSthXtEHDQmocu3QRVKTlNLoy67fsC7qupU2aAoEpd1qbIcK6n5x16WrChIFCQGHADLwhB2Ku5SRjX3phxGrkJFEiupLk+HCHitQMzmeHIRspW3QjLO3XY3BLc4qK3lNmNegz+j84nnGjDIevKKZLEcVFvAH6+0Ke7Esnkzd4f3O/SpblpEyZveOqjSKqyEqHifSNrNMCV7xASE4lE5ACpJ5Ae0ZexgF29vL7NZcAP3s90jiE/8xXkcI5kcI5UgQV2ovk2y0qm1CBuyxwQCW8S5UeZirZLKpaglIcksIdFKKHxWlEKBGT5TpLB6FvKGtGyKnDzEsdWP1i2jZNADqmEhjkAKgeMC8sUD5iTEq77qAlGbPJ7OjJBYqOQroIgm2lwyQEp/CPmcz4xte1pU+A5JyI1GjxDIklnNHDgnWrU4/pD1vux273PEKrDsLzE675UhRTjQssxDlIBzGYIxAcw3AsrmyoSpIM1OE94pBU3hT5xloAQpJlrxjMFiDTQgwucVMCSssLQ0XLivBUmclSWNQClVUnrHloCVjEjJga6O9PMHyiubOtJSooUAVBiUkAl6VIhTpqmL9jr91TEzkklJQgsVDFXiEuNMz/ETW22MwFACCgj4q68gQYV7imrd8klwaUIHuHaCk1bnxz1MeRPPpWlLcndgjbu8E9nLAWMTl0uCcqFuDvnHOFuC8dPtNjSrNOIahQSfeBNs2ckTMgZauIy/wAcm6NDsHjMcVplYyEkitsFfARPCVGiklBfUHLyIHhDRYLlEidMWkgoNZbVYE1Hhl0jnV53NOspCiHQ9Jie748D19YtXVea0EGWSOI+EsxL82fyi6LUlcXaDUb4Oi2tCF4SsOE5FOYHI6oOqD4NCzeyVypgCwATVKkjvJFCxIcNR00IPKDV33ombKxBn1HA/urxXvGYpt9lIJBIIBDgMDSoLUcaRknpNWRxVHtx3fKVZh2RwzJZIUCcwSVAu7vXODdjJwOTqHyDUck1yyhWu21SZUwqwlSSkjC9Qc3fUUyhnsl7gpCkoWHGRSnCR4nhwaEyuUrSF6XJ2izKCkqKmxBTOcQ55Uy+kXZctJqUKfiw9xHiAhYfCwNXDg+POISlSXaodnJPH3jE13MLqkCg0caxFbJKQCosls1DIAaqOTc4r/akipUCdag69YUb2t021z1yjOAkSiKAMFLzAICnJTm70IDCH44ah2PE5K+geTfCNFgjQ1qNDlGQrq3N3vNr68T7xkTSyqMmgJRabVCfeSz2qKmpU9fzGGQB7tsj6GaR/wDoqMjIunxH6/4ZZL0oY7gFE/2j2EHE9w/2/KMjIGHBGaTflFaZ8H+3/wAYyMjeoJ5eH+p4QE2yWRY7SQSO6PAzUAjoxaMjID+pfU1epHMZUNexaR2p/sPuI8jIdk4Gz4HJQ/7h7CNLd/pTP7fkYyMiSXJOclvofeDp84v3qgB2ADKmANoBMUAOgFBGRkXr+kvh6AaRSNYyMhjMHH+maAq1MoAgJdiHqMj1EdUtaAoKCgCCDQ1GUZGR8z8U/f8AsiWfqEvZ60LXPtONSlYEJSnEScKcat0PkKCg4CDEwZ9IyMjfG/uv7fgzJ6mV7SojIt/MRqLkPHsZEgosSEguCHBDEHI+Ec2lSx2s0MGExLBsvvkppwoSOhMexkeh8P5l9huH1DRskgCUGAG8dOQ+p84NWkZ9IyMi3L62bl9bE9Hx/wBw/wC4QYl2uYAGWsdFH6xkZDvD8sp8N1DWzlrmKmKClrUAksConUcTBm95h+zkuXGRf8qvpGRkJyL9f7AZv3RJm3lOr97M/wA1fWAdzWhaZG6pQdaiWJDl8zxMZGR6JdkCmInMmMjIyPGy+uX1ZBLln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036" name="AutoShape 4" descr="data:image/jpeg;base64,/9j/4AAQSkZJRgABAQAAAQABAAD/2wCEAAkGBxQTEhUUExQWFBUXGBwbGBcXGBkdHxkeHBwYHRoXGCAcHCggGRwlHBgYITEhJSkrLi8uHR81ODMsNygtLisBCgoKDg0OGxAQGywmICQsLDQvLCwvLDQsLCwsLCw0LDQ0LCwsLCwsLCwsLCwsLCwsLCwsLCwsLCwsLCwsLCwsLP/AABEIAO4A1AMBIgACEQEDEQH/xAAcAAACAgMBAQAAAAAAAAAAAAAEBQMGAAECBwj/xABAEAABAgQEAwUGBAUDAwUAAAABAhEAAyExBBJBUQVhcRMigZGhBjKxwdHwFEJi4SNScqLxB4KSFUOyFjNTwtL/xAAZAQADAQEBAAAAAAAAAAAAAAABAgMEAAX/xAAtEQACAgICAQQBAgUFAAAAAAAAAQIRAyESMQQTIkFRYTJxgZGhsfEUQmLR4f/aAAwDAQACEQMRAD8Ari8SpLqAlrJFdfN6vT0gmaglKHyppUBhmfUV+/GFqZKQGKrtyGjNEs2Sh3DUrmzVOnLawjG2LLfQeWQO6Mxu3SDPY/jP4aeSt+zmjJMP8puFNcsediYrs2cAHA0qRTTQ6QwwCXqWAAck/WOutkWvTjXdnp2NSQWOtjodj+8LZ2EDsPWK77O+2SEn8PiS8ok5JlzLc0B1KPhzFnOPzyy2ZwQFIWC4UDYgihECWTivctGXJBw7IZ+AG3hpEY4eSHS9LgfOsM+BzO0UUzVBIa5F+QaGU3heVTpVX4j5iCoxmrEq1ZUzwZMz+VKhqQ1t97u0V7j3AcTIQqYU9skWWjvBI/WmpDc6c49CxGCI7wHgNOm8TYebYvlOih84eNLtFceaUTyDDqRQqctW13GoffwgbGYiXLQCC6iT3QLVDa118o9U4xwLCYg99PZTf55dAr+oUCvQ84889qPY2fKZYCZktILrlhmr+dN0dbc4okm9M2QzRkDIZSApIcfp0662GvzeOJktLe8HqSkkuPRnI3PxgVMvKCO1SSSwYtnHMjw1iSUgJbujqrXdz1hUUTs77VKatVgx1LvQs237xynDTJquzcjMwSztu5JsAKxCtQVZmSToA7tqLw54akSZYWWK1/8Atpp3QzFXQ1bcRzdCytddls4JwgEy5KKJrXUge8rqSfMiL/xHCgCSgBh2iKbBIKv/AKxX/wDTiQBK7aYoKmzHbdKUqIbzBLCkWadOBmo5JUfEskfExLRiaSbt7MUgtSJpcpk1++Ubw/uufvnEE6cwd2G5LD9oM5cQdbI583QR537W+0KJpVh5ZCkpJ7Q6KIHug6gctekF+13tMMplyV3opYev6UnQc4oeCmh1JapZiNGf4v6Qii6tnQj8sIlAzEshIScwAygB6XLXMNeHcCIIMx1fKG2HEteIkdllKWL5DYhK3BaxFKRY1YfUgBopijHf7hYNw3DUAADcwxES8T4elctaSKlJA6tSCcLOzkhLsLkCn7wT2db+H1MDL5Eca+2LySKbwTg08S6y2cuyiAbDQ1EZF2YbRqMi8ia+hOZ5MJQJopIS3eUrfXwGlohm4Vj3SFZrdbu2jRJLWpSDmDqCq+6ANwwPg9Iim4dgFuBpo7VG/hvGpJ3TPUVrslw2EKkqcpSGuoAknQB6MTd/3iLGYqpTlfQAUSSCxVTSlB6xwFhNR3fWmmmtfWO8QlTJUsXtVnA2FGBfTntB+QNLlbA5MtKkqKykEA5SBUUNedhFg9juOpQfw84/wSQUqP8A2lm/+xRvtfcwgnTnsmviQG663iaSlMsBSWJc90gta/O/pDvaphlBSVM9WGDUgkDy+9I2ntEKdn3it+x/tH3RImqdmEpaiATQfwyHdq90+G0XFKsyXTpGTgovR5c8bg6OpeJSvkecRTcHqLRIvCBaQWDjaIZE1cs1BIh/Va/ULf2QTsODRXgflAqgpBuza/I8oc5kqqPEbRzPw1K1iqakrQaspvEvZiRPJUB2U2/dAyE7lOj7jyMU3jEnsDkmysq6MCuir1SWYg8tvP1JcsAhJp/KTdJ2eN4rCSp8sysQgKAeoopD0zoOnMWhlK9SK48zWpHjWGlkr/MtAIzNT/a7lhz9IZTiCAZhZaqgBJYAAMkcmIhp7Q8ImYSYmXLZUogqSsXUAO840Io45g2hWcSoFkjOU3Idsra6s+8GV2aube0Wr2G44MgklgtSiUL20yHrcAXePQODrclarJS3z+Yjw2fLnTVZglQNDmUwSlgMpDlrVrvHp87jKxhkIygTJgBWpJpZI7utWMRnFwmpfZnyRXLl/QN4j7QEEhJc6JFk9d4o/EsVNXMKlzFKelTQDkLDeGWHl38YjxGFcxyxKKvt/ZKyoY/ErS4UCVOQ1SPOgDvHEmSpMxKQxcu41NaNezF+cWKbwQz1jKQH94keRA1OnhDzh3AEygyA25NzzMU5WirypIS4XgZKGWoodZV3Syjaji0WfBjuhJzlI5lR81kxOmQlPMx2cx3+EStLozym2O+HolKSEpUpB/lIA9avHa8HT3j6fSEImtcnzjniPtB+HlGaXWkEAgXJNgnmduURyQUtpbCneqHRwP61en0jUKcJ7Uy5iEryTkP+VUpTj/iCIyJV/wAWdR50mqQoJIKySe8k/qU4YVb4ViPFS3SUgNUFLnzrazxKmWy3CRQfAVFGfWOpy85qUoOiQlg23rG6/o9VRI1ysoPeYggoKRawIBB7rFhWpjlcoqdeY5UsaKcpckJHVw3JxEa0OC/8uody5LpI3pUbAWiVJKO+kOpiC/SoNGLuPLrHOzqdfk1JwdHKg7kZVGobd6D9o7VlQC8sHYnNR6aENrB3B5AnZ5YBSpTFBL3D90/1OfFoCnhJdyRlcB9S4DN4+kdeyiWtnYw0u+ZiAGSUqsw3apd6U5xaPZr2iynKtTaJmKcJOwWSGerP57mpqVnJUtRJzGzAkal2YBnH+I1NxBWAhKSlIq7qqALF6PU6bQrhy7/wJPHzjxl/g9kwqyp3GRQ03iVXOh8xHmfAfamdJUy0FcmyRmdSGDd0n3hyV4ER6PhMcial0nMNx9+opA40qZ52TDKHZBMw7uzeFHjWBxjEomUOj6xOsC4iCeHDEPzIqOhiFNO4kOjSpYWClV9D8DC+eg5X/Mmhp6xOpaklJNQNfrBBliY7bMT6g/KKRnzVPs67Krx7HgS0JqCZndIDmqVZmHgPKKrPnJCED3Ja9Et7qTVJbqq0N/aVRzJlkHIrMKEA5qABLm5BI8YTzpiitBVKTKQgAAkgZQzd5hV2I3PWHim0mzVii+KFM9cydNQyjkWsAAtRLgb83j0rBysyATdg3yHlFL4fhT27haFJYlIT1YaVAcVePRMNIan8oHwgyVyX4O8jVRRHIwgzmlL+bxDjsMxtDMpYp5keVI5x8t0mKO2qIPoQye5Me1SD0N4cplkwnxCYxPtB2aimZLISGZQWkZgwqAojffeJ/IvFvodjDnp0jlSAOsB4H2iw05QSlSsxeiknS9bQ3E5CQFOA9qevQW69DBUbO4MWzkF28/veI1SlNYt91ibE8XlSgSSVa91JP7RVeJ+2K1Ukoy/qVU+AsPWFeNLsPBlg7I84yPPZq8RMJUTMUTq5jIHBB9P8k6EpSQKrBrlsRs5AZ6+kRYVIVMq4YHnap8PkI2pZZ3ANj8h5xvComKLpSpamIcJpVxcgua7Rbiz13pGgwarijDx12pGlIMxRZJXZyATWzUHrDSTwyckV7OUNCtjWm7h6bQPiRLCiF4hc0u4lyXATyuWhlBg5xvsf8B4TMlyVzZgKVqOVAIYgCpI5Es39MIOMSwlZUoOFqKwP1E1DtQA6bFO8X9EgIkIlgMlDJA6D1q5io+02EzSVX7qge7dj3T4VST/SImq5WYoZ281/ZVJmLdRBUEv7xYP8aClob8PxcoADIqYSQA5ABLsLn5wDg+Dpb1uxHjrXbeG2A4agF3CSGLqUHrbZy8VlKKRuafdjuZiciiiWlAKQHIIcU0JFfveAzxFRBWo4gkFyQopygVukAAaV1gLHTVIDjZ6EVBI33iaXxFSEFJcgsAMoo+nM0vfpEuUmvsSOL+P5LXwv2hKiEGWoKYNmO4cOpmPjXZ4Pl8ckk1zDcs6fEh9aRT3UwU6QFWAKXBrVgSXHTrBvEuNJly+znA5gl+6aHYGrm4qdXO0RknZPJ4+NNfn6LFN4jIILTEne/wAoiwPE0JUShSVA0IBBiqcKlGctKWlhSh3EqowHvEV1cCupjvFYQuDkyqSqigQWIdnI3a4MCWJt2nTA/Bi+mPOOcGl4haFFBXLJS4FCMzB+l4Bk+xU9QIWtADjvKJUafmYGrnQxFh1zF5Za5jBMxEwn+ghTElnDB4WTUz5SiJc1XvEVWWFSBR2A0o0Pj5W77OjgnBcUyyq4CmTMw6c6VnMfcQpICQQrVR20YUtDsoZT8h8G+kV/2amTFzkdqvOcqyDWzUuTWpi0qlxSG7f5MuW+WwPEJYdIIxSXjnEW9I3N9wEagesUJFdxyIRY9BKX8CCNtjcUaLHjxtCHGS1KKUpSSVLCQNyqgH9sTTqR0XsRcH4dnUtS1KlypPemLTcV7qEfrUaDxOkMZHtjmWrtkZUk90pchKfypIuWFH12jftDiEpy4WWQUoLrUP8AuTWZSuYA7o5A7wFwHBhc4KV7qCD1Og8w/hDRapsvaq2WTiWFBR3iQSHYU6O8Cjg8uWEOQVKqxq3XwgvieKSpyBUff28AT8SpZCndRL1vW8TbbbbM9thasbLQyUgUu41jIQYrHICiCqvQn4CNRl9bK+l/QPFjNSUpCuyloCkhgn3qh6OT01pAeI4jOEsoU4mvdIokOGF693lrDThOGeWty6kqFeRDN07vrEnaD3VJCutx0MX9WadM0yycJuM1ZWP+llQeYpa/6ifhaGnBOCFc5ATkEtBSogO5apFBemp+kOJeFkq/OqX/AHD5H1g/2YwEuVNmEKSQUgJYnqXzC7gV5w8c0fllZeTBxfEdzcL3GhHxDB91e5H+PURZp6qNyhNiNPCBOVGDlxkmihqwxAOVwmory28PusNuCcOTiJSv4ie1RQIYNQUPJy/QxxipYygAkhCiTRzWz7M5Phzgvg84CUkBKCE94ZE+8dCe9csqu4hm/aetkk6tASsHN7QBcsFQY0TmpcFXKmusQ9rLzv3wAS4CHaneYOKB93ZtYbSuIrJUqQolJUCrtSdQ/d2IKg/URnEMpIWkKSp6mjKAHuvQjq1oWIcbbfWgTD4XtpqUJWopskZVBganNWwr+bd20h4jwiUmeUDMQhsyiBVVGAZglI2/phieLBKWKSEhxaoKbm++g2iOZjZXZpCVArJzOz2YliBQVB586w3LZ3NqXuIuHyJcpRZGUKYkggE37rl2NQb+GoKkzioqUJgyyxcg94h2QnWobap2IgOUhRch1E2c5b2GhGlH8oIQghIQXSEknKzVrWov1f4QGr2zRx3oglldTYIqK+81SemkHqlAElKQAomovWrevpGpCXSUK7pIsb7EuQ7NrtHUlf8ADFzag3DeWlYX/ehXqf8AD+wRwSUe0dIcJDE0oMigB/4+UP5U71+MVJp6ZueVnarhKnFM1CmxJs9rRYcKlRALbZgNDqw2d2hVLirZ5Pkdp2iafO7xQQ3dzA7kGo8mieUDkSDYD4FoE4mgujKzgnK+tDfwekbwGJUQUzWSQ5AFHe99oeOZcqIWBYwMekA42cMOjOzzZjiXulLFKpnIlykf7oIm4jtZuVFqqUpvdSLqA1NgBuRCTj0mapS5hUA7BKBUhIoEvyHmXgKSsK1sRiXmnBSU1owDAMNdhR3MO1Y3CyU5ErzqdypI15GgIoKxW8qwUpNBNID7jMB1ZyD4Q49o8RIw8r8KEJXPBUFOCezUk++lQqc4HuF2fRmNIpv9iyxuS2C4njctzlQtSnYOwfxrC9PFphUoFAAykADQmgJJvR6BoiwIAS9ybn6coydvAqKQOMY/AvXLLxkEKI1LciY3HFC+4GeAsUypm0A2Jqx6Fm5GNYtASba0+kQywASKqCizkW2VSlH8oP4ikqTmN7KGyv5hyUGL9doz5Hx2d5mJx9wpVNdxaO5E0p5QJMQ/WDMDLzCt4zzx8zCNcJxRYDFyGb/EGqnBVQd/8GFiZdIjQSDsYK5QVLoFgHESpQWEFaQk1UCUuQ7gG+mnTqQjGJRKRLUoZBlLAp7oJZzpewuWNYkmJcklgGIoKnqwrqd6xBgsOkt2iQHq93bTlpXk3TcnGUdHtYlHJG0RibLzlKAFJvmUWY8yCcrb01jiclRKQXOV8gSpknQE6uA/KtjB0zhWY5Uo7xqSmgYNc2FXp8Yj/wCnzUVcpBqkEULs4FX1HnDxiVXtdEWMw2bK9VMAQRQZj7gp3mGWrDzs24fwMJzpQ/eUFFVCEs3cDnNoKENz0iJGYJKyAGBCVK9zNahdzrRqQZwD8QULTmlryVSpLspySxU/xS4eJy09kc1v9L6GSeDIBJFX0LNp46O4OsSK4egXSCb6j5uawtk8YL5VpKVasXAc0JcBvH1ghXEELFFgnbXoXh7j8Gefqrbs0qWhNAB0v8YXYNbZw1lfWMmzy926j6wPJfOqx1v9OsCSTog5OXbCpGIISzm5oOp2gXGcfEssSXZ2AEcz5xSgN7x92nOEErBLM5JXUmYgl9RnS48vQRl/0mN/f52JxReOMkply398MT1uR8o5xSJZw6po7pFfeLWD0dt4j4riAskwmxGOCcMtCg4JBHKhDeNIpNQUkq1Vf9Hasi4jxTs5SSnurJdbbWSkAXsVHqIpvEOLTp6srqY0CQb9d4JXxJYJOUGmp8rGz0iWV7SyyFJOHCCQQ6CK0bvOH9TFscIxSVF4xXdA2OmGYJSJRKsqSXZi4AzKL2DpJeI8LLT76yM2uZySo1UTV9fhzgFUzKMx6JG/7REgrLs5f9g8Oi1NqhgqcM41rT6xP7yglNSbbDmd4CQAmgqo6mHnAMMFEknQOT8BCcbZGSS2ADDkPQKrc6/SMi0LZy1un7+EZFeCF5sIwOHCpiUmZlBLuokhufiw2hxxGQZR7InNTUM6fkxND15wNw/DlRCZUoregJADULqc2tc89YCxE8ib36Lc/wDcSrVWodw3P5xCUOWj0skeeiGfJFCkhQNiNRBmCSwY+HKO1KSE1916MLHUaf4ESTJJSWIY7dbHyjLvH30eLmxPG/wdTl5b9PoYiXUBmcW57xtacwZyIjEoo5j7tAnte0icLFPu+0CyEIKu8cjhszEs5uWL0c2/cGYleosbiA5iatrp+8TjNx6K4sssbuI9/GSpIAllS1McpKVd5/zOaC7ACOFcZTMQE5Q4tU7M41A+kV2a5SElRZ9NN2jpM4haAmSpRSkgrVmVcq7x7xHMG4c0Zo245Kf7np4c0cn7jnEyiQlSpgaW2WWWy/qLat6ep1ieKrVIT2M0AglSphGzskAOEm3eNWsNq4vFLyKMxPfVRALsSaClH3rZtBDCQMospIBZKUhzQZidDe92bR4eeNOrNKgpbZtGCBISFqBb3Cr3i1Q5rne1WNDQ3Z4biQkozS09rNJLqWlQCAbhXdzKNGZNHFSKPDKkoZPaAkUBNDcF67xNPvkl5i1AqYHJFSQCC7gC58XuGTLcUiPAcRIBdBWpVU5nRmUdgo91LkVOlgTEUjFlS8zO4KXyqDtcgGoDg30EO5HBUZarJDnupTlexcO7DRwIAxeD7JcsBOUHMhsxNMp50vo0TyP2to8/O8dtLbCjgwEubgADlACkjtU8lOPCH+IQC/SE8+XlmP1+Bh4x4xMKBVF4CxmGzSlp1uPCsGyhaJMrF9zGPyLpSXwB6KBxhglJAfNb/bVrbtAGFQZxTlSSTZIuTsPDXaLT7QYQA5QHocvJ2L+YgXheCmy1pXIbPlUCVkAJzZWygahjU7+Eao5IuKdmiE48dsrWIQpSyCmooR/K1G5ViZJYEJZ2qfkIfq9kcQEnKUl6llFyfEAQNN4LNQKylDoH9Q8WTi/kf1IfZXDhFqLuOpMPsApSAl1BRsSH+Y6RCcNHISRDTVoE3yRZpU0tGQPIxQyprloKfPyaMiSlrsyllVhFkFCEJYgZgxOZnId0sWgnDeyswpH8MUsCoMBsABFttYfCJZeKy3BbpEo5l8mx+bJvoqy+EKQgJoVO2UGp8eVaRJj5vaBCVA9ohORXLKWD8ufzh7xLC9onMhVevw1hHiJX8MZSTMS4USzrS5NWv15Qs/c3F/P9f/SGbJ6i32J5gKS2ouI5GJDtyjU/EAit9/kYBKi8ZZR4ujG40GTVJ08QYGxJB6xuXMGvrG5qxtWA0cRnvDMNL/WOSpvvT6R2k5T9+IiKYli2lx9IClTCnTNYXDy0qzt32IBUSQH2c02pDvD8RMlIQU5iQVkOQ5VmAyV/h0ejPfWK9NpUWPoYllLSQEzAClxqQ1bnKHIjXHJy1I9LD5Sa4ZP5jJSMaaIlyZaSBVbLLbg2N9AOjvBmHwK0krmrdaQS6UIQEsHbuh9GvWJUYyeDk7kyWhikgqNCGbOxqHFFbxisXNKTLUiWAQfzKJA5UAJ1eLWb0+XTGWG4lLy1SUmtzt6Qt43M7WZIyHKM/WgDnzY+cCTcQkOlStDQAvb9zXmN45wc8qXLzX75/tLfGElpUjzvIxRxP2sfSVuE80/CBsenuKOwoesbw6rh7HMDyP7/ABjXE5v8Mg0Jenp5UPnFnL2GaIolnSMx88ISCdD5naMXPSkO9tT8oQ8SnmYoAghtHjNKuOwNE2czFOfv9oe8Nwras/5YWcPkKAcDx2iyYbDKyhmD6g1MBSXwibYQmRvTqYxUhBsSo8hEmFlZqkPS5OuzfWJVyjsflDqLl8AqxLjuEoX76HO+v1iu472XH5FNyPwfSL1Mk8j4hvhA0zDvp8IKhkj+ljLlHo8uxfCcRmOaWsn9LkNozRkelKwp+3jIb1Mn0U9aX0Nk4irMI6BPSNTDlDsfIk+AEA4lWINJcpVx3jlFOQUR9vTSMscMn0hYYpT6C8XixLQVKsPtoQS+JomKrmAoXDgJDaWBYOXtvEeJ4PilzBnCQjUuCWd2DHoNNfHUzBLkVSlSyzMAWFSe7Q73J22i8cCS92z1PHw4oLbTYJ7Q4EyVjMomUqoIYFLXenO9uUCqQkIGVRWxZyLjTodINxHDe1UFzxOUou4T3QAWDAnQCulzC7F4QJBMglSCKpzBRS35nAqLfZiU8bXRDL4vttb+6Nkkx1lVofAwHw/HWQtn0Oh5HY/GG/ZgxFqjzpKnTBZilfyh9xGTFZkkG4Lj5iCJqSLVHKBpkwakjw+kB7ARBL3sr0MDgEEg3H36xOCCCB9m8czC5Qr+YV8I6LoKCuG8QMolvdVcaHqOhh9+Kl5UnJ2jjvZHGXd2NtIrglekWTh3YSMMJik55qipISTbKTUagNlJPQRrxu1+xoxTpOnQDPxuFIICV5qWqS1WezOesCInvMSpKFpAeigPuopHZmFRc/uf2iZCTyHSElkb0SllbdsnVjcigRVn8QdD96COMbjMwswYAD76xEpNd44YqNIEpuqF5NdAUyUVrBcZRatzzHL58o1PwR94aUPLn0gqdKLtmZ3gjATchu/IinqI55LVNBcrJOHSSAAOsOcOBYN0aj78oT8S4nKlMVoUlKqOmqdTlu6daWME4TjklSaLSRzcHlVhBjHVoXi+xw7aN0idOIzbHxqIT/8AVkaLSf8AcIwcTQrVH/MfWKII9zjfziNdKtChOMBsr+4fONfj2spP/IfWOan8HbGZmJ+/8RkKjxUahJ8RGQOeT6OtjHtVp1p4x0ZxoWNKgh+nhSJpuGJDpPnAq0gfm8A5+EX2U2T/AInn5h/3iNWLAu3gfr9IDmEa51DoB84GmTQKpln+2OqRwwmYmUsZc1TSAZXCmoBmSE2t5beAhdiDML91THQEU6UpGI4qpJA7Ts1JBDqIDAhunOzxOXRbx5yjPRF7QcIkTEJmSEmWs+9KKgeinplJow5ixhDgOJKQckxyLAm45GJMRxFQLMgizpUWLUZyH+96wRipchcvMSUK3PeHTuAhvL5QkoJ/Jq8jBjl+l7GCGVURsyHuxhPwvGJSyVnum0wE05KDFxzuIPHEpdu0SfFj63jNLE6uO/7nmvDJK1s1Oyh+6fCsDIFiHoRT4/GGGRy9D6RzMwyrgHxJb4RKyaYK9/COpuIBWEhQLAOAbbwwlcNC0FRLN+UU0u+1ucFy8DLCMol5auGIHyrfeL464u2OlGnbAsPKo8EJTt98zEs3DEUB3aIFYdWUEE1oesdYhpVempjha6MkMIiTIJ7rkQRLwTChhtHESg8T4eWLxipRAJJSEjUsAOpNIU432okSqSj263sj3efeY+jwUr0tseMXLpBXtJLlrkKlrUJaSxKzUJZQNnDva+sedT5ykqICxlehZSXGhA06Q04vxGdiCFBEylkJSSB1BHepSE89lHKrNKWKFKnKXuaMSi9mjZgxuEfcejhxcY0yZeKUCR2imsGUpLdavtDzhXEiZeXOrOmhOYk8jeKxLkECpfYA7c4J4WoJWSolLuG//UVklWgzhFrRY1cQxBCsilHLWyVU1NUm0BYHjk9asqlp1LlCQ/8AxA5x1wviHZzCs0IDtotiGSdw4B8PAhYzFPO7bs8rqJUnfMVEs9qFh0BhVxrZBJfQX/6gmapR4BX1jIBxSGPcbKQ4GzksL7MfGMjuC+juEfo9ZxnGgHyjxMJJ3Glqq5AhZjcW5y/2j5mOMilB1MBoDYdNzEnJmcJTiFqqSXOmwiaXNUdaD15xBLlHU0+P3tEwQ/IDTU9eULYAkzCBf1iU8PzB1eJ+UDyRWoeodwW3b0aLPLUFAKYAqANPUeBcQ1WW9KaipMra+HBjYjyPjCibgCCcpbl93i7TMOnRh6eX0hLj8PXr6/Qx3pgporeYp94Xvsf3gedh0m14eTZO9Rz+6wDOwQuIk8LTuIbvsBlYyZLoCelx+0WHheM7VGagahpryhDNkEe8KaHTwOkcpxCpSFJT3gajkfm41jlGMnUlspjhjcvei5cLxiTmST3sxo9wMpp4GGIU/wAo8+4bhJmdE6b7xalwApQGtCQw84sPDMUrKlyagqLv7rnW2oG9IWWNN1EXJ4jtuP8AIsE0P1A/zAyltcUN4CwvFe0OUJJD0O7XPmQPGC50yoQ3eNkuCS9maJcGjK8U0uVaITLchvOJpi0psMyvSLH7OcHCe9NYzHoGokbDnuYsKcKj+UDwEVjglkjp0UjhbR5unATJv5CodHHrSGWF4DNH5CPKLwmSBbyghIEUx+Ko6ZSOArvDMCqXdxFY/wBVPZkTZH4lAabLbOoByqXq/NJYvs/h6UBGp+HStJSoApUCCDqDQgxpjCui8Icej5YMpnZhdtIDJLsL/GLv7VcNEhc2QDRCiE2tcPzYiKSCxLX+EMnodOxhJxIATLV3sn5ho9Skcnr4neJcSqzdYRLnGyb77dYZYScpQSFMTuNekI18iyh8oZDEoZIKVFgBQ7fbRqNBSdQR0P1jIbmydliwfDp80kSJSi1SaebqYROjg0/KFrUlIJapc+AAhvIXlL2Q3eId3DUAuVWDO3znlTisZipKQQzO4SK5Q4DKNzS5feM3D7NkfCgu9izB8KDjPOYVelRYUq+o0EES5CEkEAq1GYOWehIFBSocPXlHS+6UhJDhw+UvVmIzC52PpBMjDswBdn3LuCXJuTAft6Q8sEYK4Rtg8rulRNSTQnRNykVOVzzNk1pG5qyqoDcz8hbzjubIVWhOtIgMg7ffnFYsw5ck5P3nCl7Eq828TrHBJNyo8gTT75x0qUfv9o0FNr5RSyNnJQd1E7AmkRdmbk+D/HeCO0DQNNxDWIjuRxpUqlYCnYEad3lE6sWBEQnlRAAYPCSUWth2AkLQsJJoxbVhU02gvCYszsslAUkhICy1QkU7rEuC4amtb0jxqWJIr8usZ/p/OHaTXSCrISCeRclybWp/iM8N2zZgfLT+dFokycgbsyggBgVJs5pRwbpLAnUkh4Z4GaZE7OUBWah3G7E9fSEmEx3bT0BI7uZNqWbnyh9xOYM3QfvDalFsz+TnUqjHpFtlqSpIUkuDrHQxgsbx55K4vNk5lIVS5Sag/vzG8NMD7XyllpiTLVv7yfSo8oVuUNoipl2lzHreCc0IcHjUrGaUtKhrlIPntDCRi3oaReGZPstGYaTrHSVxAlcdA1i1lLPAv9SMY+PxKRQBbE9EpEUetee2sWD2vD43FFf5pqyC9wVEp0szQAC68xIoKAO1o56LRSrQLM4erJmNP06+OkR4qYysoV7oAcbsH9YZYvFAJIFS24++fhCrKEigrvv9/KOjvsKutjGRjwR30kncKAfmaXjITLNaxkHghPTiez/hVKCM4ISkWdrvdjEuVJYMxOzUHKrvQC94kVNDB/etQvcl97OY4wq5aw4qmoFLsGYnXb7MZ/3PRYOtbsz3FbObiliGIqD5QYlZcoSzJT7xI+zQP1rWOSgEBSgy6AJSqhBLfBvSIprFkVAyuVUdnVq9hlFtyNmFnUE4ZPeUpPeAy5S9cqql3oLC+4gefiEIDrCm/MQQCS9k3+xzMSS1pAKs2UGz3ozNoNCX26Qux4MxWXRHx1/xA7I58ixxME9Sy5oSbCgFLfvr4x2pAYv6RwMKQHJod9I5n4lg2kO1R5n7g09TwLeNrnZjS0MuF8OCyFKfIK/1cuYhXJRVsm3QPKwbhzTbn+0QrlqTYRY50ip+/wDERpwydq89I83JllJ7/kQc2yusrp5xzguDJSVKGZLghQehB+7WtFl7LzPwhZxvF5BkB7ynfkKP41tzgRlNuojQlJuokvBZQlLlKdwFA+D19DDLEzHKvKKbhMeCwzZSNDTyMWeROzV3D+Ovq8b4ulQJJrsixg7njCkhniwcRld0GE60X6xRo4HwqlIOZKilR1SWPpFh4f7XTkMJgE4b+6r0ofKEE4ekcv61hasKZfMP7ZyjdK09QD8DDZHtHKXLUULBUEkgFw50vHmKRDDA0UI5WhlNoW+1XBgpHbEOqX7wdnTqT0v5xSlYrMD3UpBowSH5Oam0evKUFApWKEMeYND8Y8jxuEyTZktV0KI/4vXyEaI9GzxZWqBAgAc4imgm2kFZaE3Yelr6VMcrscum7XLw5pYOUixYtR4yJFV3/wCIMZBBo9YXMZ1ZmDM/6qmjVoNhu8bwqSojKWArYs5ABI3YVbziSdgy68wzAhrODVw3JwDSkc4ZJ0o9Xatfy/DwAeMzRqTskmYhqkK/UapFywFQCeg68uTOUkMAlKgSEgIK2BIuQCKsTXcWjaMLlKQrKCkA0a7mjPt8TZ4GxSXSpIDk+8oqKQGcG21aD944OybCy5qpfapWEpC2Zgl9XIYOCBvqTWJlJypB1NXZq8t4Bl4cIQyXLNlBqHcUbVjerekbWZjArW5TRlVS3eLNa5PSsD5I5cPqfJmKmlVA584D/AldyEjmFEnowPq0G4VBzElICW/XUua0UAH9BTlBWZ2UKN16ABy6d4WcqTkyEvGhBOU30CYTAIDZak6/QEU6w0Eq2jeUKpM8pO8FqxrjvMB8dhzjA5PJ2eZkyPI6S/ggpUzYwNPnpRc1OmsTKUlBqpBIPeQ9eg6OH5elNxU0lSikhQdTWqVPSt9A5ewiuPxnL9XRoweG5bmPcTxNnSkgKubktoRlBFa+8QzaxUcPiCpGZV1qUxN2epfZ2HhDjFJMwskUAZPeHdVlALihOrdeZhTilIEzKkFpSQABzv10jRHHGGka/RjD9KMmYYsFEUUKHSh+MOfZZZZSDoXHQ0Pq3nCpSmKQ38RQAapYeP7RNw7PLmkkkdme+mvukCw1OvOKpEsvj8k2mXabWX4womS284aJW6VdHiFUt0nd4B5woWh45UkP0gwSmgWeGI5wUhkbytBeDNWgVCoKw4rBcThhONH2vFA9tZeXEZ//AJEAvzDoP/iD4xfJ57vO0Vz2ykjsELIDoURX9QceqPWDje6K+PLjMpgSWOzffwjSEZqEO5FhYd6u2zxPNmglww/m0qT6w04Lg3l5z+dRA5JG3VXwh3KkbsmTjGwPC4RksIyLAOHjY+EbgaMXO9lxkYrJlSKpDApNnYktYpLvW1o3Omoc0MtaTQOO8+oNlHWrE9aRGjFBCQwzTrZlE5QC+gPeoDeBMSpJKSgqIOZXeSnkQKE0AJA6wJP8HrJ7oNmEGqRsSRelai4q9ajnECJae0GaqAT6Ju1iaiMOG7v8M5VUUTsRfKXfp188TNK1EKYKBLFIo2zbtqG6QhSzjELl5jlVmoWIzAj3qAGxISC4d94lTIZKFApFCCnUVYg7E0rzhfPR7o6qSQGIbLTXcCO5U8FL1361Ir5R1BN4iYwYsGL1cgeVX5D1rExk90FwEs9WDbM16NS8BYggMrUh/lvsTEWJmKmTAHo7B6AaUADaQmTHzVPoz58XqpRvXycYriWVWRKQ+V3Onhv5wNMmBYzP3gzVZSnchndmym1vOOAjug1Zn5n3uX6ed4nMpma9WDAAaO4GZ2pfWDGEY9DY8UMa9qOMfjC5IQxLAtYmmZZpcsR8oCM1IAehcA1NyUgkeNa7RtckFZSORJPJgGiDEnMoJTQAgV6hyKXrFEPR3NmFeVQNmbLS2ZwW5itPWFU2erNmHvEAE7kVzVs92g+QkFBCAEpBU29HH3WjeWkygQTV+ddKR2gNWB/jO6R3gt3zG17jnQtWLJgOHpm4dU1NFgEGvvM7E82YvvFVxQJFWzOA/wAPgYsOCxEv8LMyoUAO6QVE5iwrtrt5wJaVkp66GPs9xATJYS5dKQC4a7s3Jg3hDfDqhDw7hxS04K7pT7rVYsQ51I+ZtDvDGFe2eZ5EFGeiWbIhTipcPU2eAsSgGHRJCyUIJlCkRmW0TJoIYLOpsx2gP2il58NMFPdCq/pUkn+3NBRTEM9GYKTopKh/ySRCLUrOg6kmedLUU2IL3JFPAD5xduDJSZMoOAQmvUk1Gw18YpwT3hu9CNNabQxwkzKhy5JN3ik1fRu8iNxLipKdSPOMiphcZHcWZeB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038" name="AutoShape 6" descr="data:image/jpeg;base64,/9j/4AAQSkZJRgABAQAAAQABAAD/2wCEAAkGBxQTEhUUExQWFBUXGBwbGBcXGBkdHxkeHBwYHRoXGCAcHCggGRwlHBgYITEhJSkrLi8uHR81ODMsNygtLisBCgoKDg0OGxAQGywmICQsLDQvLCwvLDQsLCwsLCw0LDQ0LCwsLCwsLCwsLCwsLCwsLCwsLCwsLCwsLCwsLCwsLP/AABEIAO4A1AMBIgACEQEDEQH/xAAcAAACAgMBAQAAAAAAAAAAAAAEBQMGAAECBwj/xABAEAABAgQEAwUGBAUDAwUAAAABAhEAAyExBBJBUQVhcRMigZGhBjKxwdHwFEJi4SNScqLxB4KSFUOyFjNTwtL/xAAZAQADAQEBAAAAAAAAAAAAAAABAgMEAAX/xAAtEQACAgICAQQBAgUFAAAAAAAAAQIRAyESMQQTIkFRYTJxgZGhsfEUQmLR4f/aAAwDAQACEQMRAD8Ari8SpLqAlrJFdfN6vT0gmaglKHyppUBhmfUV+/GFqZKQGKrtyGjNEs2Sh3DUrmzVOnLawjG2LLfQeWQO6Mxu3SDPY/jP4aeSt+zmjJMP8puFNcsediYrs2cAHA0qRTTQ6QwwCXqWAAck/WOutkWvTjXdnp2NSQWOtjodj+8LZ2EDsPWK77O+2SEn8PiS8ok5JlzLc0B1KPhzFnOPzyy2ZwQFIWC4UDYgihECWTivctGXJBw7IZ+AG3hpEY4eSHS9LgfOsM+BzO0UUzVBIa5F+QaGU3heVTpVX4j5iCoxmrEq1ZUzwZMz+VKhqQ1t97u0V7j3AcTIQqYU9skWWjvBI/WmpDc6c49CxGCI7wHgNOm8TYebYvlOih84eNLtFceaUTyDDqRQqctW13GoffwgbGYiXLQCC6iT3QLVDa118o9U4xwLCYg99PZTf55dAr+oUCvQ84889qPY2fKZYCZktILrlhmr+dN0dbc4okm9M2QzRkDIZSApIcfp0662GvzeOJktLe8HqSkkuPRnI3PxgVMvKCO1SSSwYtnHMjw1iSUgJbujqrXdz1hUUTs77VKatVgx1LvQs237xynDTJquzcjMwSztu5JsAKxCtQVZmSToA7tqLw54akSZYWWK1/8Atpp3QzFXQ1bcRzdCytddls4JwgEy5KKJrXUge8rqSfMiL/xHCgCSgBh2iKbBIKv/AKxX/wDTiQBK7aYoKmzHbdKUqIbzBLCkWadOBmo5JUfEskfExLRiaSbt7MUgtSJpcpk1++Ubw/uufvnEE6cwd2G5LD9oM5cQdbI583QR537W+0KJpVh5ZCkpJ7Q6KIHug6gctekF+13tMMplyV3opYev6UnQc4oeCmh1JapZiNGf4v6Qii6tnQj8sIlAzEshIScwAygB6XLXMNeHcCIIMx1fKG2HEteIkdllKWL5DYhK3BaxFKRY1YfUgBopijHf7hYNw3DUAADcwxES8T4elctaSKlJA6tSCcLOzkhLsLkCn7wT2db+H1MDL5Eca+2LySKbwTg08S6y2cuyiAbDQ1EZF2YbRqMi8ia+hOZ5MJQJopIS3eUrfXwGlohm4Vj3SFZrdbu2jRJLWpSDmDqCq+6ANwwPg9Iim4dgFuBpo7VG/hvGpJ3TPUVrslw2EKkqcpSGuoAknQB6MTd/3iLGYqpTlfQAUSSCxVTSlB6xwFhNR3fWmmmtfWO8QlTJUsXtVnA2FGBfTntB+QNLlbA5MtKkqKykEA5SBUUNedhFg9juOpQfw84/wSQUqP8A2lm/+xRvtfcwgnTnsmviQG663iaSlMsBSWJc90gta/O/pDvaphlBSVM9WGDUgkDy+9I2ntEKdn3it+x/tH3RImqdmEpaiATQfwyHdq90+G0XFKsyXTpGTgovR5c8bg6OpeJSvkecRTcHqLRIvCBaQWDjaIZE1cs1BIh/Va/ULf2QTsODRXgflAqgpBuza/I8oc5kqqPEbRzPw1K1iqakrQaspvEvZiRPJUB2U2/dAyE7lOj7jyMU3jEnsDkmysq6MCuir1SWYg8tvP1JcsAhJp/KTdJ2eN4rCSp8sysQgKAeoopD0zoOnMWhlK9SK48zWpHjWGlkr/MtAIzNT/a7lhz9IZTiCAZhZaqgBJYAAMkcmIhp7Q8ImYSYmXLZUogqSsXUAO840Io45g2hWcSoFkjOU3Idsra6s+8GV2aube0Wr2G44MgklgtSiUL20yHrcAXePQODrclarJS3z+Yjw2fLnTVZglQNDmUwSlgMpDlrVrvHp87jKxhkIygTJgBWpJpZI7utWMRnFwmpfZnyRXLl/QN4j7QEEhJc6JFk9d4o/EsVNXMKlzFKelTQDkLDeGWHl38YjxGFcxyxKKvt/ZKyoY/ErS4UCVOQ1SPOgDvHEmSpMxKQxcu41NaNezF+cWKbwQz1jKQH94keRA1OnhDzh3AEygyA25NzzMU5WirypIS4XgZKGWoodZV3Syjaji0WfBjuhJzlI5lR81kxOmQlPMx2cx3+EStLozym2O+HolKSEpUpB/lIA9avHa8HT3j6fSEImtcnzjniPtB+HlGaXWkEAgXJNgnmduURyQUtpbCneqHRwP61en0jUKcJ7Uy5iEryTkP+VUpTj/iCIyJV/wAWdR50mqQoJIKySe8k/qU4YVb4ViPFS3SUgNUFLnzrazxKmWy3CRQfAVFGfWOpy85qUoOiQlg23rG6/o9VRI1ysoPeYggoKRawIBB7rFhWpjlcoqdeY5UsaKcpckJHVw3JxEa0OC/8uody5LpI3pUbAWiVJKO+kOpiC/SoNGLuPLrHOzqdfk1JwdHKg7kZVGobd6D9o7VlQC8sHYnNR6aENrB3B5AnZ5YBSpTFBL3D90/1OfFoCnhJdyRlcB9S4DN4+kdeyiWtnYw0u+ZiAGSUqsw3apd6U5xaPZr2iynKtTaJmKcJOwWSGerP57mpqVnJUtRJzGzAkal2YBnH+I1NxBWAhKSlIq7qqALF6PU6bQrhy7/wJPHzjxl/g9kwqyp3GRQ03iVXOh8xHmfAfamdJUy0FcmyRmdSGDd0n3hyV4ER6PhMcial0nMNx9+opA40qZ52TDKHZBMw7uzeFHjWBxjEomUOj6xOsC4iCeHDEPzIqOhiFNO4kOjSpYWClV9D8DC+eg5X/Mmhp6xOpaklJNQNfrBBliY7bMT6g/KKRnzVPs67Krx7HgS0JqCZndIDmqVZmHgPKKrPnJCED3Ja9Et7qTVJbqq0N/aVRzJlkHIrMKEA5qABLm5BI8YTzpiitBVKTKQgAAkgZQzd5hV2I3PWHim0mzVii+KFM9cydNQyjkWsAAtRLgb83j0rBysyATdg3yHlFL4fhT27haFJYlIT1YaVAcVePRMNIan8oHwgyVyX4O8jVRRHIwgzmlL+bxDjsMxtDMpYp5keVI5x8t0mKO2qIPoQye5Me1SD0N4cplkwnxCYxPtB2aimZLISGZQWkZgwqAojffeJ/IvFvodjDnp0jlSAOsB4H2iw05QSlSsxeiknS9bQ3E5CQFOA9qevQW69DBUbO4MWzkF28/veI1SlNYt91ibE8XlSgSSVa91JP7RVeJ+2K1Ukoy/qVU+AsPWFeNLsPBlg7I84yPPZq8RMJUTMUTq5jIHBB9P8k6EpSQKrBrlsRs5AZ6+kRYVIVMq4YHnap8PkI2pZZ3ANj8h5xvComKLpSpamIcJpVxcgua7Rbiz13pGgwarijDx12pGlIMxRZJXZyATWzUHrDSTwyckV7OUNCtjWm7h6bQPiRLCiF4hc0u4lyXATyuWhlBg5xvsf8B4TMlyVzZgKVqOVAIYgCpI5Es39MIOMSwlZUoOFqKwP1E1DtQA6bFO8X9EgIkIlgMlDJA6D1q5io+02EzSVX7qge7dj3T4VST/SImq5WYoZ281/ZVJmLdRBUEv7xYP8aClob8PxcoADIqYSQA5ABLsLn5wDg+Dpb1uxHjrXbeG2A4agF3CSGLqUHrbZy8VlKKRuafdjuZiciiiWlAKQHIIcU0JFfveAzxFRBWo4gkFyQopygVukAAaV1gLHTVIDjZ6EVBI33iaXxFSEFJcgsAMoo+nM0vfpEuUmvsSOL+P5LXwv2hKiEGWoKYNmO4cOpmPjXZ4Pl8ckk1zDcs6fEh9aRT3UwU6QFWAKXBrVgSXHTrBvEuNJly+znA5gl+6aHYGrm4qdXO0RknZPJ4+NNfn6LFN4jIILTEne/wAoiwPE0JUShSVA0IBBiqcKlGctKWlhSh3EqowHvEV1cCupjvFYQuDkyqSqigQWIdnI3a4MCWJt2nTA/Bi+mPOOcGl4haFFBXLJS4FCMzB+l4Bk+xU9QIWtADjvKJUafmYGrnQxFh1zF5Za5jBMxEwn+ghTElnDB4WTUz5SiJc1XvEVWWFSBR2A0o0Pj5W77OjgnBcUyyq4CmTMw6c6VnMfcQpICQQrVR20YUtDsoZT8h8G+kV/2amTFzkdqvOcqyDWzUuTWpi0qlxSG7f5MuW+WwPEJYdIIxSXjnEW9I3N9wEagesUJFdxyIRY9BKX8CCNtjcUaLHjxtCHGS1KKUpSSVLCQNyqgH9sTTqR0XsRcH4dnUtS1KlypPemLTcV7qEfrUaDxOkMZHtjmWrtkZUk90pchKfypIuWFH12jftDiEpy4WWQUoLrUP8AuTWZSuYA7o5A7wFwHBhc4KV7qCD1Og8w/hDRapsvaq2WTiWFBR3iQSHYU6O8Cjg8uWEOQVKqxq3XwgvieKSpyBUff28AT8SpZCndRL1vW8TbbbbM9thasbLQyUgUu41jIQYrHICiCqvQn4CNRl9bK+l/QPFjNSUpCuyloCkhgn3qh6OT01pAeI4jOEsoU4mvdIokOGF693lrDThOGeWty6kqFeRDN07vrEnaD3VJCutx0MX9WadM0yycJuM1ZWP+llQeYpa/6ifhaGnBOCFc5ATkEtBSogO5apFBemp+kOJeFkq/OqX/AHD5H1g/2YwEuVNmEKSQUgJYnqXzC7gV5w8c0fllZeTBxfEdzcL3GhHxDB91e5H+PURZp6qNyhNiNPCBOVGDlxkmihqwxAOVwmory28PusNuCcOTiJSv4ie1RQIYNQUPJy/QxxipYygAkhCiTRzWz7M5Phzgvg84CUkBKCE94ZE+8dCe9csqu4hm/aetkk6tASsHN7QBcsFQY0TmpcFXKmusQ9rLzv3wAS4CHaneYOKB93ZtYbSuIrJUqQolJUCrtSdQ/d2IKg/URnEMpIWkKSp6mjKAHuvQjq1oWIcbbfWgTD4XtpqUJWopskZVBganNWwr+bd20h4jwiUmeUDMQhsyiBVVGAZglI2/phieLBKWKSEhxaoKbm++g2iOZjZXZpCVArJzOz2YliBQVB586w3LZ3NqXuIuHyJcpRZGUKYkggE37rl2NQb+GoKkzioqUJgyyxcg94h2QnWobap2IgOUhRch1E2c5b2GhGlH8oIQghIQXSEknKzVrWov1f4QGr2zRx3oglldTYIqK+81SemkHqlAElKQAomovWrevpGpCXSUK7pIsb7EuQ7NrtHUlf8ADFzag3DeWlYX/ehXqf8AD+wRwSUe0dIcJDE0oMigB/4+UP5U71+MVJp6ZueVnarhKnFM1CmxJs9rRYcKlRALbZgNDqw2d2hVLirZ5Pkdp2iafO7xQQ3dzA7kGo8mieUDkSDYD4FoE4mgujKzgnK+tDfwekbwGJUQUzWSQ5AFHe99oeOZcqIWBYwMekA42cMOjOzzZjiXulLFKpnIlykf7oIm4jtZuVFqqUpvdSLqA1NgBuRCTj0mapS5hUA7BKBUhIoEvyHmXgKSsK1sRiXmnBSU1owDAMNdhR3MO1Y3CyU5ErzqdypI15GgIoKxW8qwUpNBNID7jMB1ZyD4Q49o8RIw8r8KEJXPBUFOCezUk++lQqc4HuF2fRmNIpv9iyxuS2C4njctzlQtSnYOwfxrC9PFphUoFAAykADQmgJJvR6BoiwIAS9ybn6coydvAqKQOMY/AvXLLxkEKI1LciY3HFC+4GeAsUypm0A2Jqx6Fm5GNYtASba0+kQywASKqCizkW2VSlH8oP4ikqTmN7KGyv5hyUGL9doz5Hx2d5mJx9wpVNdxaO5E0p5QJMQ/WDMDLzCt4zzx8zCNcJxRYDFyGb/EGqnBVQd/8GFiZdIjQSDsYK5QVLoFgHESpQWEFaQk1UCUuQ7gG+mnTqQjGJRKRLUoZBlLAp7oJZzpewuWNYkmJcklgGIoKnqwrqd6xBgsOkt2iQHq93bTlpXk3TcnGUdHtYlHJG0RibLzlKAFJvmUWY8yCcrb01jiclRKQXOV8gSpknQE6uA/KtjB0zhWY5Uo7xqSmgYNc2FXp8Yj/wCnzUVcpBqkEULs4FX1HnDxiVXtdEWMw2bK9VMAQRQZj7gp3mGWrDzs24fwMJzpQ/eUFFVCEs3cDnNoKENz0iJGYJKyAGBCVK9zNahdzrRqQZwD8QULTmlryVSpLspySxU/xS4eJy09kc1v9L6GSeDIBJFX0LNp46O4OsSK4egXSCb6j5uawtk8YL5VpKVasXAc0JcBvH1ghXEELFFgnbXoXh7j8Gefqrbs0qWhNAB0v8YXYNbZw1lfWMmzy926j6wPJfOqx1v9OsCSTog5OXbCpGIISzm5oOp2gXGcfEssSXZ2AEcz5xSgN7x92nOEErBLM5JXUmYgl9RnS48vQRl/0mN/f52JxReOMkply398MT1uR8o5xSJZw6po7pFfeLWD0dt4j4riAskwmxGOCcMtCg4JBHKhDeNIpNQUkq1Vf9Hasi4jxTs5SSnurJdbbWSkAXsVHqIpvEOLTp6srqY0CQb9d4JXxJYJOUGmp8rGz0iWV7SyyFJOHCCQQ6CK0bvOH9TFscIxSVF4xXdA2OmGYJSJRKsqSXZi4AzKL2DpJeI8LLT76yM2uZySo1UTV9fhzgFUzKMx6JG/7REgrLs5f9g8Oi1NqhgqcM41rT6xP7yglNSbbDmd4CQAmgqo6mHnAMMFEknQOT8BCcbZGSS2ADDkPQKrc6/SMi0LZy1un7+EZFeCF5sIwOHCpiUmZlBLuokhufiw2hxxGQZR7InNTUM6fkxND15wNw/DlRCZUoregJADULqc2tc89YCxE8ib36Lc/wDcSrVWodw3P5xCUOWj0skeeiGfJFCkhQNiNRBmCSwY+HKO1KSE1916MLHUaf4ESTJJSWIY7dbHyjLvH30eLmxPG/wdTl5b9PoYiXUBmcW57xtacwZyIjEoo5j7tAnte0icLFPu+0CyEIKu8cjhszEs5uWL0c2/cGYleosbiA5iatrp+8TjNx6K4sssbuI9/GSpIAllS1McpKVd5/zOaC7ACOFcZTMQE5Q4tU7M41A+kV2a5SElRZ9NN2jpM4haAmSpRSkgrVmVcq7x7xHMG4c0Zo245Kf7np4c0cn7jnEyiQlSpgaW2WWWy/qLat6ep1ieKrVIT2M0AglSphGzskAOEm3eNWsNq4vFLyKMxPfVRALsSaClH3rZtBDCQMospIBZKUhzQZidDe92bR4eeNOrNKgpbZtGCBISFqBb3Cr3i1Q5rne1WNDQ3Z4biQkozS09rNJLqWlQCAbhXdzKNGZNHFSKPDKkoZPaAkUBNDcF67xNPvkl5i1AqYHJFSQCC7gC58XuGTLcUiPAcRIBdBWpVU5nRmUdgo91LkVOlgTEUjFlS8zO4KXyqDtcgGoDg30EO5HBUZarJDnupTlexcO7DRwIAxeD7JcsBOUHMhsxNMp50vo0TyP2to8/O8dtLbCjgwEubgADlACkjtU8lOPCH+IQC/SE8+XlmP1+Bh4x4xMKBVF4CxmGzSlp1uPCsGyhaJMrF9zGPyLpSXwB6KBxhglJAfNb/bVrbtAGFQZxTlSSTZIuTsPDXaLT7QYQA5QHocvJ2L+YgXheCmy1pXIbPlUCVkAJzZWygahjU7+Eao5IuKdmiE48dsrWIQpSyCmooR/K1G5ViZJYEJZ2qfkIfq9kcQEnKUl6llFyfEAQNN4LNQKylDoH9Q8WTi/kf1IfZXDhFqLuOpMPsApSAl1BRsSH+Y6RCcNHISRDTVoE3yRZpU0tGQPIxQyprloKfPyaMiSlrsyllVhFkFCEJYgZgxOZnId0sWgnDeyswpH8MUsCoMBsABFttYfCJZeKy3BbpEo5l8mx+bJvoqy+EKQgJoVO2UGp8eVaRJj5vaBCVA9ohORXLKWD8ufzh7xLC9onMhVevw1hHiJX8MZSTMS4USzrS5NWv15Qs/c3F/P9f/SGbJ6i32J5gKS2ouI5GJDtyjU/EAit9/kYBKi8ZZR4ujG40GTVJ08QYGxJB6xuXMGvrG5qxtWA0cRnvDMNL/WOSpvvT6R2k5T9+IiKYli2lx9IClTCnTNYXDy0qzt32IBUSQH2c02pDvD8RMlIQU5iQVkOQ5VmAyV/h0ejPfWK9NpUWPoYllLSQEzAClxqQ1bnKHIjXHJy1I9LD5Sa4ZP5jJSMaaIlyZaSBVbLLbg2N9AOjvBmHwK0krmrdaQS6UIQEsHbuh9GvWJUYyeDk7kyWhikgqNCGbOxqHFFbxisXNKTLUiWAQfzKJA5UAJ1eLWb0+XTGWG4lLy1SUmtzt6Qt43M7WZIyHKM/WgDnzY+cCTcQkOlStDQAvb9zXmN45wc8qXLzX75/tLfGElpUjzvIxRxP2sfSVuE80/CBsenuKOwoesbw6rh7HMDyP7/ABjXE5v8Mg0Jenp5UPnFnL2GaIolnSMx88ISCdD5naMXPSkO9tT8oQ8SnmYoAghtHjNKuOwNE2czFOfv9oe8Nwras/5YWcPkKAcDx2iyYbDKyhmD6g1MBSXwibYQmRvTqYxUhBsSo8hEmFlZqkPS5OuzfWJVyjsflDqLl8AqxLjuEoX76HO+v1iu472XH5FNyPwfSL1Mk8j4hvhA0zDvp8IKhkj+ljLlHo8uxfCcRmOaWsn9LkNozRkelKwp+3jIb1Mn0U9aX0Nk4irMI6BPSNTDlDsfIk+AEA4lWINJcpVx3jlFOQUR9vTSMscMn0hYYpT6C8XixLQVKsPtoQS+JomKrmAoXDgJDaWBYOXtvEeJ4PilzBnCQjUuCWd2DHoNNfHUzBLkVSlSyzMAWFSe7Q73J22i8cCS92z1PHw4oLbTYJ7Q4EyVjMomUqoIYFLXenO9uUCqQkIGVRWxZyLjTodINxHDe1UFzxOUou4T3QAWDAnQCulzC7F4QJBMglSCKpzBRS35nAqLfZiU8bXRDL4vttb+6Nkkx1lVofAwHw/HWQtn0Oh5HY/GG/ZgxFqjzpKnTBZilfyh9xGTFZkkG4Lj5iCJqSLVHKBpkwakjw+kB7ARBL3sr0MDgEEg3H36xOCCCB9m8czC5Qr+YV8I6LoKCuG8QMolvdVcaHqOhh9+Kl5UnJ2jjvZHGXd2NtIrglekWTh3YSMMJik55qipISTbKTUagNlJPQRrxu1+xoxTpOnQDPxuFIICV5qWqS1WezOesCInvMSpKFpAeigPuopHZmFRc/uf2iZCTyHSElkb0SllbdsnVjcigRVn8QdD96COMbjMwswYAD76xEpNd44YqNIEpuqF5NdAUyUVrBcZRatzzHL58o1PwR94aUPLn0gqdKLtmZ3gjATchu/IinqI55LVNBcrJOHSSAAOsOcOBYN0aj78oT8S4nKlMVoUlKqOmqdTlu6daWME4TjklSaLSRzcHlVhBjHVoXi+xw7aN0idOIzbHxqIT/8AVkaLSf8AcIwcTQrVH/MfWKII9zjfziNdKtChOMBsr+4fONfj2spP/IfWOan8HbGZmJ+/8RkKjxUahJ8RGQOeT6OtjHtVp1p4x0ZxoWNKgh+nhSJpuGJDpPnAq0gfm8A5+EX2U2T/AInn5h/3iNWLAu3gfr9IDmEa51DoB84GmTQKpln+2OqRwwmYmUsZc1TSAZXCmoBmSE2t5beAhdiDML91THQEU6UpGI4qpJA7Ts1JBDqIDAhunOzxOXRbx5yjPRF7QcIkTEJmSEmWs+9KKgeinplJow5ixhDgOJKQckxyLAm45GJMRxFQLMgizpUWLUZyH+96wRipchcvMSUK3PeHTuAhvL5QkoJ/Jq8jBjl+l7GCGVURsyHuxhPwvGJSyVnum0wE05KDFxzuIPHEpdu0SfFj63jNLE6uO/7nmvDJK1s1Oyh+6fCsDIFiHoRT4/GGGRy9D6RzMwyrgHxJb4RKyaYK9/COpuIBWEhQLAOAbbwwlcNC0FRLN+UU0u+1ucFy8DLCMol5auGIHyrfeL464u2OlGnbAsPKo8EJTt98zEs3DEUB3aIFYdWUEE1oesdYhpVempjha6MkMIiTIJ7rkQRLwTChhtHESg8T4eWLxipRAJJSEjUsAOpNIU432okSqSj263sj3efeY+jwUr0tseMXLpBXtJLlrkKlrUJaSxKzUJZQNnDva+sedT5ykqICxlehZSXGhA06Q04vxGdiCFBEylkJSSB1BHepSE89lHKrNKWKFKnKXuaMSi9mjZgxuEfcejhxcY0yZeKUCR2imsGUpLdavtDzhXEiZeXOrOmhOYk8jeKxLkECpfYA7c4J4WoJWSolLuG//UVklWgzhFrRY1cQxBCsilHLWyVU1NUm0BYHjk9asqlp1LlCQ/8AxA5x1wviHZzCs0IDtotiGSdw4B8PAhYzFPO7bs8rqJUnfMVEs9qFh0BhVxrZBJfQX/6gmapR4BX1jIBxSGPcbKQ4GzksL7MfGMjuC+juEfo9ZxnGgHyjxMJJ3Glqq5AhZjcW5y/2j5mOMilB1MBoDYdNzEnJmcJTiFqqSXOmwiaXNUdaD15xBLlHU0+P3tEwQ/IDTU9eULYAkzCBf1iU8PzB1eJ+UDyRWoeodwW3b0aLPLUFAKYAqANPUeBcQ1WW9KaipMra+HBjYjyPjCibgCCcpbl93i7TMOnRh6eX0hLj8PXr6/Qx3pgporeYp94Xvsf3gedh0m14eTZO9Rz+6wDOwQuIk8LTuIbvsBlYyZLoCelx+0WHheM7VGagahpryhDNkEe8KaHTwOkcpxCpSFJT3gajkfm41jlGMnUlspjhjcvei5cLxiTmST3sxo9wMpp4GGIU/wAo8+4bhJmdE6b7xalwApQGtCQw84sPDMUrKlyagqLv7rnW2oG9IWWNN1EXJ4jtuP8AIsE0P1A/zAyltcUN4CwvFe0OUJJD0O7XPmQPGC50yoQ3eNkuCS9maJcGjK8U0uVaITLchvOJpi0psMyvSLH7OcHCe9NYzHoGokbDnuYsKcKj+UDwEVjglkjp0UjhbR5unATJv5CodHHrSGWF4DNH5CPKLwmSBbyghIEUx+Ko6ZSOArvDMCqXdxFY/wBVPZkTZH4lAabLbOoByqXq/NJYvs/h6UBGp+HStJSoApUCCDqDQgxpjCui8Icej5YMpnZhdtIDJLsL/GLv7VcNEhc2QDRCiE2tcPzYiKSCxLX+EMnodOxhJxIATLV3sn5ho9Skcnr4neJcSqzdYRLnGyb77dYZYScpQSFMTuNekI18iyh8oZDEoZIKVFgBQ7fbRqNBSdQR0P1jIbmydliwfDp80kSJSi1SaebqYROjg0/KFrUlIJapc+AAhvIXlL2Q3eId3DUAuVWDO3znlTisZipKQQzO4SK5Q4DKNzS5feM3D7NkfCgu9izB8KDjPOYVelRYUq+o0EES5CEkEAq1GYOWehIFBSocPXlHS+6UhJDhw+UvVmIzC52PpBMjDswBdn3LuCXJuTAft6Q8sEYK4Rtg8rulRNSTQnRNykVOVzzNk1pG5qyqoDcz8hbzjubIVWhOtIgMg7ffnFYsw5ck5P3nCl7Eq828TrHBJNyo8gTT75x0qUfv9o0FNr5RSyNnJQd1E7AmkRdmbk+D/HeCO0DQNNxDWIjuRxpUqlYCnYEad3lE6sWBEQnlRAAYPCSUWth2AkLQsJJoxbVhU02gvCYszsslAUkhICy1QkU7rEuC4amtb0jxqWJIr8usZ/p/OHaTXSCrISCeRclybWp/iM8N2zZgfLT+dFokycgbsyggBgVJs5pRwbpLAnUkh4Z4GaZE7OUBWah3G7E9fSEmEx3bT0BI7uZNqWbnyh9xOYM3QfvDalFsz+TnUqjHpFtlqSpIUkuDrHQxgsbx55K4vNk5lIVS5Sag/vzG8NMD7XyllpiTLVv7yfSo8oVuUNoipl2lzHreCc0IcHjUrGaUtKhrlIPntDCRi3oaReGZPstGYaTrHSVxAlcdA1i1lLPAv9SMY+PxKRQBbE9EpEUetee2sWD2vD43FFf5pqyC9wVEp0szQAC68xIoKAO1o56LRSrQLM4erJmNP06+OkR4qYysoV7oAcbsH9YZYvFAJIFS24++fhCrKEigrvv9/KOjvsKutjGRjwR30kncKAfmaXjITLNaxkHghPTiez/hVKCM4ISkWdrvdjEuVJYMxOzUHKrvQC94kVNDB/etQvcl97OY4wq5aw4qmoFLsGYnXb7MZ/3PRYOtbsz3FbObiliGIqD5QYlZcoSzJT7xI+zQP1rWOSgEBSgy6AJSqhBLfBvSIprFkVAyuVUdnVq9hlFtyNmFnUE4ZPeUpPeAy5S9cqql3oLC+4gefiEIDrCm/MQQCS9k3+xzMSS1pAKs2UGz3ozNoNCX26Qux4MxWXRHx1/xA7I58ixxME9Sy5oSbCgFLfvr4x2pAYv6RwMKQHJod9I5n4lg2kO1R5n7g09TwLeNrnZjS0MuF8OCyFKfIK/1cuYhXJRVsm3QPKwbhzTbn+0QrlqTYRY50ip+/wDERpwydq89I83JllJ7/kQc2yusrp5xzguDJSVKGZLghQehB+7WtFl7LzPwhZxvF5BkB7ynfkKP41tzgRlNuojQlJuokvBZQlLlKdwFA+D19DDLEzHKvKKbhMeCwzZSNDTyMWeROzV3D+Ovq8b4ulQJJrsixg7njCkhniwcRld0GE60X6xRo4HwqlIOZKilR1SWPpFh4f7XTkMJgE4b+6r0ofKEE4ekcv61hasKZfMP7ZyjdK09QD8DDZHtHKXLUULBUEkgFw50vHmKRDDA0UI5WhlNoW+1XBgpHbEOqX7wdnTqT0v5xSlYrMD3UpBowSH5Oam0evKUFApWKEMeYND8Y8jxuEyTZktV0KI/4vXyEaI9GzxZWqBAgAc4imgm2kFZaE3Yelr6VMcrscum7XLw5pYOUixYtR4yJFV3/wCIMZBBo9YXMZ1ZmDM/6qmjVoNhu8bwqSojKWArYs5ABI3YVbziSdgy68wzAhrODVw3JwDSkc4ZJ0o9Xatfy/DwAeMzRqTskmYhqkK/UapFywFQCeg68uTOUkMAlKgSEgIK2BIuQCKsTXcWjaMLlKQrKCkA0a7mjPt8TZ4GxSXSpIDk+8oqKQGcG21aD944OybCy5qpfapWEpC2Zgl9XIYOCBvqTWJlJypB1NXZq8t4Bl4cIQyXLNlBqHcUbVjerekbWZjArW5TRlVS3eLNa5PSsD5I5cPqfJmKmlVA584D/AldyEjmFEnowPq0G4VBzElICW/XUua0UAH9BTlBWZ2UKN16ABy6d4WcqTkyEvGhBOU30CYTAIDZak6/QEU6w0Eq2jeUKpM8pO8FqxrjvMB8dhzjA5PJ2eZkyPI6S/ggpUzYwNPnpRc1OmsTKUlBqpBIPeQ9eg6OH5elNxU0lSikhQdTWqVPSt9A5ewiuPxnL9XRoweG5bmPcTxNnSkgKubktoRlBFa+8QzaxUcPiCpGZV1qUxN2epfZ2HhDjFJMwskUAZPeHdVlALihOrdeZhTilIEzKkFpSQABzv10jRHHGGka/RjD9KMmYYsFEUUKHSh+MOfZZZZSDoXHQ0Pq3nCpSmKQ38RQAapYeP7RNw7PLmkkkdme+mvukCw1OvOKpEsvj8k2mXabWX4womS284aJW6VdHiFUt0nd4B5woWh45UkP0gwSmgWeGI5wUhkbytBeDNWgVCoKw4rBcThhONH2vFA9tZeXEZ//AJEAvzDoP/iD4xfJ57vO0Vz2ykjsELIDoURX9QceqPWDje6K+PLjMpgSWOzffwjSEZqEO5FhYd6u2zxPNmglww/m0qT6w04Lg3l5z+dRA5JG3VXwh3KkbsmTjGwPC4RksIyLAOHjY+EbgaMXO9lxkYrJlSKpDApNnYktYpLvW1o3Omoc0MtaTQOO8+oNlHWrE9aRGjFBCQwzTrZlE5QC+gPeoDeBMSpJKSgqIOZXeSnkQKE0AJA6wJP8HrJ7oNmEGqRsSRelai4q9ajnECJae0GaqAT6Ju1iaiMOG7v8M5VUUTsRfKXfp188TNK1EKYKBLFIo2zbtqG6QhSzjELl5jlVmoWIzAj3qAGxISC4d94lTIZKFApFCCnUVYg7E0rzhfPR7o6qSQGIbLTXcCO5U8FL1361Ir5R1BN4iYwYsGL1cgeVX5D1rExk90FwEs9WDbM16NS8BYggMrUh/lvsTEWJmKmTAHo7B6AaUADaQmTHzVPoz58XqpRvXycYriWVWRKQ+V3Onhv5wNMmBYzP3gzVZSnchndmym1vOOAjug1Zn5n3uX6ed4nMpma9WDAAaO4GZ2pfWDGEY9DY8UMa9qOMfjC5IQxLAtYmmZZpcsR8oCM1IAehcA1NyUgkeNa7RtckFZSORJPJgGiDEnMoJTQAgV6hyKXrFEPR3NmFeVQNmbLS2ZwW5itPWFU2erNmHvEAE7kVzVs92g+QkFBCAEpBU29HH3WjeWkygQTV+ddKR2gNWB/jO6R3gt3zG17jnQtWLJgOHpm4dU1NFgEGvvM7E82YvvFVxQJFWzOA/wAPgYsOCxEv8LMyoUAO6QVE5iwrtrt5wJaVkp66GPs9xATJYS5dKQC4a7s3Jg3hDfDqhDw7hxS04K7pT7rVYsQ51I+ZtDvDGFe2eZ5EFGeiWbIhTipcPU2eAsSgGHRJCyUIJlCkRmW0TJoIYLOpsx2gP2il58NMFPdCq/pUkn+3NBRTEM9GYKTopKh/ySRCLUrOg6kmedLUU2IL3JFPAD5xduDJSZMoOAQmvUk1Gw18YpwT3hu9CNNabQxwkzKhy5JN3ik1fRu8iNxLipKdSPOMiphcZHcWZeB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040" name="AutoShape 8" descr="data:image/jpeg;base64,/9j/4AAQSkZJRgABAQAAAQABAAD/2wCEAAkGBxMSEhUUExQVFhUXGBsaGRgYFx0bHRwaGyAcGx4bHBsgHiggHx0mGx0YITEhJSkrLi4uGiAzODMsNygtLisBCgoKDg0OGxAQGzQkICQvLCwsLDQsLCwsLyw0LCwsLCw0LCwsNCwsLCwsLCwsLCwsLCwsLCwsLCwsLCwsLCwsLP/AABEIAMIBAwMBIgACEQEDEQH/xAAbAAACAwEBAQAAAAAAAAAAAAADBAACBQYBB//EAEEQAAECBAQEBAQFAwMDAgcAAAECEQADITEEEkFRBSJhcRMygZGhscHwBkLR4fEUI1IVYnIHM4IWkiQ0Q1NzorL/xAAZAQADAQEBAAAAAAAAAAAAAAABAgMABAX/xAAxEQACAgEDAgMHBAEFAAAAAAAAAQIRIQMSMRNBBFHwImFxgZGhsTIzweHxFCNSYtH/2gAMAwEAAhEDEQA/AMCXMkZ2eWFCrU+HWKz8VKUWUP8AyIp2e8cpInAFmFAWLbub+preghhGPKnDOr8p9bdf3iW0j08cnZcPRKMwDMEkoZLKagY77P8AYjqMHIypPMTa/wDHSPnvARNlLzrSAAaOeY3Bppf9o6lH4oRkUyZhUmpy5T0u41gEnyC/EvEJ0hP/ANJSVuEkuFJO5TUKA3DaUjhMSg5nWXUqr0rpp2aNDivGFYibmnApFkg2Cf13P6Qv4WYoCWJsHLanUxqKRjSE5NPSOp4ePFYZMyl+YaADX1+hjGk4Aklg/dr6/GGBw7EIUVvlRlALKVpYsmtDCpZtiurOi42peGTySJYS3nyBYJ9UjKSNCD0MW4DxEzQp8PhmAChll/nl1DhwCQnNYULaQhInzPCIM+UtExLZZmZqGpDEKCtDDvDuFqlLlLD5QseIlKnGU0Ux1DE0Ne+rbr4NaM2fiMNNWcqzImZicq055bm7KABTXd2pGPxmdMl/21FQKqmgCVjdKhQptu8L8XlGTNmy1hRyLUi7VSSM3qz+sZxxiigJzKKQSQHJAPaw9BG2+YyiFXiMwGYCmoAHyD/zBcNNCj5gG070hYOXejNHhXWgaDQ9GkZhYBBBc2bX1DQ1gJqkGYVoClUU6npckGz73BGWmsJ4aeFFIIFKEqNB1+/hDsmdn5AS5SoKJAYuCA50q1/4W6F4PV8Y8RLK5AgpVLCaJzJIFhXyqmGpo5bQRsfifFMZanbxJYOYO6ikhJSWIemW/X14uY5UQS7OH3antHU8eJmYDCzDeUsofZK05vmgCHlnkov00UmS0Lw6JqHTOTlSwWVLWcpdXRIKLXGapLhnuKomJkYeYcwK5UnJRwUnKlR81GWtI6lFQHEc6MZMSjKFEA5nSDcKCQp+7J7tDKsUVoSgDygswokKOapen7DeBJquCborLWrxCFKKhRwAWBatOho/TrFeKYcZ/FSkiWojlcu2ta3reASVrC8yQaFjUGpoNGjdx8tMoMQJjkDMC4C0khiWZuvTrEnJpi3nAJEgqQ80JSjMFJSKVZ2cFxRr33hOZj5YWU+HRIVqHDJUTbq2pEVXxhRKklIGZOXKAzEJIA7ZiFb0ELIw08LC0AKKg+aih/uc20avWAo82aMPM18Hh0zSlQWkqqQlVOQPUtUMW7t2imImpRPSpJCgpQBOU3L0LszClC9NKxiTcaZYUkkcybJs9QxY0odNhFsHxEjInMcucK8rl9eah7H5QVBhSzZ1X4zQDLlKTlBBOtHKR70BFDHDTZp8xJIq1CO8d7+KVBeBllKXyzEgvuQq7drPr0jgVTuYEkUq2lK6/Zh4opJZNElJAS5UTypFmfct2EDzMpuVAApq6zQb1PwrCE6eVZSQS5JLb9hHkwGoyH/k28HaLRp4ETAvOySU5kl1ZcxF9Q56AjSKypOHJWuaa5lFKHNQFAVNS9SdLGM+UiYoAVCRZzQb9BFsNhyVNcnR6dYVx95qB4gIKiQlQHRyPemsex0eB/DCZqAsBId7zmqCQaZS1QdYkbel6/sTrQWLOfRL/uJF7ekGw+JmSlESyBmNeUElupiYjEkLC72A/nsYKMMVuyg/0YGg1q8UbKuqyNYzETpgUkrNKkAAOAWNqnf1hGXiPDIIAJFLliPQijQxgV/3QSai4N9A22pLdIFxHDEKdqGv38R6Qt9gYrAXGYvxS7BIygMSS1S9TUwxwnCZlf3EqyWKgXyihcDf9YzEKBYX0Ye7fSO/wWHXlIKBmABZJH8DSkBvabhWcnMxS5K+VRIBOgL33+XWN7h34mQxKwAKNQ03d/W0Z2OmBEzMEKKQCFJIZjr02MaKODS5qQUm4BcUvv8AvA7E513NrGcBk4lLpShKjXNlNf8A2qEYONlYzh+VQV4knyhP5QdAUu4GoL6N3YwHEMRglBE0Z5Fgauja2g/x9tj2QTLnymLLlzBXL7gg9DXuI1+Yl1zwclxbC4XE+EpREudPlpmJNakuCkkjKSFJIa/Z45HEcPmYdSpSkuVBgRYgGhD9fWOi/FcpKsIjlyrws9UhQA/ySFP/AMSpKiCb5+sYM/jpmSBKm8y0qBTMN2GhpXSuur3hyiTXHBiAXJr+/wB/CD5mAO/0p84GzknevxhnEoDJbZ3Ircv8oYpYKStqftG5wlBckEEUc5gAHF3Ptre0YkqVzBrRsYNeROcFIP8AhUkjckU0sT6ROatUJPgrxpLLSopKSfMFVc0q7aipBrGxgpJm4DES9QM4pX+2oKLb8oIPeM7i2fKDMWlZ0NAfYUN3oWsY0/wlxIpljLLClZlcyqgBrAakk16RoPA2kc9ldAJYMGNg1/jbTWHsTjlFBCEpCWom7tQ9dz6QrjpITMmJD5UzFNZ6Ha9mhcorQ1zPW3tGasRqxoKmBLlQSNEihewzkByb0qL1iiZigFiZNKDRQSB5iR0009YVxDqIGYMBoMoO9O8BJCnetGEBRCkbOC48CoKXKlqUGGZqmwbYsHLmF+GcamoT4YU8tKTQhm1IDWL69NIrg+B4oZf7E3msSgtu5Nh6mNP/ANM4pSXRKvmdOdGgrlVmYjq9/WFfT4v7hclxZgcUmpWtRQgIHTzF75ibmhqwvFEylpykqYJZgD1t0694cmcNxAKF+BNKVuU5UFWZmcjK/Sv6R7LweKmBkYefWx8NQAO7s2gh7pG7HX8TUDgpgJLpMs2LAZ0pLgtXmaxjicQU1UHoRVIHf6R9Bn8NWMBPAq8rlYvmKSlVKAm2o+kfPpPCsVOl5pUolG6RUs9buRQ1ZngRkmrsaTTdpgV4nlSpyS5d/hUvFZ2KBZySBQQUYFSQJZQfEq6Sk5q/7bijXj3/ANN4lsxkzAlnchgxfU0ehpekPce7M0hKZiUtQVi8pBmFwW67H94dm/hXFI80hQYPdJpuACSfTvaBpwcxCQSmYgPQkEBxs9zGuPZmx2LysEGH/wAQhH+05nHQ2iR4eHzFVyTC+oSr9I8gWvMFe8SV5nuzB2++saGFGZzmZQUKmzVHoTSFkI5VJ1v7fzGjgEgyyWcqdwX1o3uAYaXAXwAWS/Oo5wK0sBS/QBtbesaf9IVyJRNSEZSNeWoL9j89oXwEgJcgBKlAgBiVEG5Sk+o940sCoyxlSh6uzszZjXoQoj/x6QtoCkuDlZQKFgtZQ9a/GPrH9XKlkFakpSsUU4D0zA/COEmiQFHPLVdxlXRrhujbGH+Hfhvx5YnZ/DSpXKMhWWqKtufpCTrDZpNbabN7jiEzkAAh3otqkVGUmoKS4djoKRxcjETZSyuTmGh1FG5SNR9iPpWC4WmUjL4bjoynDipCiwID1B0o9oKeGylOkywAXcMQSX3fZtBWJdZI5uokqOQxHH1TkqQJbDKHCS6q69tWpTWJ+GcbNw6VBKkzJb+RWZJSTWlDf213fbm/hYKUVAkAuwBJIJ0Jow9T8ocw/B0gpBOdIpUkFtyFAk1oz63jdWFUDeqo5wifPRjROSAqeJakAEeeUoZRsAUOl+0czifwziEy1TMoITcBQKgNSwuB0+hj6ujAS3zAZdxv6Bh9fnDADOQAnUWfdqDbpp1oF4n3GWs0fDMOkUO+0b0ngq1JSZqZqJamyqEvM+tswIBFQavH1JHD5WbxUIRmNSoJGatXcByCQINLlptYkdrU+VPhC6ni64QZa/kjicFwKUpeVEkKQUllKKgGF+UnzWBu22sZ+G/CE6qTMQEkhwCp3uxGUB7epEfSJmHloqTUkmouQw1PpEUQlWReUOKEgkkGrMBZtHPVojp6rjfL+Lv4CLUkjiJ//T5WV/GFNC/lD629toP+GuAKQwUsMWUlCASupBc/4lm0Po1e3l4mWEAhqMbg3qO1BfTpCj1UU5Eq/KELJJ3zczamoYxV60nHDCtWS7i6/wAM4fxf6ghQmCr57sCATuWaseTuAyVFRyALZytzmJIuFuXuzdqWjRE2hzKLkFnAFTp/yozU9YDMlEKBMwpSlrSzMKuhANDSp+MQfUk7sW5N8nOYj8DSFFRzrDmhUQXJuGS1K6FyQYxsN+BP6ecDOWmZKukpDOoVZaVFgNGdV+8dvhMSCFqWEhP5aKG5IIY0Ac16eiiMJJWc00l2OXMVKINCGQTVzZxdo3V1EqvkZTksWMycQnwyUqSAAHAYAC3QXItDsybR8yQoizv6sPT5RkL4UpEwOSc1GK8xAYqLpBvQ29IbxHDleIUlYJLEKbsCwZm0o5pEOhqU3Wffx8fMltGsPiJaRzqOUC5AUVHZm+XWPFzuQ5c8w6JokoG6gCT8h6xXEzJYJIlKJQpIKtmAJcamu2oNHjMxbzM5JUVBiEqGUG1HdgW15qlrxXpNKnl+fH5/FDJGrhsMhQTNJQUqDBSAWBYnmAY6WpVg8KS5YXmUt2V5eUAFRoEGr12cwhgsYg8gSUpzBK5QUxIJN1UPma9OsMYmY5C0oCTlqKrDWzXFb16dYeUIqs/m2F0j3NmlLM5JQtSylDM4YAVY6Kqxb1gU450sorcM2rCxoGr6Q7hVoVLmMpS2SStK6KUEvpZviGFYqjBhcvIEFyAUF3dw2Wv5aXNavaHWjGcVn1+Q7QGFWlKUrmoKsin8jHKw11AqW94SnT0EnOHKgWCQzCjhmHKzV+OsbiskkHxFKUpmSlNqtUqJbptCZKcyJaE0KXClELK1JqdSkADRvRoz0/ZUVz9w15GKuehNCmYCO+tR+Q6avEhuVilrAUFJYijKLN6R5ENk+1/Y2fVHPYf/AKdqYK/qASzEIlKUz2D5g9egtBsF+DJiG8aYAyjyoQpTg/mUaFIBvQx2xlJAJYirKqAf/wBgz9PjrBZmVCBMbKk0QQKlrMMzerGLPxOpQetNo5PAfgGVJKVYidMzXTlISAml+VW5o4vSOgk8Jw2UpVh0JSbOkIWSdSRzjU1OohjCDMlyiYpjmAUHcMWelEuAantF8qUljlJmF3Ty12JLAnTUEGElqSkt10I5t5MPi34Ok+Gvw5UpGV+dalhTt/lmIFTrmcvGvwLhZk4eSglyEB1Aul6ksS5YORVt2EHAlgl0JOWqUr5gkmgIDkk3oNAK0haXj0pWM6khZdglAsHBzeVh3OkaWrWJP169xnJtUzSDuEuC2gWnaj1dnaFVg/mSS1HZwX6vT59I8kJTMW6VuA5JAPxIo7vFsWppwTLKswDlIJAIfUlg5e14RpuO5evoJR6ohgMpuf3ejiKrDCwKtAbEuBdjXT0jyYlRImrLy7gS01rUBgH9XgJBStiZqg7UINSCWAA20feEcmnlP18AUw0meXCcgCjR7klnYEJYDrSJi8KpIAy8xAYFaAx1NC/sNIZwuICUZljK6eXKXUpvygioI1FNOsAw2IkoBmJKVBRAUNXDnmfatdz2a21Vn7jVjJJeHIAKiUCnMWyuKh/XavtFpc+S4QJySWoGS7DZJYAO9TCEzGpUsZZk4V35QLk2JbR7CBYjKf7qEDxEli4AoalRBLAnb+IywsL8+vt8wjs+aoLSWFAyaggnQ9Lks5v1gqJKCnmUsJ1fdJsmrpNDppCUlS5jmWoJSo8rKqEtU2YH3rrExqpyHTULBSEKTYJAZg5o9N7mG043cmsGQzPlS1rScwblzFSgHI3Bao/WBYmYyylS1Zg5BWqjXCSKDowIqbx5hQt1FRASRlMtQOYBrgP5nrfesXVgSU3UqvmLEkUd+btpRzBzLhfYxU4yYJYL53dTjlyFQt0ZSh/7TFUpWlmUkkkuSQSUsNLu50vRtxQY4SSlJLpYWJyu5egbUVAi8rwVKGRYzhIXbMD0sd4dwcuX6/sahtWHUCVKeopmVVTOa2oBVk+7GBS8LLlLBdIWpjd6aavY3DUhZJXiClSkqyBQBcDy6sxcDqY94ghCCPCTKUHYOsguA4cZdm1sRAv2biY8M2WSESllQSCozSSHILABQZJIcANpAETErIUVzTlSGB5kpUKHlY5akOqoY3DQ8ozBkQtSUupmSz0FgoXDb1paJg0S1zVSfKQCx3Ys4NDcPoa94KjfarCoN8Cn9KXK1ZPEIIdJDgHqLMG0Ylt49m4SdMlZmJUoJGYq8MMlwDmSPVw9VG8CmcZSWKhmWkEksGKgaAi4BoS9wS1BBFYyZOAmrmAJBOVdAElP5HFWUHSQAS2haJRdOufXf/AKaMrFSmXnmSwJhSQUJUSFU5S/5h5XoYuhCklwVBK0hC0pu98wcOLXZmJ9NvDTvCzKUxzkkCgyj8rJobU0PaCYbHiVVXKpiyVJc5iwcFzToL77WhprddeYUsmInFJSlwXmBnmKZIDiqlECgsAG6w8ucwzJXndRGZSgkUAzKIFSWa5NxQvGhxfA51S5c4ixKiKAOemt69IycDw6UJnKlJRUDOgmnZxTXrDPRr1/AaNLDITNDrUVFAAykJD3Y0d/haAS5qRLWApBSKDMGIJFnuCxam8e4hQBLJAUKGlBbag0IPW5gc+YgIClNZsl8/lqT3IO31mtVwftfUO58GN/puHNeYPoCmnvWJFySp1JUQCXAyWHtEiHVJ2dSnE+IlQWFhJuGd979tPnAJilkf3kIATRlsWRoAAHAa73gYBSnMkkEUPMFAAagOQos9XFUiA4GYnNlQouSCTMIVmOrhgEgnqe8NKSxFvPr12BZbiSUlSVFS2UGyBiSP8AMVJGrWdoNKQFUQmr0TndVNbUu1TGZi8dNlvKWAlq5lpS3higUDqXpy1EO8QmS/BAWjISEsQoknNzEMSpie/5oSlmTX1r164M0Gw09KCp5kvMgFQRLAUH1dZPmPlYfKPJeBE8ZlpBSQeUJUU5tzQJNXO/WOf/AKhCC6gAM2US82xq+pOlNX2aNHFcWJUPAdScqVAABJSqoI0ahFbWFXeNpubzLjyyCJr4SQBLKJZkKIUxS2VhanMD7QrL4tI8Ujm5SUhlOgG5Z6+bVzYRiyCoTfIpKjZKOYs+m5evrD2H/Dc1CGm+GEu4UtRC0hrMHBrq72fWKLdKNw5X3+oyymaS5Z8VJWopSgpOVAAdRLhyzktW7NpC/wDq68hCFolqSSSVocGp5QKHM3r0rFcPghJTMmBaJ6jlCXJowILirlmApZ4tiOFpBKuU5qAKYM9Sk6u225eH3Srj168gO0ezCqWv+6hIJYiYgHKbXpSl6a6whinKypKZYBYF6jsCL+to1eKTQEyysKyn8oVRwwPML2FGftElKEx/DQhCWfOBmOtHNdDC3G3FO6zXf18TYEhKnJAIShYLksCk1owemXpvB5fDJK5aSJf901ILEgs/MpnZiK/xB+HSps1JyLkqSxowBfYgAEGggGJTNlPNXnLXF8urqI0bWCpOSzF18v7MKzOFqlcyVpKTQ5SeV6e3f2h9anAykKSUBOdYYJYqBUxro0Z3FELK0qaoDLzEhB2cHW3sIunAJmICc81SRzFKKf8Ai55tG3odYlHT2yaiufjyDFstjiggIC1zFEEk+E5cM5S1detDDPCZc9KGTkASXOYlw73d9NDAsNJSVhUiX4RAIfOoFWldy+p940cTO8NIGUKmqDhD0cUzK0YfO3Sunp53X+f5yN8APEZyBzTEE8rJXlBBqLBzpro9CHhSVOQgsCkqBcOAVCopmA1rePcTNeWtWZS1I8zFyVFgwLJHYCg9YFw/EqkzSZroSpPKkqBZmu3R694K/UpekDJfFSylZyySkK/OgE5gRUMHariAcRwk4qC1Ek0ICVMAzEOkpf2j3F8cKych7AGjdTqegjJmcUns4SlVQ4Y21DwJyhu2pv5UOovkNPE1c0qBBWapo1vygkCzWP1gWLMxBSVEpXzAlwKknW1jpGyrF5pWZUtSUlgkAua6gF7CMyZipSsyPDqBmfKAUjdh12a9oaUXHuX0tdww+DNTKI6flJu4NxXTT7EbGDxf9XOYuhCVBMuUl9KuTpQZj/DqpkuQEqtYFiC4uGoe0LmbMw05GIb+2GcixBdNuj39HMbTf3L622a3I2uPzBIIKUkuup3YVc3FxXQgmEeOcSl4iTKWASKgh2Ub+YMQwu9fM2sYuKWrHT1FL5Eg+gJNq3V6UHSNFXDycpKUkNcL76AUo1G09IpKeWkDR0bak0UxHGZi1JJYgJSCCTUAMbNeGpHFctbgl7NSrjvpX94RGCSHJUHDMAC3esL/ANbzZEgZSQOytD3v7mJVJvci2ro6bVxNKZPDpUpYIUrKWehFRQjYEbQcYUrQecJ6dDeoNK/SOSxuLWnMUqQ6CUipY5ncgsa2Gmto1+DYleVpxSo0IUkjMBqkvQ1/mD01+uWbIx0He5fixiZw6tVObu6i71u0SC/6mseVWUbAkfAJaJAOjf8A9V6+R1CMekIAU1DzeIjMojRno4PQwhxSZJzgvMCixopDEdKAfCJPQlBcOB+VCUAlTAOo0NHNu0L4WUxGZJIUB+YF9Xqlmt2gS3PCZ5EmFx8lJlhJSjdsqVKCd1FKWAt1MY2LmTDlygkAEO3lTaj6k/esdTPwkpSEoQEqJGdRJcANmYCzkNX9aD4ViJSkKlBRUaAEpAAUqjPQkimgvGelc8sFGNw3JlYVUSKMAT0Fn+3tGn4OQf3UiUCSoghySAGZIq3XSHZixK8XwUgrlshAApmIJOZV/fRt4yf9LnKHizimVL5T4YdRUXBeYo3LvSoLC0NJNLCC0a8k+EEmSylEFlL5QlBrR6lz107CLPMmEv4ShZRcq2diGbf0vCWG4ctawpWbmIdK6ntRu8NcPwBmFeXklJzDkLEqCtruwBJ7NAW+SSa+QMvAzxRYlSssrsWGfqp2qTlBN9rODHJIx4QoqCQwcgZmJFxe7DYR0X4nCJcmXldCQ5GUVc0DsbVNz8Y54zVzQhWVK8tHQjMpJuygkCgNHrV63iXiNNbsLjigtZNTxk4kpTLUUyyl1hQ1ewq1qg7PF1y1IzShNICshLBuVPmSkiwIbTQ7wDDYWT/25lAqrspICuqmDKcv6nrAJ3io5DU1yrzAmhoT0IaMpRTt8vv/AF2A3QhxaQmYtS5SglQLBaTlBKdjXMLBm9o6LgHE1JBlzq8rEkk7BtacxbudoRlY+UJWUpCVBOZSWOmopRQFT6wph+HS1LCASFsVBJNFNUVIvrX1h9NU9ydgXuNH8TCahAWplpF2pld6sz/KEuDqmkKRLNZiD5T5XIcg2Cm+JjSxOJWlITMQtZygKBIykfCtd26R7gxLKTlkqlZakggmmtFOesVcU5Y/kOOxdZI/unK8tiwoSRQFTCp+UL4eamaVTpxIBslyHAAvv0G5MI8USStSkLCk3CkkO50Pbb9YzJYCQa5io1SrMXrsC594SWolLa1/4azpZnEQlCUSkjMQCASzPqSb9IAnFFZCJwOZsoSLFW5N7dxr0gPD8QoqAMpkixVQjYgkw54zuDlCxYitRbo5FIpW4rD/AJYx2ZnYnDqSFGqW8wYkDoSO93iMlSaMndaywGnT6w3ipBUnOFHxHJPWgYN2HxjPmplzspCUiZqcoF9Qf0g0uSnUmrgse4KkKcKCwtCU5UucorckO9mHp1h4YFwFyVNTyLFgbgED5uDCknhrhiajQkj5fOMuTPVKnFTKQbMVEltX3rWnS8M8LJowlqYiuwXHT0jNLUhKSC6qModjtCOInvJmBgxTqQ+jN61hydjkKmFSgVcrHWjufZo9nYCQuWoS1ZFAOxLg60rQ/dIm4ZtdisNRx/Uu3P2A8EPhSUs1QSWu53Ov7Q4jFqIP5k7s3xq4G7xl4RQSBV2SBY/bQ2llbv3r+9N4nZ6XSuC2uimJWVDRtHAI72EJzZBSUrBTmCg1ASC940lYStSUhVCVPrrvbpCSwSm/3XpDLHAig6y/wY/gCYhlD8zn3eD+G1AWOlftopIkhUpIzB1OwHmFWcjR9N4P4eVzQE0q2nW0FuXBOKklj3C7TN1fH9IkIT8Yyjr1zhPwNokN7Xl+BeovL19T6IsFayskJLslSTbqXJNqQ5LWfEKFkA0uGCSHq+z7bxz/ABqdmWQnyIoltbglnraFlY5SvMVEhIAJewLgPsC41vaJPHB5FdzpuCzSDNClAiZLKZZIYjlICX1oB6xxUziBl5cpWBnJUGIU5f1LUbsIfWrxBzE+oep2Ov7Q3+GOCBMzOtDkPkzVruEihbS++ggpbqTHi13NPCqxE1PiDMhCi4cArN3UQ4SATa5tuDGwni3InPLZSBzhQoFUZQOupEJ8RALIE1HighWUllFVb1NGe1Axjj8aZkmbMQsqHikKKSaAO7CpYMSIZXGwRTbpHYcN/EijMzKlsCCQHcsWYmlD0ezvA1cUCBNEtRUVKJSEuWCq2jBxwlpTlmNMUUkBSGLb0LfmALwnwma02WZpLA5ipLhLJBLEVuzMKmgjRlJlo6E5R3Lg63iGNdaFziZUvJUsCSXFEgghz1DjpBJE6WhMwy86AkJ8yqqzOzMXFdKGveOb4lNmYyYCOVAol3BHVn1+rQ9Kw1kpoh0uoIvlo6iOYlqegZoO5bh/9LqON0Gx88qQAtSlJWpqEH0q4AJF+gjN/qJkoAFlJoC4IUlAtU3DZqOfaGcRgEJUvNzJYsDUsSdSbVO16mJglSnecORNk3c9j8u0Sq3kK8K4x3TePuEkYkT1BMtQlS2UoqNy1nLhnrR3peKTsOtDJQFTEi6mIVm7eYUahc1hzG8SCkhKJPhykqTzEZauCAANYUmmYlWaZSYVgZhR9SnYs4v8IMlFNfk45LshriXExPTKKQQtBLpNADS+6aEe8X4VxOUsgJKpalWCrKIuEq1gmCxZnghSC4cEryP/AP0Y5f8AEGBnSg/OUFQAJIIBsASD84s7T3FVFSpLk2+OFCQEBIqSEskMkA/YimBw8pDCZMAUoUBOU1ezEVhhUpBkpmrU5yoBV1IdX1jD4iULZSgtQUfKlQZADCreh+sCUVyybjTdmh4CEKKVqmODS3M3+KjQtsWNIYm8PlpGYzFpA3yge5g/D1pWCkMVJDKzB8x7G4fWF8Vhk5k5gkA+g7s7P8YX9KKxlBL2o2/iAlSSf+1MQtFzzeU3oA9T1b9SysKlS1sUhKg77GlARubdIiZYlqUlKUEuxq30O2pguGwAzZnSlxYG+9ae8NTrA8JrcpLsJplzEL5AVVazlXSlXr9YUxk0FTlw9gfsaxsYnEywcgdIBCcyWBc+w6uBv3imKwoUvMVqUk1KTVvUMfR9Peak+GdsNZPU3NdvqYc+WXqdgKC2nw1+MKzkkJcdR6VEbnE5KwUl01a5v1FSzlwzBoyschWYJUAC4bnCncjTQaV3hsldSUXp8F8HJUEhLFg7H4j57QcS0jzqAA1P62i+IxAQkkpLEsAgM1a1ez60+cI4vHpcNketFKJHajAdoZabKrUUVSNBOIAT5nT+Ugu+sK4idK0UDQnQ+3v84wcbi8yjlTSjnMWfoCnf+YQmYZJ1Y/X+IOxCK8tdzQwWPSJYClJBDsNS+pHw+xAlzEz1oQFBId3Yk+lRb6QlMw76be0Hl4MOFIDM2rkHpt2h8LKBTSo8XwxANDmG+/XSPY0ETC1b9UgxI3VY3SQHFY5gEgmuzktYUpSGMIlakghJ5SwCswJ1dgPt/dKWtqmrjzPp8/jD8lSVAcxCUm7F+n5rvtE2qOF+HjCFsclCaohAQAoqYOfNSwuSat6x9H4eAhBmLABD0BslNAn9f2jiP+m5UMRMXOoMrIBDB3FupST8Ye4lxzIZ0o2KlEFqAuwB6MPjBSUcnMtKW6lyYHG8QqZO8ZLulVKdTXqCS7f7vSPP69eImrnEBKlgAhnbKAHD2Bazwv8A1gzBtQNXv99IOleRZAs70qx1I1pSFeEdunpRjq7WMgElyfV9PePV8Rbyhy2v0o0NHHFQ5lEu5fUnUk7+seSEJdwBUMSQ5toTUekJaPRSaVIVw2FVMXmUhRISwUpZcA9CcrFjGmZh1Kk7Zqlx2N+/SFZ+QKZeX0JFizkhy9bHY30D4R/7ilkJZ2NbWLim2upDRuTi67X6TSw+J8Q5VLQhmfRRZjQvUHru9IcRxOTJBSjKo0oz10YXJ9h1jlxxLPMAASrKAzOQkbdXp2+Ea2FlJTUJOcqd0kuSfs6UA6Q8MHnTk7akaWLmzTkTMolTg2ISosQACMtAPWsGxLlMszDmMsVIspRqCB1P0hPE4pYVNlqTmlE0aqk622F4Q4DilTJ8uWXYFRALAOkG+r0oCwg8k4wcrPZk2dIU4YFfMUqBOUnQVDbt1tDw49NH9vEywZSwWWmnooWUelD3icbWDOUkszoZT2OVm7U+AiyTLXK8KbykjlVo/wCoNCNfWDG1aQ2k0pe1wZWCJ8JchXPLSXSoEkkHRqXD9n9lcq5ikvlSj8iWZyNW6Xe0M8Iny0pyrZyoUehdo0p+FJWFKuWTXYAn77wHlD+IjU3QfCpJlOeVaQajYVp+kZqsUVhJmFSEjUAEAgeZQ1ep+6FxXEDLJQFMpO4LKCqt7EH1O8KqQZs0WCcp5bppoRq0M6aJOLVWPSQ4POlaTUKlhiDvf1hOeSuigyrOKObPtW9Y9kypJByHwFi6Xcdw+nZoQxClpDGYlYLmhBPUEirPpCtNLB0+GjGU6krC4fDkEnMHoUquxGo0BtWDhGX83fr+99PnC2GcEBZICg4YOOj1ptR4ouYLffwhD0NOEY+xXzGV4rwiByhBdi7N73NrwlPxXMDQsRQFxd3DdXiTimxU4axAHoznpWFkgBaAGAbMG+Hq4FjDJITWhSSQbGJVQrPMRfpZk3++8Z06SgUQK1zf5blh+UfE02aNLIFEEvo4JdyCVAvpvoAwFoEqXLzPmYgPUkqbqKVh48YDH3mWmY1Mr0+ev3tFsNLKyaAML+wHZyQPWNKbg0tmu+gZ+4LffwhCYMoKSpgRzbkBQUz6EMNnaMUU0+BZZIq7C/yii8RprBFh7qB6mj+mnaBKluogDb5PaGDZbxF9feJC/wDUFNG+Jj2NtNuOhTiZMskJCVFIuQVF7Uow969oqmYpaivlfZrD2p93gaEFQoKPUqf4Jf8ASNGTKCUl/v7pEpUicfDpu5Oz2ShSEgZxmZxuCLEHTuawLHIB85eYRzaAK1B6vcUb3i2UPyu/wgak0ZvnCJ9x4aKUtxniWrQs0N41AGVXR7/e0CC21A9CB9YamHNLFDymunuCHhmxdeltl5MFIxStP1+t4elYh7gg9tLU6d4SwyX8j5jYJuG2Ohh+VhlhRChT/JZYVar2J7uOhhWrZ07gaJeVs00s9MxApq12F6wXEoExkhAZRuEtU0BIFzUhthEnTpSFFSKqcgEgGmjOLh4NPmhCc6pmVZPLz+rPfUsx1MN8CE4cOgWDwiUkoFwXUQzdyY1xhVpSSSQgB2fLmLOa3OzD1jGmzzWiqsSzs7XbUw/xHF0JJJUsBnsEdNv5gL2bbPL8RpOD3y72bOKkZ5gXKV5qg6HUP8RHNYwKlTVFiFOFBgak6DoXVF8LiVJbnUGsNBq46vrBcbNK8igzgMRWrOXBsD6Q1pl/D6MoSTatNGdx4qWCpagbeU69negJ06UinDcSZkrw1EKOZg5LvRiDX5bwXGh0qKlA0NAkAhqsVXO/rCXCyAFij6E3BLinXbrCjLw9NRaAz8e1TKNbMoC2rszntRh69PO4icqZpFCoEAbMQT3jJmyM51zXcgM51Z2+XaAmeUjKzAVZqvW3c7bQylSLeI8M5xVMYOJ8eaqd4eRJUlyo1LMkDvlqwe0O8WWAUAWSkuBR6gEP2ArGDMn5nLa3A/an7QyZ4IAWqjsNg/1+6QbBqeH3ONcIelstRUAUgML77/8Ak4hPFTyglOQPuzfxCk3iS0koATlBqxKiWtWwj3iGJExSVB00Yj99mgvgTS0Zaerjg9n4gqJblGwqQPlHqJlBqR+t+36RnzsQrQCA/wBYqBtbO3CNHEywbg/f38oqtizApISE6CxJep6wPCzQdX669oamFIZ/22tBTawCUU8i8qesFph7H94YmocMQD97H9oEkv27wVM6gBDbHtCP3DUAljK5FKu3X13+kWVicySpQGYXJrTsQx1g01II1hWY4sPvrDKRKemnwUmYQKqGY1YEU97dnpEOGKUgF2rR9mANmbW8FkrQm3M73BoRqP2ik2a5BUAtqM7uNqdNi8Usim26FMzU8IlqOFCPY1kDCEAkZemZm9wTEiXWj5fZg66XZ/QaRISGvsPv7vBFliA9TptBJaCQwYltfTuR9YWky3OVTJJBIB+jKBhKs7W6JOWAL11/mKEmhLbkPZnZ+/0i0gFiQpAADhh21Lk67wxLmgVU5PU/JIelbnYQXgnKe1GbiJWept6w4JZysVlT3cUdmAGoanx7QKbPA8o7U+R+/lCq8Sb3+xBSvAutDfEMJyUp5VlCiwLBvka2HvAMOE5gVKWqtlF/hCM4cxJj1KlfdodxG037Ks3kTUmjH1EUPDpbPkBD0J70pZ4z5ExTEsdyW+sOYDEPMS5JJ/KB5RVyTCU0DW1NsbC4iap2VlWAaKAIBbVjvtBZuBzkKKsoIrqwqSRXsW69IBOUitFJLklnOYVqNvn8INJU0vMGUSqiVHmCWJKnOzfGFq0cc5R1YKEUN4TIlRSqp3JazjWuZxse0Kz8VmJrQWAHz9IBj0rEuqsq3GUOnJvV9G3J0gwlLTJ/uKkgu+alNGKg1DsBB2nTDUjF+0zw+W41pX4i38QpgUcyno4p10eGJSGSSCTpRJPxhIzDm6tlHv33+UFI2o/9yL+JrLxEpADhS70BITqx0cv92EZM1Spig6gm9WYObWfs8Wzq8pFa2rWxoNQ0eypKi4CTmCSoFiBRuVx+ZzBorJ2jxUhqEEHr86aQGaAKb7fff2hqySlXnYUfysXL1v8AdKx5NYhzU6U9bWrGBCdrIgURGGpD6PYwbwjUsW3Z2hdcinQH59IKKM9UzMKHrC02R0hlbM4f116iPQk+0FYByCwqMpoxEMEFn07wyjCLAJykBLO4Yh2qxrVxaKCSXsSHYMCdIF2BNdmBUY98zJS5JNAAXJpo14LLSM4zHKl60q2p7x1uAmyBWVlB6X97xiOvr9JcX+BLC8A5B4iikkVYAgdxrsSDAcVweSkABcxmq7GraBv1jTxnE0IBzKDsSBqWBPpb1jJPGAFc8sbgpILg2INiDv7gQ21Lk4Yz8RPK/gxMXKSFFKFKI3UAC+oLX9YQxSQKDW/6iOg43xhM1KUhGrhRYkbildtd70ZKTgDOSQgKzCrkMDoWJLfr0g2dsZVBOeDGUTv8IkXJahFeoESGKHUlCTKWJiRnblSAQAKOXZnr1iYbFhLFOg5rdDUly33vHnECSQFLdAo4p2ApX6wnLAd6pGjt7n4+8QsEWtWPuYyudmU5AGpdr6tt+3pCc+eHpV/tt4i5pNB9iKZSrsNdPWMWUaR4t72gUxiaUp8d4Mvlaz/L94CuWTUUTZtYKCALE8wpFtdIOJIagLgt9/pBsFh+apTXQli1iTqNfaDZPUmoK2LhCgDTlNz+h9vaBzHZkgua0BelYJ/WJWXRLOWz0ApqKGmukaGDxCKGZQMQyWcg6Ekt1FmZusbPcRPdG6oRkIUQtiHGUiofamga9dmrDODnnNRGYnmBoTQOw67d/WF1Ynm5XyNRJCQWFqpGzUrreLhaQOYKJJ81KZtBtTTSMznnpU9w+MeFNyKUSkln1Pa3wFYrJlrKilXKkBgTzMKO1GhDDZUMciXuHJf6CLTMYt3JNdqN9IFLsUWjtVxOj4itMoBICmbzOQ9hmoW6PS8YEyYQXBqDv8PpEkcWmtlUkqQd6EdifvtAcXNBtrvf+YdRyS1E91jCpIUolFCRXKvK6TXmFyGFRuL3hubiPDBEtJJIHMOVn2Joda/K8J4ZbjcsWo/mBb5woqYvMxLhNHJJrqPQuKQzLRW41OHyBMKUhFRVwoBxdyaA+8OKSVnKpB5SWUVhQal2UVaCkYsmaTqBBkk2UDRyLt7ekRfJR6abTNFfDVgF0nKLHI6d7igHeF5XDishKQKks1iRfpSDYYTAAbprynlPcaWLfvWHpOIKBmCUuFAs4fUOGBamkCyUvEqLS5OdmYFbkAKodn9I9GHU4BoG31vHTyeLrlryqllKCHDEUPUFm2o9oWxuLCllyCCBcB0n/aoVd7uewg2dEZJ8GOuXNlgCZYppel7h3D0JZrx4JiFEMFJW/Mo+U1u2lzbQdTDysNmPX5/vHmGkMCVeYHly2LXdw9KbC941k5PThy+DMfnGZC5gcZim4G7vt1B9q7v9Nhqh0kG2igdgTU/YhZM3OyWZrd94WxktiPT5CBdnC/Hvd7KwBxmFaYUhiBY76+4hSYnStNK23A+PrDgFbX701YdIJPnJUlISg5gak1JcVN9300hkzs0/ERmk1/gmF4aia6ZaZi7GhSCK1pp3tWDCStDBKVoCyCSRlzIq5BZiR+t2jQ4FjJWGlqK1KUpZsBVLd7Vf4Q1/rkoqUEuJZL5VWc+alhooHcq6QtnFOac2txjrRK/MAo0qHrEgs2XhVkqdYfYkD2zRIb5idR+b9fMQRicwyrNzQ7Hc/WAJkklqV6097RDKKe8GSrq/3rC8cHr6ekoXt7jAwlAaN8oopDJvX7t7wUTFKASAwu7VVo5Ouv6QNcoo3c2BFxr/AD1gFAUuQnVyTpEmukda062sGreJLmc1nb7f3eGkoapb2jGM4HMzrCa6pPwZ7fKA4oJOdJQyyu6mcBzQ022IEWmBybMdbBvtopLkhu7+jb9IdYJS005WwWVvK0Ew8nOti+WrkBy3YkQxKw/+QN26+g7fSJmIJSPK7toO+n0g2Me/0yUnzFRewZvUu3zj1RJplHlAGpo1iTTW2kWKaFtfbS0QpIqK+/39iFsFC0xBrVunwqYEtQBbmOg6H2+ENMbfRotMSE6vVi9O77wUzMWmEtq561I6mAqQrK7WvGnJwQWM2cOaW+/swLFcLWFf5jofn0hlOjllqabe1vIvgFP6H5W+ohxcs53oDlq3t+kBlYRaSKexFhBxPJLqDfLt9YzmmVhteYsF/py2dNelHhjCyFPYgDf7+P6xcK+bAw1w/MXCi9elvnE9zumT1OtlR+pZRIiKW1vT5wZct7ViksAsHF3Pb7eHxwzx5QlF0xabOKs+YJOVgO1SL9hWCpNjR26e8aszDCYCvKE8tSP8QSA/t7RiMxKbt/MJt24GlqO002TO5vRgQwvVmL08zCNVRQqUcoZRIB7dO7CEQgCWkDcKb1PyZXuIdw8rIhzq3uHisY0xnqSkknwZ2HllKirqfrFZ3MSwf6Q/4KVVJpfKLDudT0ivhApcJAQd9eyfr8Y2zBNRM10pIz5m/wBop7mntAJxUzggB7NUp3F49xuViCoA9LgbdukJLxSg7l7B9/V6H94SrO3QjpTW3uaapUtf5xX7eKDAIAzKWCB1YesYwUpyySWuNRe7V3gE5VO8FQDLwUeVI1jIl/8A3URIzZCBlESDtOfazVA5TA9T97RIkTPfXJfCTCZ5DlghwHsXNtoZnLJSpRJKiXJNzXUxIkGXYEe4QeRP3rAVVlretfoYkSFCL4PzKGjGntAkXQNGt6RIkMA1sUkBSgKNlb1d/eFpooO/1ESJCoB5PPInt+keTjT72iRIxiN84Hibn/lHsSGXAr5D4Xyj/kr5IjVmeT0H1iRIV8Hg+K/ckZuGHK+r3ii49iROPJTwP7y+Z4qpDxqcNoKbn5xIkWh+o9Dxv7XzC8ZWfDRU1Jfr3hMhlpanKr6RIkLP908mXB0CP/lV/wDAfWOUSef/AMR8okSK6nYWXY0MMP7if/xn5CGMeeZP/ERIkWQ64FjoNH+sExhov/j+sSJAQUYfEaANTtAsCgETAQCMouOoiRIi+R/D/uxF8MHCial7m/5Yy1adj8okSKI9N9x3CjlESJEjHI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336600"/>
                </a:solidFill>
              </a:rPr>
              <a:t>Fertilizer requirement of young palms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t"/>
            <a:r>
              <a:rPr lang="en-US" b="1" dirty="0" smtClean="0"/>
              <a:t>3 months </a:t>
            </a:r>
            <a:endParaRPr lang="en-IN" dirty="0" smtClean="0"/>
          </a:p>
          <a:p>
            <a:pPr fontAlgn="t">
              <a:buNone/>
            </a:pPr>
            <a:r>
              <a:rPr lang="en-US" b="1" dirty="0" smtClean="0"/>
              <a:t>  (1/10</a:t>
            </a:r>
            <a:r>
              <a:rPr lang="en-US" b="1" baseline="30000" dirty="0" smtClean="0"/>
              <a:t>th</a:t>
            </a:r>
            <a:r>
              <a:rPr lang="en-US" b="1" dirty="0" smtClean="0"/>
              <a:t> of full dose)</a:t>
            </a:r>
          </a:p>
          <a:p>
            <a:pPr fontAlgn="t"/>
            <a:endParaRPr lang="en-US" b="1" dirty="0" smtClean="0"/>
          </a:p>
          <a:p>
            <a:pPr fontAlgn="t"/>
            <a:r>
              <a:rPr lang="en-US" b="1" dirty="0" smtClean="0"/>
              <a:t>1</a:t>
            </a:r>
            <a:r>
              <a:rPr lang="en-US" b="1" baseline="30000" dirty="0" smtClean="0"/>
              <a:t>st</a:t>
            </a:r>
            <a:r>
              <a:rPr lang="en-US" b="1" dirty="0" smtClean="0"/>
              <a:t> year (1/3</a:t>
            </a:r>
            <a:r>
              <a:rPr lang="en-US" b="1" baseline="30000" dirty="0" smtClean="0"/>
              <a:t>rd</a:t>
            </a:r>
            <a:r>
              <a:rPr lang="en-US" b="1" dirty="0" smtClean="0"/>
              <a:t> of full dose)</a:t>
            </a:r>
          </a:p>
          <a:p>
            <a:pPr fontAlgn="t"/>
            <a:endParaRPr lang="en-US" b="1" dirty="0" smtClean="0"/>
          </a:p>
          <a:p>
            <a:pPr fontAlgn="t"/>
            <a:r>
              <a:rPr lang="en-US" b="1" dirty="0" smtClean="0"/>
              <a:t>2</a:t>
            </a:r>
            <a:r>
              <a:rPr lang="en-US" b="1" baseline="30000" dirty="0" smtClean="0"/>
              <a:t>nd</a:t>
            </a:r>
            <a:r>
              <a:rPr lang="en-US" b="1" dirty="0" smtClean="0"/>
              <a:t> Year(2/3</a:t>
            </a:r>
            <a:r>
              <a:rPr lang="en-US" b="1" baseline="30000" dirty="0" smtClean="0"/>
              <a:t>rd</a:t>
            </a:r>
            <a:r>
              <a:rPr lang="en-US" b="1" dirty="0" smtClean="0"/>
              <a:t> of full dose)</a:t>
            </a:r>
          </a:p>
          <a:p>
            <a:pPr fontAlgn="t"/>
            <a:endParaRPr lang="en-US" b="1" dirty="0" smtClean="0"/>
          </a:p>
          <a:p>
            <a:pPr fontAlgn="t"/>
            <a:r>
              <a:rPr lang="en-US" b="1" dirty="0" smtClean="0"/>
              <a:t>3</a:t>
            </a:r>
            <a:r>
              <a:rPr lang="en-US" b="1" baseline="30000" dirty="0" smtClean="0"/>
              <a:t>rd</a:t>
            </a:r>
            <a:r>
              <a:rPr lang="en-US" b="1" dirty="0" smtClean="0"/>
              <a:t> Year onwards (full dose)</a:t>
            </a:r>
          </a:p>
          <a:p>
            <a:pPr fontAlgn="t"/>
            <a:endParaRPr lang="en-US" b="1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Organic </a:t>
            </a:r>
            <a:r>
              <a:rPr lang="en-US" dirty="0" err="1" smtClean="0"/>
              <a:t>manuring</a:t>
            </a:r>
            <a:r>
              <a:rPr lang="en-US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142984"/>
            <a:ext cx="8186766" cy="4983179"/>
          </a:xfrm>
        </p:spPr>
        <p:txBody>
          <a:bodyPr>
            <a:normAutofit/>
          </a:bodyPr>
          <a:lstStyle/>
          <a:p>
            <a:r>
              <a:rPr lang="en-US" dirty="0" smtClean="0"/>
              <a:t>Availability </a:t>
            </a:r>
            <a:r>
              <a:rPr lang="en-US" dirty="0" smtClean="0"/>
              <a:t>of recyclable biomass estimated as </a:t>
            </a:r>
            <a:r>
              <a:rPr lang="en-US" dirty="0" smtClean="0">
                <a:solidFill>
                  <a:srgbClr val="FF0000"/>
                </a:solidFill>
              </a:rPr>
              <a:t>14 – 16 </a:t>
            </a:r>
            <a:r>
              <a:rPr lang="en-US" dirty="0" err="1" smtClean="0">
                <a:solidFill>
                  <a:srgbClr val="FF0000"/>
                </a:solidFill>
              </a:rPr>
              <a:t>tonnes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annually from one hectare of a well maintained garden of 175 trees (In the form of leaves, spathe, bunch waste </a:t>
            </a:r>
            <a:r>
              <a:rPr lang="en-US" dirty="0" smtClean="0"/>
              <a:t>&amp; </a:t>
            </a:r>
            <a:r>
              <a:rPr lang="en-US" dirty="0" smtClean="0"/>
              <a:t>husk </a:t>
            </a:r>
            <a:r>
              <a:rPr lang="en-US" dirty="0" smtClean="0"/>
              <a:t>).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From a coconut based multispecies high density cropping system, it is </a:t>
            </a:r>
            <a:r>
              <a:rPr lang="en-US" dirty="0" smtClean="0">
                <a:solidFill>
                  <a:srgbClr val="FF0000"/>
                </a:solidFill>
              </a:rPr>
              <a:t>20-24 t per ha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Organic </a:t>
            </a:r>
            <a:r>
              <a:rPr lang="en-US" b="1" dirty="0" err="1" smtClean="0">
                <a:solidFill>
                  <a:srgbClr val="C00000"/>
                </a:solidFill>
              </a:rPr>
              <a:t>manuring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sz="4000" b="1" dirty="0" smtClean="0">
                <a:solidFill>
                  <a:srgbClr val="C00000"/>
                </a:solidFill>
              </a:rPr>
              <a:t>Organic manures</a:t>
            </a:r>
          </a:p>
          <a:p>
            <a:r>
              <a:rPr lang="en-US" sz="4000" b="1" dirty="0" smtClean="0">
                <a:solidFill>
                  <a:srgbClr val="C00000"/>
                </a:solidFill>
              </a:rPr>
              <a:t>Green manures</a:t>
            </a:r>
          </a:p>
          <a:p>
            <a:r>
              <a:rPr lang="en-US" sz="4000" b="1" dirty="0" err="1" smtClean="0">
                <a:solidFill>
                  <a:srgbClr val="C00000"/>
                </a:solidFill>
              </a:rPr>
              <a:t>Biofertilizers</a:t>
            </a:r>
            <a:r>
              <a:rPr lang="en-US" sz="4000" b="1" dirty="0" smtClean="0">
                <a:solidFill>
                  <a:srgbClr val="C00000"/>
                </a:solidFill>
              </a:rPr>
              <a:t> </a:t>
            </a:r>
            <a:endParaRPr lang="en-IN" sz="4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85776"/>
            <a:ext cx="8858280" cy="179704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Green manures</a:t>
            </a:r>
            <a:br>
              <a:rPr lang="en-US" sz="3200" b="1" dirty="0" smtClean="0"/>
            </a:br>
            <a:r>
              <a:rPr lang="en-US" sz="3200" b="1" dirty="0" smtClean="0"/>
              <a:t>Basin management - Nitrogen fixing legumes 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00240"/>
            <a:ext cx="8686800" cy="4125923"/>
          </a:xfrm>
        </p:spPr>
        <p:txBody>
          <a:bodyPr>
            <a:normAutofit/>
          </a:bodyPr>
          <a:lstStyle/>
          <a:p>
            <a:r>
              <a:rPr lang="en-US" sz="4400" i="1" dirty="0" err="1" smtClean="0">
                <a:solidFill>
                  <a:srgbClr val="FF0000"/>
                </a:solidFill>
              </a:rPr>
              <a:t>Pueraria</a:t>
            </a:r>
            <a:r>
              <a:rPr lang="en-US" sz="4400" i="1" dirty="0" smtClean="0">
                <a:solidFill>
                  <a:srgbClr val="FF0000"/>
                </a:solidFill>
              </a:rPr>
              <a:t>  </a:t>
            </a:r>
            <a:r>
              <a:rPr lang="en-US" sz="4400" i="1" dirty="0" err="1" smtClean="0">
                <a:solidFill>
                  <a:srgbClr val="FF0000"/>
                </a:solidFill>
              </a:rPr>
              <a:t>phaseoloides</a:t>
            </a:r>
            <a:endParaRPr lang="en-US" sz="4400" i="1" dirty="0" smtClean="0">
              <a:solidFill>
                <a:srgbClr val="FF0000"/>
              </a:solidFill>
            </a:endParaRPr>
          </a:p>
          <a:p>
            <a:r>
              <a:rPr lang="en-US" sz="4400" i="1" dirty="0" smtClean="0">
                <a:solidFill>
                  <a:srgbClr val="FF0000"/>
                </a:solidFill>
              </a:rPr>
              <a:t>Mimosa  </a:t>
            </a:r>
            <a:r>
              <a:rPr lang="en-US" sz="4400" i="1" dirty="0" err="1" smtClean="0">
                <a:solidFill>
                  <a:srgbClr val="FF0000"/>
                </a:solidFill>
              </a:rPr>
              <a:t>invisa</a:t>
            </a:r>
            <a:endParaRPr lang="en-US" sz="4400" i="1" dirty="0" smtClean="0">
              <a:solidFill>
                <a:srgbClr val="FF0000"/>
              </a:solidFill>
            </a:endParaRPr>
          </a:p>
          <a:p>
            <a:r>
              <a:rPr lang="en-US" sz="4400" i="1" dirty="0" err="1" smtClean="0">
                <a:solidFill>
                  <a:srgbClr val="FF0000"/>
                </a:solidFill>
              </a:rPr>
              <a:t>Calapagonium</a:t>
            </a:r>
            <a:r>
              <a:rPr lang="en-US" sz="4400" i="1" dirty="0" smtClean="0">
                <a:solidFill>
                  <a:srgbClr val="FF0000"/>
                </a:solidFill>
              </a:rPr>
              <a:t>  </a:t>
            </a:r>
            <a:r>
              <a:rPr lang="en-US" sz="4400" i="1" dirty="0" err="1" smtClean="0">
                <a:solidFill>
                  <a:srgbClr val="FF0000"/>
                </a:solidFill>
              </a:rPr>
              <a:t>mucunoides</a:t>
            </a:r>
            <a:endParaRPr lang="en-US" sz="4400" i="1" dirty="0" smtClean="0">
              <a:solidFill>
                <a:srgbClr val="FF0000"/>
              </a:solidFill>
            </a:endParaRPr>
          </a:p>
          <a:p>
            <a:r>
              <a:rPr lang="en-US" sz="4400" i="1" dirty="0" err="1" smtClean="0">
                <a:solidFill>
                  <a:srgbClr val="FF0000"/>
                </a:solidFill>
              </a:rPr>
              <a:t>Vigna</a:t>
            </a:r>
            <a:r>
              <a:rPr lang="en-US" sz="4400" i="1" dirty="0" smtClean="0">
                <a:solidFill>
                  <a:srgbClr val="FF0000"/>
                </a:solidFill>
              </a:rPr>
              <a:t>  </a:t>
            </a:r>
            <a:r>
              <a:rPr lang="en-US" sz="4400" i="1" dirty="0" err="1" smtClean="0">
                <a:solidFill>
                  <a:srgbClr val="FF0000"/>
                </a:solidFill>
              </a:rPr>
              <a:t>unguiculata</a:t>
            </a:r>
            <a:r>
              <a:rPr lang="en-US" sz="4400" i="1" dirty="0" smtClean="0">
                <a:solidFill>
                  <a:srgbClr val="FF0000"/>
                </a:solidFill>
              </a:rPr>
              <a:t> </a:t>
            </a:r>
            <a:endParaRPr lang="en-US" sz="4400" i="1" dirty="0">
              <a:solidFill>
                <a:srgbClr val="FF0000"/>
              </a:solidFill>
            </a:endParaRPr>
          </a:p>
        </p:txBody>
      </p:sp>
      <p:pic>
        <p:nvPicPr>
          <p:cNvPr id="4" name="Picture 2" descr="http://www.tropicalforages.info/key/Forages/Media/Html/images/Pueraria_phaseoloides/Pueraria_phaseoloides_01-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15074" y="1214422"/>
            <a:ext cx="2484601" cy="185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://cookislands.bishopmuseum.org/MM/MX1-4/4P179_Mimo-invi_1GM_MXq-F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72264" y="2928934"/>
            <a:ext cx="2289033" cy="1481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cookislands.bishopmuseum.org/MM/MX1-4/4P181_Calo-mucu_MK_GM2_MX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72198" y="4429132"/>
            <a:ext cx="2857480" cy="190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://www.tropicalforages.info/key/Forages/Media/Html/images/Vigna_unguiculata/Vigna_unguiculata_0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00430" y="5143512"/>
            <a:ext cx="1904991" cy="152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68140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Green manures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87963"/>
          </a:xfrm>
        </p:spPr>
        <p:txBody>
          <a:bodyPr/>
          <a:lstStyle/>
          <a:p>
            <a:r>
              <a:rPr lang="en-US" dirty="0" smtClean="0"/>
              <a:t>On an average produces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15-20 kg green matter/basin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100-150 g nitrogen/basin </a:t>
            </a:r>
          </a:p>
          <a:p>
            <a:r>
              <a:rPr lang="en-US" dirty="0" smtClean="0"/>
              <a:t>Contributes other major nutrients, enhance the population of beneficial microbes, improves enzymatic activities, improves soil fertility. </a:t>
            </a:r>
          </a:p>
          <a:p>
            <a:r>
              <a:rPr lang="en-US" dirty="0"/>
              <a:t>Green manure seeds are sown during </a:t>
            </a:r>
            <a:r>
              <a:rPr lang="en-US" dirty="0" smtClean="0"/>
              <a:t>May -June </a:t>
            </a:r>
            <a:r>
              <a:rPr lang="en-US" dirty="0"/>
              <a:t>and incorporated in basins at flowering</a:t>
            </a:r>
          </a:p>
        </p:txBody>
      </p:sp>
    </p:spTree>
    <p:extLst>
      <p:ext uri="{BB962C8B-B14F-4D97-AF65-F5344CB8AC3E}">
        <p14:creationId xmlns:p14="http://schemas.microsoft.com/office/powerpoint/2010/main" xmlns="" val="39190403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Green manure crops in basins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 descr="http://agritech.tnau.ac.in/horticulture/Green_Manure_in_Coconut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2071678"/>
            <a:ext cx="4857784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Glyricidia</a:t>
            </a: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428736"/>
            <a:ext cx="8258204" cy="4697427"/>
          </a:xfrm>
        </p:spPr>
        <p:txBody>
          <a:bodyPr/>
          <a:lstStyle/>
          <a:p>
            <a:r>
              <a:rPr lang="en-US" b="1" dirty="0" err="1" smtClean="0">
                <a:solidFill>
                  <a:srgbClr val="C00000"/>
                </a:solidFill>
              </a:rPr>
              <a:t>Glyricidia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lopping</a:t>
            </a:r>
            <a:r>
              <a:rPr lang="en-US" dirty="0" err="1" smtClean="0"/>
              <a:t>s</a:t>
            </a:r>
            <a:r>
              <a:rPr lang="en-US" dirty="0" smtClean="0"/>
              <a:t> when applied at the rate of </a:t>
            </a:r>
            <a:r>
              <a:rPr lang="en-US" dirty="0" smtClean="0">
                <a:solidFill>
                  <a:srgbClr val="FF0000"/>
                </a:solidFill>
              </a:rPr>
              <a:t>30 kg per palm </a:t>
            </a:r>
            <a:r>
              <a:rPr lang="en-US" dirty="0" smtClean="0"/>
              <a:t>could meet the total N demand, part of P and K and can reduce the inorganic fertilizer inputs by 40%. 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( Almost 90% N, 25% P and 15% K)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Organic manures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Efficiently carried out in an IFS. </a:t>
            </a:r>
          </a:p>
          <a:p>
            <a:r>
              <a:rPr lang="en-US" dirty="0" smtClean="0"/>
              <a:t>Fodder grasses hybrid </a:t>
            </a:r>
            <a:r>
              <a:rPr lang="en-US" dirty="0" err="1" smtClean="0"/>
              <a:t>napier</a:t>
            </a:r>
            <a:r>
              <a:rPr lang="en-US" dirty="0" smtClean="0"/>
              <a:t> and guinea yield </a:t>
            </a:r>
            <a:r>
              <a:rPr lang="en-US" dirty="0" smtClean="0">
                <a:solidFill>
                  <a:srgbClr val="FF0000"/>
                </a:solidFill>
              </a:rPr>
              <a:t>50 -60 t of green fodder per ha</a:t>
            </a:r>
          </a:p>
          <a:p>
            <a:r>
              <a:rPr lang="en-US" dirty="0" smtClean="0"/>
              <a:t>This will be sufficient to maintain 5 crossbred </a:t>
            </a:r>
            <a:r>
              <a:rPr lang="en-US" dirty="0" err="1" smtClean="0"/>
              <a:t>milch</a:t>
            </a:r>
            <a:r>
              <a:rPr lang="en-US" dirty="0" smtClean="0"/>
              <a:t> cows and provide enough </a:t>
            </a:r>
            <a:r>
              <a:rPr lang="en-US" dirty="0" smtClean="0">
                <a:solidFill>
                  <a:srgbClr val="C00000"/>
                </a:solidFill>
              </a:rPr>
              <a:t>FYM</a:t>
            </a:r>
            <a:r>
              <a:rPr lang="en-US" dirty="0" smtClean="0"/>
              <a:t>.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Biofertilizers</a:t>
            </a: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 fixing bacteria – </a:t>
            </a:r>
            <a:r>
              <a:rPr lang="en-US" i="1" dirty="0" err="1" smtClean="0">
                <a:solidFill>
                  <a:srgbClr val="FF0000"/>
                </a:solidFill>
              </a:rPr>
              <a:t>Azospirillum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brasilense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dirty="0" smtClean="0"/>
              <a:t>P </a:t>
            </a:r>
            <a:r>
              <a:rPr lang="en-US" dirty="0" err="1" smtClean="0"/>
              <a:t>solubilising</a:t>
            </a:r>
            <a:r>
              <a:rPr lang="en-US" dirty="0" smtClean="0"/>
              <a:t> bacteria – </a:t>
            </a:r>
            <a:r>
              <a:rPr lang="en-US" i="1" dirty="0" smtClean="0">
                <a:solidFill>
                  <a:srgbClr val="FF0000"/>
                </a:solidFill>
              </a:rPr>
              <a:t>Bacillus </a:t>
            </a:r>
            <a:r>
              <a:rPr lang="en-US" i="1" dirty="0" err="1" smtClean="0">
                <a:solidFill>
                  <a:srgbClr val="FF0000"/>
                </a:solidFill>
              </a:rPr>
              <a:t>subtilis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US" dirty="0" smtClean="0"/>
              <a:t>  ( Soil applied @ 100g /palm annually along with organic amendments)</a:t>
            </a:r>
          </a:p>
          <a:p>
            <a:pPr>
              <a:buNone/>
            </a:pPr>
            <a:r>
              <a:rPr lang="en-US" dirty="0" smtClean="0"/>
              <a:t>     </a:t>
            </a:r>
            <a:r>
              <a:rPr lang="en-US" i="1" dirty="0" smtClean="0">
                <a:solidFill>
                  <a:srgbClr val="FF0000"/>
                </a:solidFill>
              </a:rPr>
              <a:t>Pseudomonas </a:t>
            </a:r>
            <a:r>
              <a:rPr lang="en-US" i="1" dirty="0" smtClean="0">
                <a:solidFill>
                  <a:srgbClr val="FF0000"/>
                </a:solidFill>
              </a:rPr>
              <a:t>fluorescens 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FF0000"/>
                </a:solidFill>
              </a:rPr>
              <a:t>Bacillus </a:t>
            </a:r>
            <a:r>
              <a:rPr lang="en-US" i="1" dirty="0" err="1" smtClean="0">
                <a:solidFill>
                  <a:srgbClr val="FF0000"/>
                </a:solidFill>
              </a:rPr>
              <a:t>subtilis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are </a:t>
            </a:r>
            <a:r>
              <a:rPr lang="en-US" dirty="0" smtClean="0">
                <a:solidFill>
                  <a:srgbClr val="0070C0"/>
                </a:solidFill>
              </a:rPr>
              <a:t>biopriming</a:t>
            </a:r>
            <a:r>
              <a:rPr lang="en-US" dirty="0" smtClean="0"/>
              <a:t> agents to enhance growth and </a:t>
            </a:r>
            <a:r>
              <a:rPr lang="en-US" dirty="0" err="1" smtClean="0"/>
              <a:t>vigour</a:t>
            </a:r>
            <a:r>
              <a:rPr lang="en-US" dirty="0" smtClean="0"/>
              <a:t> of coconut seedlings. </a:t>
            </a:r>
            <a:endParaRPr lang="en-I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8568"/>
            <a:ext cx="8229600" cy="15531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3100" b="1" dirty="0" smtClean="0">
                <a:solidFill>
                  <a:srgbClr val="C00000"/>
                </a:solidFill>
              </a:rPr>
              <a:t>Organic ways </a:t>
            </a:r>
            <a:br>
              <a:rPr lang="en-US" sz="3100" b="1" dirty="0" smtClean="0">
                <a:solidFill>
                  <a:srgbClr val="C00000"/>
                </a:solidFill>
              </a:rPr>
            </a:br>
            <a:r>
              <a:rPr lang="en-US" sz="3100" b="1" dirty="0" smtClean="0">
                <a:solidFill>
                  <a:srgbClr val="C00000"/>
                </a:solidFill>
              </a:rPr>
              <a:t>of plant protection </a:t>
            </a:r>
            <a:br>
              <a:rPr lang="en-US" sz="3100" b="1" dirty="0" smtClean="0">
                <a:solidFill>
                  <a:srgbClr val="C00000"/>
                </a:solidFill>
              </a:rPr>
            </a:br>
            <a:r>
              <a:rPr lang="en-US" sz="3100" b="1" dirty="0" smtClean="0">
                <a:solidFill>
                  <a:srgbClr val="C00000"/>
                </a:solidFill>
              </a:rPr>
              <a:t>Some </a:t>
            </a:r>
            <a:r>
              <a:rPr lang="en-US" sz="3100" b="1" dirty="0" err="1" smtClean="0">
                <a:solidFill>
                  <a:srgbClr val="C00000"/>
                </a:solidFill>
              </a:rPr>
              <a:t>eg</a:t>
            </a:r>
            <a:r>
              <a:rPr lang="en-US" sz="3100" b="1" dirty="0" smtClean="0">
                <a:solidFill>
                  <a:srgbClr val="C00000"/>
                </a:solidFill>
              </a:rPr>
              <a:t>…..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14554"/>
            <a:ext cx="8229600" cy="3911609"/>
          </a:xfrm>
        </p:spPr>
        <p:txBody>
          <a:bodyPr>
            <a:normAutofit lnSpcReduction="10000"/>
          </a:bodyPr>
          <a:lstStyle/>
          <a:p>
            <a:r>
              <a:rPr lang="en-US" dirty="0" err="1" smtClean="0">
                <a:solidFill>
                  <a:srgbClr val="C00000"/>
                </a:solidFill>
              </a:rPr>
              <a:t>Neem</a:t>
            </a:r>
            <a:r>
              <a:rPr lang="en-US" dirty="0" smtClean="0">
                <a:solidFill>
                  <a:srgbClr val="C00000"/>
                </a:solidFill>
              </a:rPr>
              <a:t> cake </a:t>
            </a:r>
            <a:r>
              <a:rPr lang="en-US" dirty="0" smtClean="0"/>
              <a:t>– an important organic amendment. Apply @ 5 kg per palm in basins. (Control stem bleeding )</a:t>
            </a:r>
          </a:p>
          <a:p>
            <a:r>
              <a:rPr lang="en-US" dirty="0" err="1" smtClean="0"/>
              <a:t>Neem</a:t>
            </a:r>
            <a:r>
              <a:rPr lang="en-US" dirty="0" smtClean="0"/>
              <a:t> based pesticides. </a:t>
            </a:r>
          </a:p>
          <a:p>
            <a:r>
              <a:rPr lang="en-US" dirty="0" smtClean="0"/>
              <a:t>Pheromone traps</a:t>
            </a:r>
          </a:p>
          <a:p>
            <a:r>
              <a:rPr lang="en-US" dirty="0" smtClean="0"/>
              <a:t>Treating manure pits  ( Leaves and twigs of </a:t>
            </a:r>
            <a:r>
              <a:rPr lang="en-US" i="1" dirty="0" err="1" smtClean="0"/>
              <a:t>Clerodendron</a:t>
            </a:r>
            <a:r>
              <a:rPr lang="en-US" i="1" dirty="0" smtClean="0"/>
              <a:t> </a:t>
            </a:r>
            <a:r>
              <a:rPr lang="en-US" i="1" dirty="0" err="1" smtClean="0"/>
              <a:t>infortunatum</a:t>
            </a:r>
            <a:r>
              <a:rPr lang="en-US" i="1" dirty="0" smtClean="0"/>
              <a:t> </a:t>
            </a:r>
            <a:r>
              <a:rPr lang="en-US" dirty="0" smtClean="0"/>
              <a:t>or fungus </a:t>
            </a:r>
            <a:r>
              <a:rPr lang="en-US" i="1" dirty="0" err="1" smtClean="0"/>
              <a:t>Metarhizium</a:t>
            </a:r>
            <a:r>
              <a:rPr lang="en-US" i="1" dirty="0" smtClean="0"/>
              <a:t> </a:t>
            </a:r>
            <a:r>
              <a:rPr lang="en-US" i="1" dirty="0" err="1" smtClean="0"/>
              <a:t>anisopliae</a:t>
            </a:r>
            <a:r>
              <a:rPr lang="en-US" dirty="0" smtClean="0"/>
              <a:t>)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Organic recycling - silt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1"/>
            <a:ext cx="6553200" cy="4191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2" descr="C:\Documents and Settings\Admin\Desktop\sudha\Hariyali snaps\New Photos 55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600200"/>
            <a:ext cx="6384925" cy="41608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6934200" cy="4525963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  Moisture management  in coconut</a:t>
            </a:r>
            <a:endParaRPr lang="en-IN" b="1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Raising cover crops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2057400"/>
            <a:ext cx="4191000" cy="388620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444080"/>
            <a:ext cx="5857916" cy="5312472"/>
          </a:xfrm>
          <a:prstGeom prst="rect">
            <a:avLst/>
          </a:prstGeom>
          <a:noFill/>
          <a:ln w="12700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Mulching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Picture 06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02561" y="1643051"/>
            <a:ext cx="7827091" cy="4515158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45720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400" b="1" dirty="0" smtClean="0"/>
              <a:t>        Irrigation </a:t>
            </a:r>
            <a:endParaRPr lang="en-IN" sz="4400" b="1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Irrigation – Basin </a:t>
            </a:r>
            <a:endParaRPr lang="en-IN" dirty="0"/>
          </a:p>
        </p:txBody>
      </p:sp>
      <p:pic>
        <p:nvPicPr>
          <p:cNvPr id="5" name="Picture 2" descr="C:\Documents and Settings\Admin\Desktop\Snaps for CD\For cd - rijo\coconut basin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19010" y="2057399"/>
            <a:ext cx="4810390" cy="2670273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600200"/>
            <a:ext cx="5257800" cy="4525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122" name="Picture 2" descr="M:\Snaps for CD\For cd - rijo\water in coconut basi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600200"/>
            <a:ext cx="5391150" cy="4419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Irrigation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059363"/>
          </a:xfrm>
        </p:spPr>
        <p:txBody>
          <a:bodyPr/>
          <a:lstStyle/>
          <a:p>
            <a:r>
              <a:rPr lang="en-US" dirty="0" smtClean="0"/>
              <a:t>Irrigation  improves  yield ( Double the yield)</a:t>
            </a:r>
          </a:p>
          <a:p>
            <a:r>
              <a:rPr lang="en-US" dirty="0" smtClean="0"/>
              <a:t>Needs </a:t>
            </a:r>
            <a:r>
              <a:rPr lang="en-US" dirty="0" smtClean="0">
                <a:solidFill>
                  <a:srgbClr val="FF0000"/>
                </a:solidFill>
              </a:rPr>
              <a:t>80 </a:t>
            </a:r>
            <a:r>
              <a:rPr lang="en-US" dirty="0" err="1" smtClean="0">
                <a:solidFill>
                  <a:srgbClr val="FF0000"/>
                </a:solidFill>
              </a:rPr>
              <a:t>litre</a:t>
            </a:r>
            <a:r>
              <a:rPr lang="en-US" dirty="0" smtClean="0">
                <a:solidFill>
                  <a:srgbClr val="FF0000"/>
                </a:solidFill>
              </a:rPr>
              <a:t> water/day/palm</a:t>
            </a:r>
          </a:p>
          <a:p>
            <a:pPr>
              <a:buNone/>
            </a:pPr>
            <a:r>
              <a:rPr lang="en-US" dirty="0" smtClean="0"/>
              <a:t>     (Weekly in summer)</a:t>
            </a:r>
          </a:p>
          <a:p>
            <a:r>
              <a:rPr lang="en-US" dirty="0" smtClean="0"/>
              <a:t>Drip irrigation saves </a:t>
            </a:r>
            <a:r>
              <a:rPr lang="en-US" dirty="0" err="1" smtClean="0"/>
              <a:t>labour</a:t>
            </a:r>
            <a:r>
              <a:rPr lang="en-US" dirty="0" smtClean="0"/>
              <a:t> and time. </a:t>
            </a:r>
          </a:p>
          <a:p>
            <a:r>
              <a:rPr lang="en-US" dirty="0" smtClean="0"/>
              <a:t>But requires technical know how </a:t>
            </a:r>
          </a:p>
          <a:p>
            <a:r>
              <a:rPr lang="en-US" dirty="0" smtClean="0"/>
              <a:t>Subsidies by Government for encouraging drip irrigation. </a:t>
            </a:r>
          </a:p>
          <a:p>
            <a:r>
              <a:rPr lang="en-US" dirty="0" smtClean="0"/>
              <a:t>Needs only </a:t>
            </a:r>
            <a:r>
              <a:rPr lang="en-US" dirty="0" smtClean="0">
                <a:solidFill>
                  <a:srgbClr val="FF0000"/>
                </a:solidFill>
              </a:rPr>
              <a:t>40 l/day/palm through drip. 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Drip irrigation </a:t>
            </a:r>
            <a:endParaRPr lang="en-IN" dirty="0"/>
          </a:p>
        </p:txBody>
      </p:sp>
      <p:pic>
        <p:nvPicPr>
          <p:cNvPr id="4" name="Content Placeholder 3" descr="http://agritech.tnau.ac.in/agriculture/CropProduction/Oilseeds/oilseeds_coconut_clip_image004.jp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876800" y="2590800"/>
            <a:ext cx="37338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http://www.tanuvas.ac.in/images123/site_pics/vcri_nkl/agro/drip_irrigation.jp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3048000"/>
            <a:ext cx="4191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Drip irrigation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C:\Users\sudha\Pictures\The end ...Riijo\Snaps for CD\Cd final set snaps\coconut drip\Drip_Irrigation_for_Coconu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1752600"/>
            <a:ext cx="28956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819400" y="2514600"/>
            <a:ext cx="2819400" cy="1676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</a:rPr>
              <a:t>Yield and Profits </a:t>
            </a:r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6172200" y="1295400"/>
            <a:ext cx="1752600" cy="1752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Suitable intercrops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562600" y="4419600"/>
            <a:ext cx="2438400" cy="152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Value addition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609600" y="4267200"/>
            <a:ext cx="2286000" cy="16764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Proper management- Fertilizers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chemeClr val="tx1"/>
                </a:solidFill>
              </a:rPr>
              <a:t>irrigation , pest control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85800" y="1371600"/>
            <a:ext cx="1676400" cy="18288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Selection of best seedlings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9" name="Picture 5" descr="C:\Documents and Settings\User\Desktop\coconu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685800"/>
            <a:ext cx="2362200" cy="1676400"/>
          </a:xfrm>
          <a:prstGeom prst="rect">
            <a:avLst/>
          </a:prstGeom>
          <a:noFill/>
        </p:spPr>
      </p:pic>
      <p:cxnSp>
        <p:nvCxnSpPr>
          <p:cNvPr id="11" name="Straight Arrow Connector 10"/>
          <p:cNvCxnSpPr/>
          <p:nvPr/>
        </p:nvCxnSpPr>
        <p:spPr>
          <a:xfrm>
            <a:off x="2133600" y="3048000"/>
            <a:ext cx="381000" cy="304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 flipH="1" flipV="1">
            <a:off x="2209800" y="3886200"/>
            <a:ext cx="304800" cy="304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0800000" flipV="1">
            <a:off x="5943600" y="2895600"/>
            <a:ext cx="381000" cy="228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>
            <a:off x="5867400" y="3962400"/>
            <a:ext cx="381000" cy="304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881</Words>
  <Application>Microsoft Office PowerPoint</Application>
  <PresentationFormat>On-screen Show (4:3)</PresentationFormat>
  <Paragraphs>183</Paragraphs>
  <Slides>69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0" baseType="lpstr">
      <vt:lpstr>Office Theme</vt:lpstr>
      <vt:lpstr>Keralam from “Kera vriksham” </vt:lpstr>
      <vt:lpstr>Importance </vt:lpstr>
      <vt:lpstr>Multi various uses -  Coconut palm is regarded as KALPAVRIKSHA (Tree of Heaven).  </vt:lpstr>
      <vt:lpstr> Coconut wood </vt:lpstr>
      <vt:lpstr>Handicrafts </vt:lpstr>
      <vt:lpstr>Coir and coir products</vt:lpstr>
      <vt:lpstr>Geotextiles </vt:lpstr>
      <vt:lpstr>Bank strengthening – Geotextiles </vt:lpstr>
      <vt:lpstr>Bund strengthening – Geotextiles </vt:lpstr>
      <vt:lpstr>Value addition </vt:lpstr>
      <vt:lpstr>An array of value added products </vt:lpstr>
      <vt:lpstr> Products …</vt:lpstr>
      <vt:lpstr> Snow ball tender coconut  </vt:lpstr>
      <vt:lpstr>Coconut jaggery </vt:lpstr>
      <vt:lpstr>Coconut chips </vt:lpstr>
      <vt:lpstr>Coconut jam </vt:lpstr>
      <vt:lpstr>Coconut burfi</vt:lpstr>
      <vt:lpstr>Coconut milk powder </vt:lpstr>
      <vt:lpstr>Neera </vt:lpstr>
      <vt:lpstr>Coconut is </vt:lpstr>
      <vt:lpstr>Coconut Research Station  Balaramapuram </vt:lpstr>
      <vt:lpstr>Production and supply of quality seedlings of coconut </vt:lpstr>
      <vt:lpstr>Dwarf palms maintained for hybridization  - TXD </vt:lpstr>
      <vt:lpstr>Slide 24</vt:lpstr>
      <vt:lpstr>Coconut based farming system for homesteads </vt:lpstr>
      <vt:lpstr>Vegetable production </vt:lpstr>
      <vt:lpstr>Vegetable production </vt:lpstr>
      <vt:lpstr>Slide 28</vt:lpstr>
      <vt:lpstr>Ample space for  Wide variety of Intercrops </vt:lpstr>
      <vt:lpstr>Space needed for each palm</vt:lpstr>
      <vt:lpstr>Sunlight </vt:lpstr>
      <vt:lpstr>Choice of intercrops </vt:lpstr>
      <vt:lpstr>Annuals </vt:lpstr>
      <vt:lpstr>Shade tolerant crops</vt:lpstr>
      <vt:lpstr>Perennials </vt:lpstr>
      <vt:lpstr>Perennial Spice trees </vt:lpstr>
      <vt:lpstr>Other Spices –  Pepper , Chilli </vt:lpstr>
      <vt:lpstr>Rapid multiplication in pepper </vt:lpstr>
      <vt:lpstr> Fodder crops Hybrid Napier, Guinea   </vt:lpstr>
      <vt:lpstr>Fruit crops </vt:lpstr>
      <vt:lpstr>Tuber crops</vt:lpstr>
      <vt:lpstr>A multi-storeyed cropping system Well utilizing natural resources. </vt:lpstr>
      <vt:lpstr>Planting of seedlings </vt:lpstr>
      <vt:lpstr>Method of planting</vt:lpstr>
      <vt:lpstr>Slide 45</vt:lpstr>
      <vt:lpstr>Slide 46</vt:lpstr>
      <vt:lpstr>Fertilizer calculation . </vt:lpstr>
      <vt:lpstr>Fertilizer recommendation/ Adult Palm  </vt:lpstr>
      <vt:lpstr>Fertilizer requirement of young palms</vt:lpstr>
      <vt:lpstr>Organic manuring  </vt:lpstr>
      <vt:lpstr>Organic manuring </vt:lpstr>
      <vt:lpstr>Green manures Basin management - Nitrogen fixing legumes </vt:lpstr>
      <vt:lpstr>Green manures </vt:lpstr>
      <vt:lpstr>Green manure crops in basins</vt:lpstr>
      <vt:lpstr>Glyricidia </vt:lpstr>
      <vt:lpstr>Organic manures</vt:lpstr>
      <vt:lpstr>Biofertilizers </vt:lpstr>
      <vt:lpstr> Organic ways  of plant protection  Some eg….. </vt:lpstr>
      <vt:lpstr>Organic recycling - silt </vt:lpstr>
      <vt:lpstr>Slide 60</vt:lpstr>
      <vt:lpstr>Raising cover crops </vt:lpstr>
      <vt:lpstr>Mulching </vt:lpstr>
      <vt:lpstr>Slide 63</vt:lpstr>
      <vt:lpstr>Irrigation – Basin </vt:lpstr>
      <vt:lpstr>BASIN </vt:lpstr>
      <vt:lpstr>Irrigation </vt:lpstr>
      <vt:lpstr>Drip irrigation </vt:lpstr>
      <vt:lpstr>Drip irrigation </vt:lpstr>
      <vt:lpstr>Slide 69</vt:lpstr>
    </vt:vector>
  </TitlesOfParts>
  <Company>Kerala Agricultural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vaio</cp:lastModifiedBy>
  <cp:revision>262</cp:revision>
  <dcterms:created xsi:type="dcterms:W3CDTF">2014-10-26T19:13:05Z</dcterms:created>
  <dcterms:modified xsi:type="dcterms:W3CDTF">2019-12-12T06:49:07Z</dcterms:modified>
</cp:coreProperties>
</file>